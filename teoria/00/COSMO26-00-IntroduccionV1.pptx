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7"/>
  </p:notesMasterIdLst>
  <p:sldIdLst>
    <p:sldId id="320" r:id="rId5"/>
    <p:sldId id="321" r:id="rId6"/>
    <p:sldId id="322" r:id="rId7"/>
    <p:sldId id="326" r:id="rId8"/>
    <p:sldId id="330" r:id="rId9"/>
    <p:sldId id="324" r:id="rId10"/>
    <p:sldId id="325" r:id="rId11"/>
    <p:sldId id="329" r:id="rId12"/>
    <p:sldId id="332" r:id="rId13"/>
    <p:sldId id="323" r:id="rId14"/>
    <p:sldId id="331" r:id="rId15"/>
    <p:sldId id="328" r:id="rId16"/>
  </p:sldIdLst>
  <p:sldSz cx="14630400" cy="8229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D7878"/>
    <a:srgbClr val="A5A5A5"/>
    <a:srgbClr val="FF3228"/>
    <a:srgbClr val="2D41B4"/>
    <a:srgbClr val="504B4B"/>
    <a:srgbClr val="23B4AA"/>
    <a:srgbClr val="FFAFAA"/>
    <a:srgbClr val="1E1E1E"/>
    <a:srgbClr val="D2D1D1"/>
    <a:srgbClr val="3333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2D5ABB26-0587-4C30-8999-92F81FD0307C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Estilo claro 1 - Acento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27102A9-8310-4765-A935-A1911B00CA55}" styleName="Estilo claro 1 - Acento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083E6E3-FA7D-4D7B-A595-EF9225AFEA82}" styleName="Estilo claro 1 - Acento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0E3FDE45-AF77-4B5C-9715-49D594BDF05E}" styleName="Estilo claro 1 - Acento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580"/>
    <p:restoredTop sz="94700"/>
  </p:normalViewPr>
  <p:slideViewPr>
    <p:cSldViewPr snapToGrid="0">
      <p:cViewPr varScale="1">
        <p:scale>
          <a:sx n="73" d="100"/>
          <a:sy n="73" d="100"/>
        </p:scale>
        <p:origin x="192" y="8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D15707-0965-4200-92FF-ACFEAFE6E787}" type="datetimeFigureOut">
              <a:rPr lang="es-ES" smtClean="0"/>
              <a:t>19/1/26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A9C7CC-C5F4-4693-B1F7-2A3DC83E93D5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534998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A9C7CC-C5F4-4693-B1F7-2A3DC83E93D5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184266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8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0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30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9.svg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0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svg"/><Relationship Id="rId2" Type="http://schemas.openxmlformats.org/officeDocument/2006/relationships/image" Target="../media/image4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svg"/><Relationship Id="rId2" Type="http://schemas.openxmlformats.org/officeDocument/2006/relationships/image" Target="../media/image50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01 blanco"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89F0BE85-C225-4003-835C-418D02FC404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4630399" cy="8229599"/>
          </a:xfrm>
          <a:prstGeom prst="rect">
            <a:avLst/>
          </a:prstGeom>
        </p:spPr>
      </p:pic>
      <p:sp>
        <p:nvSpPr>
          <p:cNvPr id="13" name="Título 12">
            <a:extLst>
              <a:ext uri="{FF2B5EF4-FFF2-40B4-BE49-F238E27FC236}">
                <a16:creationId xmlns:a16="http://schemas.microsoft.com/office/drawing/2014/main" id="{7690501E-9AAE-4516-A86F-E2ADA33783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32014" y="2730479"/>
            <a:ext cx="4902086" cy="1442094"/>
          </a:xfrm>
        </p:spPr>
        <p:txBody>
          <a:bodyPr anchor="t">
            <a:normAutofit/>
          </a:bodyPr>
          <a:lstStyle>
            <a:lvl1pPr>
              <a:defRPr sz="4300" b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s-ES" err="1"/>
              <a:t>Opienscre</a:t>
            </a:r>
            <a:r>
              <a:rPr lang="es-ES"/>
              <a:t> in </a:t>
            </a:r>
            <a:r>
              <a:rPr lang="es-ES" err="1"/>
              <a:t>restiam</a:t>
            </a:r>
            <a:r>
              <a:rPr lang="es-ES"/>
              <a:t> </a:t>
            </a:r>
            <a:r>
              <a:rPr lang="es-ES" err="1"/>
              <a:t>publis</a:t>
            </a:r>
            <a:r>
              <a:rPr lang="es-ES"/>
              <a:t> </a:t>
            </a:r>
            <a:r>
              <a:rPr lang="es-ES" err="1"/>
              <a:t>hor</a:t>
            </a:r>
            <a:endParaRPr lang="es-ES"/>
          </a:p>
        </p:txBody>
      </p:sp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4C564307-29AC-4D36-A5E8-3582581DC09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32014" y="4237320"/>
            <a:ext cx="4902086" cy="696630"/>
          </a:xfrm>
        </p:spPr>
        <p:txBody>
          <a:bodyPr>
            <a:noAutofit/>
          </a:bodyPr>
          <a:lstStyle>
            <a:lvl1pPr marL="0" indent="0">
              <a:lnSpc>
                <a:spcPts val="2600"/>
              </a:lnSpc>
              <a:spcBef>
                <a:spcPts val="0"/>
              </a:spcBef>
              <a:buNone/>
              <a:defRPr sz="2600">
                <a:solidFill>
                  <a:schemeClr val="bg1"/>
                </a:solidFill>
              </a:defRPr>
            </a:lvl1pPr>
            <a:lvl2pPr marL="271463" indent="0">
              <a:buNone/>
              <a:defRPr/>
            </a:lvl2pPr>
          </a:lstStyle>
          <a:p>
            <a:pPr lvl="0"/>
            <a:r>
              <a:rPr lang="es-ES" err="1"/>
              <a:t>Restiam</a:t>
            </a:r>
            <a:r>
              <a:rPr lang="es-ES"/>
              <a:t> </a:t>
            </a:r>
            <a:r>
              <a:rPr lang="es-ES" err="1"/>
              <a:t>publis</a:t>
            </a:r>
            <a:r>
              <a:rPr lang="es-ES"/>
              <a:t> </a:t>
            </a:r>
            <a:r>
              <a:rPr lang="es-ES" err="1"/>
              <a:t>hore</a:t>
            </a:r>
            <a:r>
              <a:rPr lang="es-ES"/>
              <a:t> </a:t>
            </a:r>
            <a:r>
              <a:rPr lang="es-ES" err="1"/>
              <a:t>estiam</a:t>
            </a:r>
            <a:endParaRPr lang="es-ES"/>
          </a:p>
          <a:p>
            <a:pPr lvl="0"/>
            <a:r>
              <a:rPr lang="es-ES" err="1"/>
              <a:t>Publis</a:t>
            </a:r>
            <a:r>
              <a:rPr lang="es-ES"/>
              <a:t> </a:t>
            </a:r>
            <a:r>
              <a:rPr lang="es-ES" err="1"/>
              <a:t>hore</a:t>
            </a:r>
            <a:r>
              <a:rPr lang="es-ES"/>
              <a:t> </a:t>
            </a:r>
            <a:r>
              <a:rPr lang="es-ES" err="1"/>
              <a:t>hore</a:t>
            </a:r>
            <a:endParaRPr lang="es-ES"/>
          </a:p>
        </p:txBody>
      </p:sp>
      <p:sp>
        <p:nvSpPr>
          <p:cNvPr id="11" name="Marcador de texto 6">
            <a:extLst>
              <a:ext uri="{FF2B5EF4-FFF2-40B4-BE49-F238E27FC236}">
                <a16:creationId xmlns:a16="http://schemas.microsoft.com/office/drawing/2014/main" id="{0A95CA33-F0F0-4110-8F61-E718D61611D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32014" y="4979647"/>
            <a:ext cx="4902086" cy="696630"/>
          </a:xfrm>
        </p:spPr>
        <p:txBody>
          <a:bodyPr>
            <a:noAutofit/>
          </a:bodyPr>
          <a:lstStyle>
            <a:lvl1pPr marL="0" indent="0">
              <a:lnSpc>
                <a:spcPts val="2600"/>
              </a:lnSpc>
              <a:spcBef>
                <a:spcPts val="0"/>
              </a:spcBef>
              <a:buNone/>
              <a:defRPr sz="2600" b="1">
                <a:solidFill>
                  <a:schemeClr val="bg1"/>
                </a:solidFill>
              </a:defRPr>
            </a:lvl1pPr>
            <a:lvl2pPr marL="271463" indent="0">
              <a:buNone/>
              <a:defRPr/>
            </a:lvl2pPr>
          </a:lstStyle>
          <a:p>
            <a:pPr lvl="0"/>
            <a:r>
              <a:rPr lang="es-ES"/>
              <a:t>09 de febrero de 2021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2BD999AF-4FA8-4A34-BC9D-244C3E9A73D6}"/>
              </a:ext>
            </a:extLst>
          </p:cNvPr>
          <p:cNvSpPr txBox="1"/>
          <p:nvPr userDrawn="1"/>
        </p:nvSpPr>
        <p:spPr>
          <a:xfrm>
            <a:off x="5118806" y="5867012"/>
            <a:ext cx="180049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200" b="1">
                <a:solidFill>
                  <a:schemeClr val="bg1"/>
                </a:solidFill>
              </a:rPr>
              <a:t>Ve más allá</a:t>
            </a:r>
          </a:p>
        </p:txBody>
      </p:sp>
      <p:pic>
        <p:nvPicPr>
          <p:cNvPr id="12" name="Gráfico 11">
            <a:extLst>
              <a:ext uri="{FF2B5EF4-FFF2-40B4-BE49-F238E27FC236}">
                <a16:creationId xmlns:a16="http://schemas.microsoft.com/office/drawing/2014/main" id="{9370E4E4-B71F-49CD-9929-ADF5802DA3D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8038" y="908844"/>
            <a:ext cx="2910840" cy="80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313946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01 rojo"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89F0BE85-C225-4003-835C-418D02FC404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0"/>
            <a:ext cx="14630397" cy="8229599"/>
          </a:xfrm>
          <a:prstGeom prst="rect">
            <a:avLst/>
          </a:prstGeom>
        </p:spPr>
      </p:pic>
      <p:sp>
        <p:nvSpPr>
          <p:cNvPr id="13" name="Título 12">
            <a:extLst>
              <a:ext uri="{FF2B5EF4-FFF2-40B4-BE49-F238E27FC236}">
                <a16:creationId xmlns:a16="http://schemas.microsoft.com/office/drawing/2014/main" id="{7690501E-9AAE-4516-A86F-E2ADA33783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32014" y="2730479"/>
            <a:ext cx="4902086" cy="1442094"/>
          </a:xfrm>
        </p:spPr>
        <p:txBody>
          <a:bodyPr anchor="t">
            <a:normAutofit/>
          </a:bodyPr>
          <a:lstStyle>
            <a:lvl1pPr>
              <a:defRPr sz="4300" b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s-ES" err="1"/>
              <a:t>Opienscre</a:t>
            </a:r>
            <a:r>
              <a:rPr lang="es-ES"/>
              <a:t> in </a:t>
            </a:r>
            <a:r>
              <a:rPr lang="es-ES" err="1"/>
              <a:t>restiam</a:t>
            </a:r>
            <a:r>
              <a:rPr lang="es-ES"/>
              <a:t> </a:t>
            </a:r>
            <a:r>
              <a:rPr lang="es-ES" err="1"/>
              <a:t>publis</a:t>
            </a:r>
            <a:r>
              <a:rPr lang="es-ES"/>
              <a:t> </a:t>
            </a:r>
            <a:r>
              <a:rPr lang="es-ES" err="1"/>
              <a:t>hor</a:t>
            </a:r>
            <a:endParaRPr lang="es-ES"/>
          </a:p>
        </p:txBody>
      </p:sp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4C564307-29AC-4D36-A5E8-3582581DC09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32014" y="4237320"/>
            <a:ext cx="4902086" cy="696630"/>
          </a:xfrm>
        </p:spPr>
        <p:txBody>
          <a:bodyPr>
            <a:noAutofit/>
          </a:bodyPr>
          <a:lstStyle>
            <a:lvl1pPr marL="0" indent="0">
              <a:lnSpc>
                <a:spcPts val="2600"/>
              </a:lnSpc>
              <a:spcBef>
                <a:spcPts val="0"/>
              </a:spcBef>
              <a:buNone/>
              <a:defRPr sz="2600">
                <a:solidFill>
                  <a:schemeClr val="bg1"/>
                </a:solidFill>
              </a:defRPr>
            </a:lvl1pPr>
            <a:lvl2pPr marL="271463" indent="0">
              <a:buNone/>
              <a:defRPr/>
            </a:lvl2pPr>
          </a:lstStyle>
          <a:p>
            <a:pPr lvl="0"/>
            <a:r>
              <a:rPr lang="es-ES" err="1"/>
              <a:t>Restiam</a:t>
            </a:r>
            <a:r>
              <a:rPr lang="es-ES"/>
              <a:t> </a:t>
            </a:r>
            <a:r>
              <a:rPr lang="es-ES" err="1"/>
              <a:t>publis</a:t>
            </a:r>
            <a:r>
              <a:rPr lang="es-ES"/>
              <a:t> </a:t>
            </a:r>
            <a:r>
              <a:rPr lang="es-ES" err="1"/>
              <a:t>hore</a:t>
            </a:r>
            <a:r>
              <a:rPr lang="es-ES"/>
              <a:t> </a:t>
            </a:r>
            <a:r>
              <a:rPr lang="es-ES" err="1"/>
              <a:t>estiam</a:t>
            </a:r>
            <a:endParaRPr lang="es-ES"/>
          </a:p>
          <a:p>
            <a:pPr lvl="0"/>
            <a:r>
              <a:rPr lang="es-ES" err="1"/>
              <a:t>Publis</a:t>
            </a:r>
            <a:r>
              <a:rPr lang="es-ES"/>
              <a:t> </a:t>
            </a:r>
            <a:r>
              <a:rPr lang="es-ES" err="1"/>
              <a:t>hore</a:t>
            </a:r>
            <a:r>
              <a:rPr lang="es-ES"/>
              <a:t> </a:t>
            </a:r>
            <a:r>
              <a:rPr lang="es-ES" err="1"/>
              <a:t>hore</a:t>
            </a:r>
            <a:endParaRPr lang="es-ES"/>
          </a:p>
        </p:txBody>
      </p:sp>
      <p:sp>
        <p:nvSpPr>
          <p:cNvPr id="11" name="Marcador de texto 6">
            <a:extLst>
              <a:ext uri="{FF2B5EF4-FFF2-40B4-BE49-F238E27FC236}">
                <a16:creationId xmlns:a16="http://schemas.microsoft.com/office/drawing/2014/main" id="{0A95CA33-F0F0-4110-8F61-E718D61611D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32014" y="4979647"/>
            <a:ext cx="4902086" cy="696630"/>
          </a:xfrm>
        </p:spPr>
        <p:txBody>
          <a:bodyPr>
            <a:noAutofit/>
          </a:bodyPr>
          <a:lstStyle>
            <a:lvl1pPr marL="0" indent="0">
              <a:lnSpc>
                <a:spcPts val="2600"/>
              </a:lnSpc>
              <a:spcBef>
                <a:spcPts val="0"/>
              </a:spcBef>
              <a:buNone/>
              <a:defRPr sz="2600" b="1">
                <a:solidFill>
                  <a:schemeClr val="bg1"/>
                </a:solidFill>
              </a:defRPr>
            </a:lvl1pPr>
            <a:lvl2pPr marL="271463" indent="0">
              <a:buNone/>
              <a:defRPr/>
            </a:lvl2pPr>
          </a:lstStyle>
          <a:p>
            <a:pPr lvl="0"/>
            <a:r>
              <a:rPr lang="es-ES"/>
              <a:t>09 de febrero de 2021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2BD999AF-4FA8-4A34-BC9D-244C3E9A73D6}"/>
              </a:ext>
            </a:extLst>
          </p:cNvPr>
          <p:cNvSpPr txBox="1"/>
          <p:nvPr userDrawn="1"/>
        </p:nvSpPr>
        <p:spPr>
          <a:xfrm>
            <a:off x="5118806" y="5867012"/>
            <a:ext cx="180049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200" b="1">
                <a:solidFill>
                  <a:schemeClr val="bg1"/>
                </a:solidFill>
              </a:rPr>
              <a:t>Ve más allá</a:t>
            </a:r>
          </a:p>
        </p:txBody>
      </p:sp>
      <p:pic>
        <p:nvPicPr>
          <p:cNvPr id="3" name="Gráfico 2">
            <a:extLst>
              <a:ext uri="{FF2B5EF4-FFF2-40B4-BE49-F238E27FC236}">
                <a16:creationId xmlns:a16="http://schemas.microsoft.com/office/drawing/2014/main" id="{A369E776-9025-4045-AE48-B61FB55551E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8038" y="908844"/>
            <a:ext cx="2908056" cy="80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004543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02 blanco"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áfico 14">
            <a:extLst>
              <a:ext uri="{FF2B5EF4-FFF2-40B4-BE49-F238E27FC236}">
                <a16:creationId xmlns:a16="http://schemas.microsoft.com/office/drawing/2014/main" id="{3AA131F7-FE48-4A37-99A2-4382148F7C0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13" name="Título 12">
            <a:extLst>
              <a:ext uri="{FF2B5EF4-FFF2-40B4-BE49-F238E27FC236}">
                <a16:creationId xmlns:a16="http://schemas.microsoft.com/office/drawing/2014/main" id="{7690501E-9AAE-4516-A86F-E2ADA33783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90871" y="2730479"/>
            <a:ext cx="4902086" cy="1442094"/>
          </a:xfrm>
        </p:spPr>
        <p:txBody>
          <a:bodyPr anchor="t">
            <a:normAutofit/>
          </a:bodyPr>
          <a:lstStyle>
            <a:lvl1pPr>
              <a:defRPr sz="4300" b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s-ES" err="1"/>
              <a:t>Opienscre</a:t>
            </a:r>
            <a:r>
              <a:rPr lang="es-ES"/>
              <a:t> in </a:t>
            </a:r>
            <a:r>
              <a:rPr lang="es-ES" err="1"/>
              <a:t>restiam</a:t>
            </a:r>
            <a:r>
              <a:rPr lang="es-ES"/>
              <a:t> </a:t>
            </a:r>
            <a:r>
              <a:rPr lang="es-ES" err="1"/>
              <a:t>publis</a:t>
            </a:r>
            <a:r>
              <a:rPr lang="es-ES"/>
              <a:t> </a:t>
            </a:r>
            <a:r>
              <a:rPr lang="es-ES" err="1"/>
              <a:t>hor</a:t>
            </a:r>
            <a:endParaRPr lang="es-ES"/>
          </a:p>
        </p:txBody>
      </p:sp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4C564307-29AC-4D36-A5E8-3582581DC09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690871" y="4237320"/>
            <a:ext cx="4902086" cy="696630"/>
          </a:xfrm>
        </p:spPr>
        <p:txBody>
          <a:bodyPr>
            <a:noAutofit/>
          </a:bodyPr>
          <a:lstStyle>
            <a:lvl1pPr marL="0" indent="0">
              <a:lnSpc>
                <a:spcPts val="2600"/>
              </a:lnSpc>
              <a:spcBef>
                <a:spcPts val="0"/>
              </a:spcBef>
              <a:buNone/>
              <a:defRPr sz="2600">
                <a:solidFill>
                  <a:schemeClr val="bg1"/>
                </a:solidFill>
              </a:defRPr>
            </a:lvl1pPr>
            <a:lvl2pPr marL="271463" indent="0">
              <a:buNone/>
              <a:defRPr/>
            </a:lvl2pPr>
          </a:lstStyle>
          <a:p>
            <a:pPr lvl="0"/>
            <a:r>
              <a:rPr lang="es-ES" err="1"/>
              <a:t>Restiam</a:t>
            </a:r>
            <a:r>
              <a:rPr lang="es-ES"/>
              <a:t> </a:t>
            </a:r>
            <a:r>
              <a:rPr lang="es-ES" err="1"/>
              <a:t>publis</a:t>
            </a:r>
            <a:r>
              <a:rPr lang="es-ES"/>
              <a:t> </a:t>
            </a:r>
            <a:r>
              <a:rPr lang="es-ES" err="1"/>
              <a:t>hore</a:t>
            </a:r>
            <a:r>
              <a:rPr lang="es-ES"/>
              <a:t> </a:t>
            </a:r>
            <a:r>
              <a:rPr lang="es-ES" err="1"/>
              <a:t>estiam</a:t>
            </a:r>
            <a:endParaRPr lang="es-ES"/>
          </a:p>
          <a:p>
            <a:pPr lvl="0"/>
            <a:r>
              <a:rPr lang="es-ES" err="1"/>
              <a:t>Publis</a:t>
            </a:r>
            <a:r>
              <a:rPr lang="es-ES"/>
              <a:t> </a:t>
            </a:r>
            <a:r>
              <a:rPr lang="es-ES" err="1"/>
              <a:t>hore</a:t>
            </a:r>
            <a:r>
              <a:rPr lang="es-ES"/>
              <a:t> </a:t>
            </a:r>
            <a:r>
              <a:rPr lang="es-ES" err="1"/>
              <a:t>hore</a:t>
            </a:r>
            <a:endParaRPr lang="es-ES"/>
          </a:p>
        </p:txBody>
      </p:sp>
      <p:sp>
        <p:nvSpPr>
          <p:cNvPr id="11" name="Marcador de texto 6">
            <a:extLst>
              <a:ext uri="{FF2B5EF4-FFF2-40B4-BE49-F238E27FC236}">
                <a16:creationId xmlns:a16="http://schemas.microsoft.com/office/drawing/2014/main" id="{0A95CA33-F0F0-4110-8F61-E718D61611D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90871" y="4979647"/>
            <a:ext cx="4902086" cy="696630"/>
          </a:xfrm>
        </p:spPr>
        <p:txBody>
          <a:bodyPr>
            <a:noAutofit/>
          </a:bodyPr>
          <a:lstStyle>
            <a:lvl1pPr marL="0" indent="0">
              <a:lnSpc>
                <a:spcPts val="2600"/>
              </a:lnSpc>
              <a:spcBef>
                <a:spcPts val="0"/>
              </a:spcBef>
              <a:buNone/>
              <a:defRPr sz="2600" b="1">
                <a:solidFill>
                  <a:schemeClr val="bg1"/>
                </a:solidFill>
              </a:defRPr>
            </a:lvl1pPr>
            <a:lvl2pPr marL="271463" indent="0">
              <a:buNone/>
              <a:defRPr/>
            </a:lvl2pPr>
          </a:lstStyle>
          <a:p>
            <a:pPr lvl="0"/>
            <a:r>
              <a:rPr lang="es-ES"/>
              <a:t>09 de febrero de 2021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2BD999AF-4FA8-4A34-BC9D-244C3E9A73D6}"/>
              </a:ext>
            </a:extLst>
          </p:cNvPr>
          <p:cNvSpPr txBox="1"/>
          <p:nvPr userDrawn="1"/>
        </p:nvSpPr>
        <p:spPr>
          <a:xfrm>
            <a:off x="6689024" y="5867012"/>
            <a:ext cx="180049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200" b="1">
                <a:solidFill>
                  <a:schemeClr val="bg1"/>
                </a:solidFill>
              </a:rPr>
              <a:t>Ve más allá</a:t>
            </a:r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CEDA1D87-413B-4A5E-A34F-3C9CA2BA7C4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18038" y="908844"/>
            <a:ext cx="2910840" cy="80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083585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02 rojo"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390F3110-B03E-467A-B204-79CB33AD5E4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12" name="Título 12">
            <a:extLst>
              <a:ext uri="{FF2B5EF4-FFF2-40B4-BE49-F238E27FC236}">
                <a16:creationId xmlns:a16="http://schemas.microsoft.com/office/drawing/2014/main" id="{687D23B1-A2E4-47D2-9145-B941FAC926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90871" y="2730479"/>
            <a:ext cx="4902086" cy="1442094"/>
          </a:xfrm>
        </p:spPr>
        <p:txBody>
          <a:bodyPr anchor="t">
            <a:normAutofit/>
          </a:bodyPr>
          <a:lstStyle>
            <a:lvl1pPr>
              <a:defRPr sz="4300" b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s-ES" err="1"/>
              <a:t>Opienscre</a:t>
            </a:r>
            <a:r>
              <a:rPr lang="es-ES"/>
              <a:t> in </a:t>
            </a:r>
            <a:r>
              <a:rPr lang="es-ES" err="1"/>
              <a:t>restiam</a:t>
            </a:r>
            <a:r>
              <a:rPr lang="es-ES"/>
              <a:t> </a:t>
            </a:r>
            <a:r>
              <a:rPr lang="es-ES" err="1"/>
              <a:t>publis</a:t>
            </a:r>
            <a:r>
              <a:rPr lang="es-ES"/>
              <a:t> </a:t>
            </a:r>
            <a:r>
              <a:rPr lang="es-ES" err="1"/>
              <a:t>hor</a:t>
            </a:r>
            <a:endParaRPr lang="es-ES"/>
          </a:p>
        </p:txBody>
      </p:sp>
      <p:sp>
        <p:nvSpPr>
          <p:cNvPr id="15" name="Marcador de texto 6">
            <a:extLst>
              <a:ext uri="{FF2B5EF4-FFF2-40B4-BE49-F238E27FC236}">
                <a16:creationId xmlns:a16="http://schemas.microsoft.com/office/drawing/2014/main" id="{0C1055D0-D668-4CEA-98EF-3D27C3A7A83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690871" y="4237320"/>
            <a:ext cx="4902086" cy="696630"/>
          </a:xfrm>
        </p:spPr>
        <p:txBody>
          <a:bodyPr>
            <a:noAutofit/>
          </a:bodyPr>
          <a:lstStyle>
            <a:lvl1pPr marL="0" indent="0">
              <a:lnSpc>
                <a:spcPts val="2600"/>
              </a:lnSpc>
              <a:spcBef>
                <a:spcPts val="0"/>
              </a:spcBef>
              <a:buNone/>
              <a:defRPr sz="2600">
                <a:solidFill>
                  <a:schemeClr val="bg1"/>
                </a:solidFill>
              </a:defRPr>
            </a:lvl1pPr>
            <a:lvl2pPr marL="271463" indent="0">
              <a:buNone/>
              <a:defRPr/>
            </a:lvl2pPr>
          </a:lstStyle>
          <a:p>
            <a:pPr lvl="0"/>
            <a:r>
              <a:rPr lang="es-ES" err="1"/>
              <a:t>Restiam</a:t>
            </a:r>
            <a:r>
              <a:rPr lang="es-ES"/>
              <a:t> </a:t>
            </a:r>
            <a:r>
              <a:rPr lang="es-ES" err="1"/>
              <a:t>publis</a:t>
            </a:r>
            <a:r>
              <a:rPr lang="es-ES"/>
              <a:t> </a:t>
            </a:r>
            <a:r>
              <a:rPr lang="es-ES" err="1"/>
              <a:t>hore</a:t>
            </a:r>
            <a:r>
              <a:rPr lang="es-ES"/>
              <a:t> </a:t>
            </a:r>
            <a:r>
              <a:rPr lang="es-ES" err="1"/>
              <a:t>estiam</a:t>
            </a:r>
            <a:endParaRPr lang="es-ES"/>
          </a:p>
          <a:p>
            <a:pPr lvl="0"/>
            <a:r>
              <a:rPr lang="es-ES" err="1"/>
              <a:t>Publis</a:t>
            </a:r>
            <a:r>
              <a:rPr lang="es-ES"/>
              <a:t> </a:t>
            </a:r>
            <a:r>
              <a:rPr lang="es-ES" err="1"/>
              <a:t>hore</a:t>
            </a:r>
            <a:r>
              <a:rPr lang="es-ES"/>
              <a:t> </a:t>
            </a:r>
            <a:r>
              <a:rPr lang="es-ES" err="1"/>
              <a:t>hore</a:t>
            </a:r>
            <a:endParaRPr lang="es-ES"/>
          </a:p>
        </p:txBody>
      </p:sp>
      <p:sp>
        <p:nvSpPr>
          <p:cNvPr id="16" name="Marcador de texto 6">
            <a:extLst>
              <a:ext uri="{FF2B5EF4-FFF2-40B4-BE49-F238E27FC236}">
                <a16:creationId xmlns:a16="http://schemas.microsoft.com/office/drawing/2014/main" id="{520D1EEB-61C8-4F89-A922-A3F95BE81C1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90871" y="4979647"/>
            <a:ext cx="4902086" cy="696630"/>
          </a:xfrm>
        </p:spPr>
        <p:txBody>
          <a:bodyPr>
            <a:noAutofit/>
          </a:bodyPr>
          <a:lstStyle>
            <a:lvl1pPr marL="0" indent="0">
              <a:lnSpc>
                <a:spcPts val="2600"/>
              </a:lnSpc>
              <a:spcBef>
                <a:spcPts val="0"/>
              </a:spcBef>
              <a:buNone/>
              <a:defRPr sz="2600" b="1">
                <a:solidFill>
                  <a:schemeClr val="bg1"/>
                </a:solidFill>
              </a:defRPr>
            </a:lvl1pPr>
            <a:lvl2pPr marL="271463" indent="0">
              <a:buNone/>
              <a:defRPr/>
            </a:lvl2pPr>
          </a:lstStyle>
          <a:p>
            <a:pPr lvl="0"/>
            <a:r>
              <a:rPr lang="es-ES"/>
              <a:t>09 de febrero de 2021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F04B9E36-C6C2-4B31-AACB-24F008FF04FE}"/>
              </a:ext>
            </a:extLst>
          </p:cNvPr>
          <p:cNvSpPr txBox="1"/>
          <p:nvPr userDrawn="1"/>
        </p:nvSpPr>
        <p:spPr>
          <a:xfrm>
            <a:off x="6689024" y="5867012"/>
            <a:ext cx="180049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200" b="1">
                <a:solidFill>
                  <a:schemeClr val="bg1"/>
                </a:solidFill>
              </a:rPr>
              <a:t>Ve más allá</a:t>
            </a:r>
          </a:p>
        </p:txBody>
      </p:sp>
      <p:pic>
        <p:nvPicPr>
          <p:cNvPr id="10" name="Gráfico 9">
            <a:extLst>
              <a:ext uri="{FF2B5EF4-FFF2-40B4-BE49-F238E27FC236}">
                <a16:creationId xmlns:a16="http://schemas.microsoft.com/office/drawing/2014/main" id="{2002B7AF-0789-4D75-B8F0-4A6854252C9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18038" y="908844"/>
            <a:ext cx="2908056" cy="80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603138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03 blanco"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A14E8383-EBBB-43A5-8288-826364F072D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0"/>
            <a:ext cx="14630397" cy="8229599"/>
          </a:xfrm>
          <a:prstGeom prst="rect">
            <a:avLst/>
          </a:prstGeom>
        </p:spPr>
      </p:pic>
      <p:sp>
        <p:nvSpPr>
          <p:cNvPr id="13" name="Título 12">
            <a:extLst>
              <a:ext uri="{FF2B5EF4-FFF2-40B4-BE49-F238E27FC236}">
                <a16:creationId xmlns:a16="http://schemas.microsoft.com/office/drawing/2014/main" id="{7690501E-9AAE-4516-A86F-E2ADA33783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32014" y="2730479"/>
            <a:ext cx="4902086" cy="927121"/>
          </a:xfrm>
        </p:spPr>
        <p:txBody>
          <a:bodyPr anchor="t">
            <a:normAutofit/>
          </a:bodyPr>
          <a:lstStyle>
            <a:lvl1pPr>
              <a:defRPr sz="6000" b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s-ES" err="1"/>
              <a:t>Lorem</a:t>
            </a:r>
            <a:r>
              <a:rPr lang="es-ES"/>
              <a:t> </a:t>
            </a:r>
            <a:r>
              <a:rPr lang="es-ES" err="1"/>
              <a:t>Ipsum</a:t>
            </a:r>
            <a:endParaRPr lang="es-ES"/>
          </a:p>
        </p:txBody>
      </p:sp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4C564307-29AC-4D36-A5E8-3582581DC09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32014" y="3629590"/>
            <a:ext cx="4902086" cy="696630"/>
          </a:xfrm>
        </p:spPr>
        <p:txBody>
          <a:bodyPr>
            <a:noAutofit/>
          </a:bodyPr>
          <a:lstStyle>
            <a:lvl1pPr marL="0" indent="0">
              <a:lnSpc>
                <a:spcPts val="2600"/>
              </a:lnSpc>
              <a:spcBef>
                <a:spcPts val="0"/>
              </a:spcBef>
              <a:buNone/>
              <a:defRPr sz="2600">
                <a:solidFill>
                  <a:schemeClr val="bg1"/>
                </a:solidFill>
              </a:defRPr>
            </a:lvl1pPr>
            <a:lvl2pPr marL="271463" indent="0">
              <a:buNone/>
              <a:defRPr/>
            </a:lvl2pPr>
          </a:lstStyle>
          <a:p>
            <a:pPr lvl="0"/>
            <a:r>
              <a:rPr lang="es-ES" err="1"/>
              <a:t>Lorem</a:t>
            </a:r>
            <a:r>
              <a:rPr lang="es-ES"/>
              <a:t> </a:t>
            </a:r>
            <a:r>
              <a:rPr lang="es-ES" err="1"/>
              <a:t>ipsumUdae</a:t>
            </a:r>
            <a:r>
              <a:rPr lang="es-ES"/>
              <a:t> </a:t>
            </a:r>
            <a:r>
              <a:rPr lang="es-ES" err="1"/>
              <a:t>voluptatur</a:t>
            </a:r>
            <a:r>
              <a:rPr lang="es-ES"/>
              <a:t>? Pitas </a:t>
            </a:r>
            <a:r>
              <a:rPr lang="es-ES" err="1"/>
              <a:t>dolorem</a:t>
            </a:r>
            <a:endParaRPr lang="es-ES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2BD999AF-4FA8-4A34-BC9D-244C3E9A73D6}"/>
              </a:ext>
            </a:extLst>
          </p:cNvPr>
          <p:cNvSpPr txBox="1"/>
          <p:nvPr userDrawn="1"/>
        </p:nvSpPr>
        <p:spPr>
          <a:xfrm>
            <a:off x="2711316" y="6662208"/>
            <a:ext cx="180049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200" b="1">
                <a:solidFill>
                  <a:srgbClr val="1E1E1E"/>
                </a:solidFill>
              </a:rPr>
              <a:t>Ve más allá</a:t>
            </a:r>
          </a:p>
        </p:txBody>
      </p:sp>
      <p:sp>
        <p:nvSpPr>
          <p:cNvPr id="12" name="Marcador de texto 6">
            <a:extLst>
              <a:ext uri="{FF2B5EF4-FFF2-40B4-BE49-F238E27FC236}">
                <a16:creationId xmlns:a16="http://schemas.microsoft.com/office/drawing/2014/main" id="{604FA656-0B6E-4A60-99B0-9022B34BDB5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44957" y="5152734"/>
            <a:ext cx="3048000" cy="416701"/>
          </a:xfrm>
        </p:spPr>
        <p:txBody>
          <a:bodyPr>
            <a:noAutofit/>
          </a:bodyPr>
          <a:lstStyle>
            <a:lvl1pPr marL="0" indent="0">
              <a:lnSpc>
                <a:spcPts val="2600"/>
              </a:lnSpc>
              <a:spcBef>
                <a:spcPts val="0"/>
              </a:spcBef>
              <a:buNone/>
              <a:defRPr sz="2200" b="1">
                <a:solidFill>
                  <a:schemeClr val="bg1"/>
                </a:solidFill>
              </a:defRPr>
            </a:lvl1pPr>
            <a:lvl2pPr marL="271463" indent="0">
              <a:buNone/>
              <a:defRPr/>
            </a:lvl2pPr>
          </a:lstStyle>
          <a:p>
            <a:pPr lvl="0"/>
            <a:r>
              <a:rPr lang="es-ES" err="1"/>
              <a:t>Lorem</a:t>
            </a:r>
            <a:r>
              <a:rPr lang="es-ES"/>
              <a:t> </a:t>
            </a:r>
            <a:r>
              <a:rPr lang="es-ES" err="1"/>
              <a:t>Ipsum</a:t>
            </a:r>
            <a:endParaRPr lang="es-ES"/>
          </a:p>
        </p:txBody>
      </p:sp>
      <p:sp>
        <p:nvSpPr>
          <p:cNvPr id="15" name="Marcador de texto 6">
            <a:extLst>
              <a:ext uri="{FF2B5EF4-FFF2-40B4-BE49-F238E27FC236}">
                <a16:creationId xmlns:a16="http://schemas.microsoft.com/office/drawing/2014/main" id="{3991318B-056F-4F2D-9698-07C899C1460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44957" y="5783254"/>
            <a:ext cx="3048000" cy="416701"/>
          </a:xfrm>
        </p:spPr>
        <p:txBody>
          <a:bodyPr>
            <a:noAutofit/>
          </a:bodyPr>
          <a:lstStyle>
            <a:lvl1pPr marL="0" indent="0">
              <a:lnSpc>
                <a:spcPts val="2600"/>
              </a:lnSpc>
              <a:spcBef>
                <a:spcPts val="0"/>
              </a:spcBef>
              <a:buNone/>
              <a:defRPr sz="1450" b="1">
                <a:solidFill>
                  <a:schemeClr val="bg1"/>
                </a:solidFill>
              </a:defRPr>
            </a:lvl1pPr>
            <a:lvl2pPr marL="271463" indent="0">
              <a:buNone/>
              <a:defRPr/>
            </a:lvl2pPr>
          </a:lstStyle>
          <a:p>
            <a:pPr lvl="0"/>
            <a:r>
              <a:rPr lang="es-ES"/>
              <a:t>Universidadeuropea.com</a:t>
            </a:r>
          </a:p>
        </p:txBody>
      </p:sp>
      <p:sp>
        <p:nvSpPr>
          <p:cNvPr id="16" name="Marcador de texto 6">
            <a:extLst>
              <a:ext uri="{FF2B5EF4-FFF2-40B4-BE49-F238E27FC236}">
                <a16:creationId xmlns:a16="http://schemas.microsoft.com/office/drawing/2014/main" id="{EB186090-37AA-4F50-967D-3BDBD7F875A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44957" y="5392438"/>
            <a:ext cx="3048000" cy="416701"/>
          </a:xfrm>
        </p:spPr>
        <p:txBody>
          <a:bodyPr>
            <a:noAutofit/>
          </a:bodyPr>
          <a:lstStyle>
            <a:lvl1pPr marL="0" indent="0">
              <a:lnSpc>
                <a:spcPts val="2600"/>
              </a:lnSpc>
              <a:spcBef>
                <a:spcPts val="0"/>
              </a:spcBef>
              <a:buNone/>
              <a:defRPr sz="1500" b="0">
                <a:solidFill>
                  <a:schemeClr val="bg1"/>
                </a:solidFill>
              </a:defRPr>
            </a:lvl1pPr>
            <a:lvl2pPr marL="271463" indent="0">
              <a:buNone/>
              <a:defRPr/>
            </a:lvl2pPr>
          </a:lstStyle>
          <a:p>
            <a:pPr lvl="0"/>
            <a:r>
              <a:rPr lang="es-ES"/>
              <a:t>Loremipsum@info.com</a:t>
            </a:r>
          </a:p>
        </p:txBody>
      </p:sp>
      <p:pic>
        <p:nvPicPr>
          <p:cNvPr id="17" name="Gráfico 16">
            <a:extLst>
              <a:ext uri="{FF2B5EF4-FFF2-40B4-BE49-F238E27FC236}">
                <a16:creationId xmlns:a16="http://schemas.microsoft.com/office/drawing/2014/main" id="{CF431FBC-869A-42BD-8876-A0B0DA4D2D2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8038" y="908844"/>
            <a:ext cx="2910840" cy="80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563063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03 rojo"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A14E8383-EBBB-43A5-8288-826364F072D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0"/>
            <a:ext cx="14630397" cy="8229598"/>
          </a:xfrm>
          <a:prstGeom prst="rect">
            <a:avLst/>
          </a:prstGeom>
        </p:spPr>
      </p:pic>
      <p:sp>
        <p:nvSpPr>
          <p:cNvPr id="13" name="Título 12">
            <a:extLst>
              <a:ext uri="{FF2B5EF4-FFF2-40B4-BE49-F238E27FC236}">
                <a16:creationId xmlns:a16="http://schemas.microsoft.com/office/drawing/2014/main" id="{7690501E-9AAE-4516-A86F-E2ADA33783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32014" y="2730479"/>
            <a:ext cx="4902086" cy="927121"/>
          </a:xfrm>
        </p:spPr>
        <p:txBody>
          <a:bodyPr anchor="t">
            <a:normAutofit/>
          </a:bodyPr>
          <a:lstStyle>
            <a:lvl1pPr>
              <a:defRPr sz="6000" b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s-ES" err="1"/>
              <a:t>Lorem</a:t>
            </a:r>
            <a:r>
              <a:rPr lang="es-ES"/>
              <a:t> </a:t>
            </a:r>
            <a:r>
              <a:rPr lang="es-ES" err="1"/>
              <a:t>Ipsum</a:t>
            </a:r>
            <a:endParaRPr lang="es-ES"/>
          </a:p>
        </p:txBody>
      </p:sp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4C564307-29AC-4D36-A5E8-3582581DC09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32014" y="3629590"/>
            <a:ext cx="4902086" cy="696630"/>
          </a:xfrm>
        </p:spPr>
        <p:txBody>
          <a:bodyPr>
            <a:noAutofit/>
          </a:bodyPr>
          <a:lstStyle>
            <a:lvl1pPr marL="0" indent="0">
              <a:lnSpc>
                <a:spcPts val="2600"/>
              </a:lnSpc>
              <a:spcBef>
                <a:spcPts val="0"/>
              </a:spcBef>
              <a:buNone/>
              <a:defRPr sz="2600">
                <a:solidFill>
                  <a:schemeClr val="bg1"/>
                </a:solidFill>
              </a:defRPr>
            </a:lvl1pPr>
            <a:lvl2pPr marL="271463" indent="0">
              <a:buNone/>
              <a:defRPr/>
            </a:lvl2pPr>
          </a:lstStyle>
          <a:p>
            <a:pPr lvl="0"/>
            <a:r>
              <a:rPr lang="es-ES" err="1"/>
              <a:t>Lorem</a:t>
            </a:r>
            <a:r>
              <a:rPr lang="es-ES"/>
              <a:t> </a:t>
            </a:r>
            <a:r>
              <a:rPr lang="es-ES" err="1"/>
              <a:t>ipsumUdae</a:t>
            </a:r>
            <a:r>
              <a:rPr lang="es-ES"/>
              <a:t> </a:t>
            </a:r>
            <a:r>
              <a:rPr lang="es-ES" err="1"/>
              <a:t>voluptatur</a:t>
            </a:r>
            <a:r>
              <a:rPr lang="es-ES"/>
              <a:t>? Pitas </a:t>
            </a:r>
            <a:r>
              <a:rPr lang="es-ES" err="1"/>
              <a:t>dolorem</a:t>
            </a:r>
            <a:endParaRPr lang="es-ES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2BD999AF-4FA8-4A34-BC9D-244C3E9A73D6}"/>
              </a:ext>
            </a:extLst>
          </p:cNvPr>
          <p:cNvSpPr txBox="1"/>
          <p:nvPr userDrawn="1"/>
        </p:nvSpPr>
        <p:spPr>
          <a:xfrm>
            <a:off x="2711316" y="6662208"/>
            <a:ext cx="180049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200" b="1">
                <a:solidFill>
                  <a:srgbClr val="1E1E1E"/>
                </a:solidFill>
              </a:rPr>
              <a:t>Ve más allá</a:t>
            </a:r>
          </a:p>
        </p:txBody>
      </p:sp>
      <p:sp>
        <p:nvSpPr>
          <p:cNvPr id="12" name="Marcador de texto 6">
            <a:extLst>
              <a:ext uri="{FF2B5EF4-FFF2-40B4-BE49-F238E27FC236}">
                <a16:creationId xmlns:a16="http://schemas.microsoft.com/office/drawing/2014/main" id="{604FA656-0B6E-4A60-99B0-9022B34BDB5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44957" y="5152734"/>
            <a:ext cx="3048000" cy="416701"/>
          </a:xfrm>
        </p:spPr>
        <p:txBody>
          <a:bodyPr>
            <a:noAutofit/>
          </a:bodyPr>
          <a:lstStyle>
            <a:lvl1pPr marL="0" indent="0">
              <a:lnSpc>
                <a:spcPts val="2600"/>
              </a:lnSpc>
              <a:spcBef>
                <a:spcPts val="0"/>
              </a:spcBef>
              <a:buNone/>
              <a:defRPr sz="2200" b="1">
                <a:solidFill>
                  <a:schemeClr val="bg1"/>
                </a:solidFill>
              </a:defRPr>
            </a:lvl1pPr>
            <a:lvl2pPr marL="271463" indent="0">
              <a:buNone/>
              <a:defRPr/>
            </a:lvl2pPr>
          </a:lstStyle>
          <a:p>
            <a:pPr lvl="0"/>
            <a:r>
              <a:rPr lang="es-ES" err="1"/>
              <a:t>Lorem</a:t>
            </a:r>
            <a:r>
              <a:rPr lang="es-ES"/>
              <a:t> </a:t>
            </a:r>
            <a:r>
              <a:rPr lang="es-ES" err="1"/>
              <a:t>Ipsum</a:t>
            </a:r>
            <a:endParaRPr lang="es-ES"/>
          </a:p>
        </p:txBody>
      </p:sp>
      <p:sp>
        <p:nvSpPr>
          <p:cNvPr id="15" name="Marcador de texto 6">
            <a:extLst>
              <a:ext uri="{FF2B5EF4-FFF2-40B4-BE49-F238E27FC236}">
                <a16:creationId xmlns:a16="http://schemas.microsoft.com/office/drawing/2014/main" id="{3991318B-056F-4F2D-9698-07C899C1460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44957" y="5783254"/>
            <a:ext cx="3048000" cy="416701"/>
          </a:xfrm>
        </p:spPr>
        <p:txBody>
          <a:bodyPr>
            <a:noAutofit/>
          </a:bodyPr>
          <a:lstStyle>
            <a:lvl1pPr marL="0" indent="0">
              <a:lnSpc>
                <a:spcPts val="2600"/>
              </a:lnSpc>
              <a:spcBef>
                <a:spcPts val="0"/>
              </a:spcBef>
              <a:buNone/>
              <a:defRPr sz="1450" b="1">
                <a:solidFill>
                  <a:schemeClr val="bg1"/>
                </a:solidFill>
              </a:defRPr>
            </a:lvl1pPr>
            <a:lvl2pPr marL="271463" indent="0">
              <a:buNone/>
              <a:defRPr/>
            </a:lvl2pPr>
          </a:lstStyle>
          <a:p>
            <a:pPr lvl="0"/>
            <a:r>
              <a:rPr lang="es-ES"/>
              <a:t>Universidadeuropea.com</a:t>
            </a:r>
          </a:p>
        </p:txBody>
      </p:sp>
      <p:sp>
        <p:nvSpPr>
          <p:cNvPr id="16" name="Marcador de texto 6">
            <a:extLst>
              <a:ext uri="{FF2B5EF4-FFF2-40B4-BE49-F238E27FC236}">
                <a16:creationId xmlns:a16="http://schemas.microsoft.com/office/drawing/2014/main" id="{EB186090-37AA-4F50-967D-3BDBD7F875A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44957" y="5392438"/>
            <a:ext cx="3048000" cy="416701"/>
          </a:xfrm>
        </p:spPr>
        <p:txBody>
          <a:bodyPr>
            <a:noAutofit/>
          </a:bodyPr>
          <a:lstStyle>
            <a:lvl1pPr marL="0" indent="0">
              <a:lnSpc>
                <a:spcPts val="2600"/>
              </a:lnSpc>
              <a:spcBef>
                <a:spcPts val="0"/>
              </a:spcBef>
              <a:buNone/>
              <a:defRPr sz="1500" b="0">
                <a:solidFill>
                  <a:schemeClr val="bg1"/>
                </a:solidFill>
              </a:defRPr>
            </a:lvl1pPr>
            <a:lvl2pPr marL="271463" indent="0">
              <a:buNone/>
              <a:defRPr/>
            </a:lvl2pPr>
          </a:lstStyle>
          <a:p>
            <a:pPr lvl="0"/>
            <a:r>
              <a:rPr lang="es-ES"/>
              <a:t>Loremipsum@info.com</a:t>
            </a:r>
          </a:p>
        </p:txBody>
      </p:sp>
      <p:pic>
        <p:nvPicPr>
          <p:cNvPr id="17" name="Gráfico 16">
            <a:extLst>
              <a:ext uri="{FF2B5EF4-FFF2-40B4-BE49-F238E27FC236}">
                <a16:creationId xmlns:a16="http://schemas.microsoft.com/office/drawing/2014/main" id="{D71C7A76-B3FC-4D82-9E7A-2B97594E11D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8038" y="908844"/>
            <a:ext cx="2908056" cy="80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726033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04 blanco"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áfico 5">
            <a:extLst>
              <a:ext uri="{FF2B5EF4-FFF2-40B4-BE49-F238E27FC236}">
                <a16:creationId xmlns:a16="http://schemas.microsoft.com/office/drawing/2014/main" id="{480EAAD8-7A6F-435E-A8EC-6782A258B51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13" name="Título 12">
            <a:extLst>
              <a:ext uri="{FF2B5EF4-FFF2-40B4-BE49-F238E27FC236}">
                <a16:creationId xmlns:a16="http://schemas.microsoft.com/office/drawing/2014/main" id="{7690501E-9AAE-4516-A86F-E2ADA33783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60128" y="2730479"/>
            <a:ext cx="4902086" cy="927121"/>
          </a:xfrm>
        </p:spPr>
        <p:txBody>
          <a:bodyPr anchor="t">
            <a:normAutofit/>
          </a:bodyPr>
          <a:lstStyle>
            <a:lvl1pPr>
              <a:defRPr sz="6000" b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s-ES" err="1"/>
              <a:t>Lorem</a:t>
            </a:r>
            <a:r>
              <a:rPr lang="es-ES"/>
              <a:t> </a:t>
            </a:r>
            <a:r>
              <a:rPr lang="es-ES" err="1"/>
              <a:t>Ipsum</a:t>
            </a:r>
            <a:endParaRPr lang="es-ES"/>
          </a:p>
        </p:txBody>
      </p:sp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4C564307-29AC-4D36-A5E8-3582581DC09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460128" y="3629590"/>
            <a:ext cx="4902086" cy="696630"/>
          </a:xfrm>
        </p:spPr>
        <p:txBody>
          <a:bodyPr>
            <a:noAutofit/>
          </a:bodyPr>
          <a:lstStyle>
            <a:lvl1pPr marL="0" indent="0">
              <a:lnSpc>
                <a:spcPts val="2600"/>
              </a:lnSpc>
              <a:spcBef>
                <a:spcPts val="0"/>
              </a:spcBef>
              <a:buNone/>
              <a:defRPr sz="2600">
                <a:solidFill>
                  <a:schemeClr val="bg1"/>
                </a:solidFill>
              </a:defRPr>
            </a:lvl1pPr>
            <a:lvl2pPr marL="271463" indent="0">
              <a:buNone/>
              <a:defRPr/>
            </a:lvl2pPr>
          </a:lstStyle>
          <a:p>
            <a:pPr lvl="0"/>
            <a:r>
              <a:rPr lang="es-ES" err="1"/>
              <a:t>Lorem</a:t>
            </a:r>
            <a:r>
              <a:rPr lang="es-ES"/>
              <a:t> </a:t>
            </a:r>
            <a:r>
              <a:rPr lang="es-ES" err="1"/>
              <a:t>ipsumUdae</a:t>
            </a:r>
            <a:r>
              <a:rPr lang="es-ES"/>
              <a:t> </a:t>
            </a:r>
            <a:r>
              <a:rPr lang="es-ES" err="1"/>
              <a:t>voluptatur</a:t>
            </a:r>
            <a:r>
              <a:rPr lang="es-ES"/>
              <a:t>? Pitas </a:t>
            </a:r>
            <a:r>
              <a:rPr lang="es-ES" err="1"/>
              <a:t>dolorem</a:t>
            </a:r>
            <a:endParaRPr lang="es-ES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2BD999AF-4FA8-4A34-BC9D-244C3E9A73D6}"/>
              </a:ext>
            </a:extLst>
          </p:cNvPr>
          <p:cNvSpPr txBox="1"/>
          <p:nvPr userDrawn="1"/>
        </p:nvSpPr>
        <p:spPr>
          <a:xfrm>
            <a:off x="9081650" y="6662208"/>
            <a:ext cx="180049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200" b="1">
                <a:solidFill>
                  <a:srgbClr val="1E1E1E"/>
                </a:solidFill>
              </a:rPr>
              <a:t>Ve más allá</a:t>
            </a:r>
          </a:p>
        </p:txBody>
      </p:sp>
      <p:sp>
        <p:nvSpPr>
          <p:cNvPr id="12" name="Marcador de texto 6">
            <a:extLst>
              <a:ext uri="{FF2B5EF4-FFF2-40B4-BE49-F238E27FC236}">
                <a16:creationId xmlns:a16="http://schemas.microsoft.com/office/drawing/2014/main" id="{604FA656-0B6E-4A60-99B0-9022B34BDB5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907100" y="5152734"/>
            <a:ext cx="3048000" cy="416701"/>
          </a:xfrm>
        </p:spPr>
        <p:txBody>
          <a:bodyPr>
            <a:noAutofit/>
          </a:bodyPr>
          <a:lstStyle>
            <a:lvl1pPr marL="0" indent="0">
              <a:lnSpc>
                <a:spcPts val="2600"/>
              </a:lnSpc>
              <a:spcBef>
                <a:spcPts val="0"/>
              </a:spcBef>
              <a:buNone/>
              <a:defRPr sz="2200" b="1">
                <a:solidFill>
                  <a:schemeClr val="bg1"/>
                </a:solidFill>
              </a:defRPr>
            </a:lvl1pPr>
            <a:lvl2pPr marL="271463" indent="0">
              <a:buNone/>
              <a:defRPr/>
            </a:lvl2pPr>
          </a:lstStyle>
          <a:p>
            <a:pPr lvl="0"/>
            <a:r>
              <a:rPr lang="es-ES" err="1"/>
              <a:t>Lorem</a:t>
            </a:r>
            <a:r>
              <a:rPr lang="es-ES"/>
              <a:t> </a:t>
            </a:r>
            <a:r>
              <a:rPr lang="es-ES" err="1"/>
              <a:t>Ipsum</a:t>
            </a:r>
            <a:endParaRPr lang="es-ES"/>
          </a:p>
        </p:txBody>
      </p:sp>
      <p:sp>
        <p:nvSpPr>
          <p:cNvPr id="15" name="Marcador de texto 6">
            <a:extLst>
              <a:ext uri="{FF2B5EF4-FFF2-40B4-BE49-F238E27FC236}">
                <a16:creationId xmlns:a16="http://schemas.microsoft.com/office/drawing/2014/main" id="{3991318B-056F-4F2D-9698-07C899C1460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07100" y="5783254"/>
            <a:ext cx="3048000" cy="416701"/>
          </a:xfrm>
        </p:spPr>
        <p:txBody>
          <a:bodyPr>
            <a:noAutofit/>
          </a:bodyPr>
          <a:lstStyle>
            <a:lvl1pPr marL="0" indent="0">
              <a:lnSpc>
                <a:spcPts val="2600"/>
              </a:lnSpc>
              <a:spcBef>
                <a:spcPts val="0"/>
              </a:spcBef>
              <a:buNone/>
              <a:defRPr sz="1450" b="1">
                <a:solidFill>
                  <a:schemeClr val="bg1"/>
                </a:solidFill>
              </a:defRPr>
            </a:lvl1pPr>
            <a:lvl2pPr marL="271463" indent="0">
              <a:buNone/>
              <a:defRPr/>
            </a:lvl2pPr>
          </a:lstStyle>
          <a:p>
            <a:pPr lvl="0"/>
            <a:r>
              <a:rPr lang="es-ES"/>
              <a:t>Universidadeuropea.com</a:t>
            </a:r>
          </a:p>
        </p:txBody>
      </p:sp>
      <p:sp>
        <p:nvSpPr>
          <p:cNvPr id="16" name="Marcador de texto 6">
            <a:extLst>
              <a:ext uri="{FF2B5EF4-FFF2-40B4-BE49-F238E27FC236}">
                <a16:creationId xmlns:a16="http://schemas.microsoft.com/office/drawing/2014/main" id="{EB186090-37AA-4F50-967D-3BDBD7F875A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07100" y="5392438"/>
            <a:ext cx="3048000" cy="416701"/>
          </a:xfrm>
        </p:spPr>
        <p:txBody>
          <a:bodyPr>
            <a:noAutofit/>
          </a:bodyPr>
          <a:lstStyle>
            <a:lvl1pPr marL="0" indent="0">
              <a:lnSpc>
                <a:spcPts val="2600"/>
              </a:lnSpc>
              <a:spcBef>
                <a:spcPts val="0"/>
              </a:spcBef>
              <a:buNone/>
              <a:defRPr sz="1500" b="0">
                <a:solidFill>
                  <a:schemeClr val="bg1"/>
                </a:solidFill>
              </a:defRPr>
            </a:lvl1pPr>
            <a:lvl2pPr marL="271463" indent="0">
              <a:buNone/>
              <a:defRPr/>
            </a:lvl2pPr>
          </a:lstStyle>
          <a:p>
            <a:pPr lvl="0"/>
            <a:r>
              <a:rPr lang="es-ES"/>
              <a:t>Loremipsum@info.com</a:t>
            </a: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7D477561-B3ED-45D0-B1A9-8965EAF07DA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18038" y="908844"/>
            <a:ext cx="2910840" cy="80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41662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04 rojo"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07A6838A-54ED-4793-920B-D51FFB65AF7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13" name="Título 12">
            <a:extLst>
              <a:ext uri="{FF2B5EF4-FFF2-40B4-BE49-F238E27FC236}">
                <a16:creationId xmlns:a16="http://schemas.microsoft.com/office/drawing/2014/main" id="{7690501E-9AAE-4516-A86F-E2ADA33783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60128" y="2730479"/>
            <a:ext cx="4902086" cy="927121"/>
          </a:xfrm>
        </p:spPr>
        <p:txBody>
          <a:bodyPr anchor="t">
            <a:normAutofit/>
          </a:bodyPr>
          <a:lstStyle>
            <a:lvl1pPr>
              <a:defRPr sz="6000" b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s-ES" err="1"/>
              <a:t>Lorem</a:t>
            </a:r>
            <a:r>
              <a:rPr lang="es-ES"/>
              <a:t> </a:t>
            </a:r>
            <a:r>
              <a:rPr lang="es-ES" err="1"/>
              <a:t>Ipsum</a:t>
            </a:r>
            <a:endParaRPr lang="es-ES"/>
          </a:p>
        </p:txBody>
      </p:sp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4C564307-29AC-4D36-A5E8-3582581DC09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460128" y="3629590"/>
            <a:ext cx="4902086" cy="696630"/>
          </a:xfrm>
        </p:spPr>
        <p:txBody>
          <a:bodyPr>
            <a:noAutofit/>
          </a:bodyPr>
          <a:lstStyle>
            <a:lvl1pPr marL="0" indent="0">
              <a:lnSpc>
                <a:spcPts val="2600"/>
              </a:lnSpc>
              <a:spcBef>
                <a:spcPts val="0"/>
              </a:spcBef>
              <a:buNone/>
              <a:defRPr sz="2600">
                <a:solidFill>
                  <a:schemeClr val="bg1"/>
                </a:solidFill>
              </a:defRPr>
            </a:lvl1pPr>
            <a:lvl2pPr marL="271463" indent="0">
              <a:buNone/>
              <a:defRPr/>
            </a:lvl2pPr>
          </a:lstStyle>
          <a:p>
            <a:pPr lvl="0"/>
            <a:r>
              <a:rPr lang="es-ES" err="1"/>
              <a:t>Lorem</a:t>
            </a:r>
            <a:r>
              <a:rPr lang="es-ES"/>
              <a:t> </a:t>
            </a:r>
            <a:r>
              <a:rPr lang="es-ES" err="1"/>
              <a:t>ipsumUdae</a:t>
            </a:r>
            <a:r>
              <a:rPr lang="es-ES"/>
              <a:t> </a:t>
            </a:r>
            <a:r>
              <a:rPr lang="es-ES" err="1"/>
              <a:t>voluptatur</a:t>
            </a:r>
            <a:r>
              <a:rPr lang="es-ES"/>
              <a:t>? Pitas </a:t>
            </a:r>
            <a:r>
              <a:rPr lang="es-ES" err="1"/>
              <a:t>dolorem</a:t>
            </a:r>
            <a:endParaRPr lang="es-ES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2BD999AF-4FA8-4A34-BC9D-244C3E9A73D6}"/>
              </a:ext>
            </a:extLst>
          </p:cNvPr>
          <p:cNvSpPr txBox="1"/>
          <p:nvPr userDrawn="1"/>
        </p:nvSpPr>
        <p:spPr>
          <a:xfrm>
            <a:off x="9081650" y="6662208"/>
            <a:ext cx="180049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200" b="1">
                <a:solidFill>
                  <a:srgbClr val="1E1E1E"/>
                </a:solidFill>
              </a:rPr>
              <a:t>Ve más allá</a:t>
            </a:r>
          </a:p>
        </p:txBody>
      </p:sp>
      <p:sp>
        <p:nvSpPr>
          <p:cNvPr id="12" name="Marcador de texto 6">
            <a:extLst>
              <a:ext uri="{FF2B5EF4-FFF2-40B4-BE49-F238E27FC236}">
                <a16:creationId xmlns:a16="http://schemas.microsoft.com/office/drawing/2014/main" id="{604FA656-0B6E-4A60-99B0-9022B34BDB5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907100" y="5152734"/>
            <a:ext cx="3048000" cy="416701"/>
          </a:xfrm>
        </p:spPr>
        <p:txBody>
          <a:bodyPr>
            <a:noAutofit/>
          </a:bodyPr>
          <a:lstStyle>
            <a:lvl1pPr marL="0" indent="0">
              <a:lnSpc>
                <a:spcPts val="2600"/>
              </a:lnSpc>
              <a:spcBef>
                <a:spcPts val="0"/>
              </a:spcBef>
              <a:buNone/>
              <a:defRPr sz="2200" b="1">
                <a:solidFill>
                  <a:schemeClr val="bg1"/>
                </a:solidFill>
              </a:defRPr>
            </a:lvl1pPr>
            <a:lvl2pPr marL="271463" indent="0">
              <a:buNone/>
              <a:defRPr/>
            </a:lvl2pPr>
          </a:lstStyle>
          <a:p>
            <a:pPr lvl="0"/>
            <a:r>
              <a:rPr lang="es-ES" err="1"/>
              <a:t>Lorem</a:t>
            </a:r>
            <a:r>
              <a:rPr lang="es-ES"/>
              <a:t> </a:t>
            </a:r>
            <a:r>
              <a:rPr lang="es-ES" err="1"/>
              <a:t>Ipsum</a:t>
            </a:r>
            <a:endParaRPr lang="es-ES"/>
          </a:p>
        </p:txBody>
      </p:sp>
      <p:sp>
        <p:nvSpPr>
          <p:cNvPr id="15" name="Marcador de texto 6">
            <a:extLst>
              <a:ext uri="{FF2B5EF4-FFF2-40B4-BE49-F238E27FC236}">
                <a16:creationId xmlns:a16="http://schemas.microsoft.com/office/drawing/2014/main" id="{3991318B-056F-4F2D-9698-07C899C1460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07100" y="5783254"/>
            <a:ext cx="3048000" cy="416701"/>
          </a:xfrm>
        </p:spPr>
        <p:txBody>
          <a:bodyPr>
            <a:noAutofit/>
          </a:bodyPr>
          <a:lstStyle>
            <a:lvl1pPr marL="0" indent="0">
              <a:lnSpc>
                <a:spcPts val="2600"/>
              </a:lnSpc>
              <a:spcBef>
                <a:spcPts val="0"/>
              </a:spcBef>
              <a:buNone/>
              <a:defRPr sz="1450" b="1">
                <a:solidFill>
                  <a:schemeClr val="bg1"/>
                </a:solidFill>
              </a:defRPr>
            </a:lvl1pPr>
            <a:lvl2pPr marL="271463" indent="0">
              <a:buNone/>
              <a:defRPr/>
            </a:lvl2pPr>
          </a:lstStyle>
          <a:p>
            <a:pPr lvl="0"/>
            <a:r>
              <a:rPr lang="es-ES"/>
              <a:t>Universidadeuropea.com</a:t>
            </a:r>
          </a:p>
        </p:txBody>
      </p:sp>
      <p:sp>
        <p:nvSpPr>
          <p:cNvPr id="16" name="Marcador de texto 6">
            <a:extLst>
              <a:ext uri="{FF2B5EF4-FFF2-40B4-BE49-F238E27FC236}">
                <a16:creationId xmlns:a16="http://schemas.microsoft.com/office/drawing/2014/main" id="{EB186090-37AA-4F50-967D-3BDBD7F875A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07100" y="5392438"/>
            <a:ext cx="3048000" cy="416701"/>
          </a:xfrm>
        </p:spPr>
        <p:txBody>
          <a:bodyPr>
            <a:noAutofit/>
          </a:bodyPr>
          <a:lstStyle>
            <a:lvl1pPr marL="0" indent="0">
              <a:lnSpc>
                <a:spcPts val="2600"/>
              </a:lnSpc>
              <a:spcBef>
                <a:spcPts val="0"/>
              </a:spcBef>
              <a:buNone/>
              <a:defRPr sz="1500" b="0">
                <a:solidFill>
                  <a:schemeClr val="bg1"/>
                </a:solidFill>
              </a:defRPr>
            </a:lvl1pPr>
            <a:lvl2pPr marL="271463" indent="0">
              <a:buNone/>
              <a:defRPr/>
            </a:lvl2pPr>
          </a:lstStyle>
          <a:p>
            <a:pPr lvl="0"/>
            <a:r>
              <a:rPr lang="es-ES"/>
              <a:t>Loremipsum@info.com</a:t>
            </a:r>
          </a:p>
        </p:txBody>
      </p:sp>
      <p:pic>
        <p:nvPicPr>
          <p:cNvPr id="17" name="Gráfico 16">
            <a:extLst>
              <a:ext uri="{FF2B5EF4-FFF2-40B4-BE49-F238E27FC236}">
                <a16:creationId xmlns:a16="http://schemas.microsoft.com/office/drawing/2014/main" id="{B7025F53-D008-456B-8B64-2AF0FCED69C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18038" y="908844"/>
            <a:ext cx="2908056" cy="80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678012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Postgrado 01 rojo"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A7C86FC7-5A1A-4090-9272-7DF1802A6DF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4630399" cy="8229599"/>
          </a:xfrm>
          <a:prstGeom prst="rect">
            <a:avLst/>
          </a:prstGeom>
        </p:spPr>
      </p:pic>
      <p:sp>
        <p:nvSpPr>
          <p:cNvPr id="13" name="Título 12">
            <a:extLst>
              <a:ext uri="{FF2B5EF4-FFF2-40B4-BE49-F238E27FC236}">
                <a16:creationId xmlns:a16="http://schemas.microsoft.com/office/drawing/2014/main" id="{7690501E-9AAE-4516-A86F-E2ADA33783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66679" y="1251634"/>
            <a:ext cx="4902086" cy="927121"/>
          </a:xfrm>
        </p:spPr>
        <p:txBody>
          <a:bodyPr anchor="t">
            <a:normAutofit/>
          </a:bodyPr>
          <a:lstStyle>
            <a:lvl1pPr>
              <a:defRPr sz="6000" b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s-ES" err="1"/>
              <a:t>Lorem</a:t>
            </a:r>
            <a:r>
              <a:rPr lang="es-ES"/>
              <a:t> </a:t>
            </a:r>
            <a:r>
              <a:rPr lang="es-ES" err="1"/>
              <a:t>Ipsum</a:t>
            </a:r>
            <a:endParaRPr lang="es-ES"/>
          </a:p>
        </p:txBody>
      </p:sp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4C564307-29AC-4D36-A5E8-3582581DC09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666679" y="2150745"/>
            <a:ext cx="4902086" cy="696630"/>
          </a:xfrm>
        </p:spPr>
        <p:txBody>
          <a:bodyPr>
            <a:noAutofit/>
          </a:bodyPr>
          <a:lstStyle>
            <a:lvl1pPr marL="0" indent="0">
              <a:lnSpc>
                <a:spcPts val="2600"/>
              </a:lnSpc>
              <a:spcBef>
                <a:spcPts val="0"/>
              </a:spcBef>
              <a:buNone/>
              <a:defRPr sz="2600">
                <a:solidFill>
                  <a:schemeClr val="bg1"/>
                </a:solidFill>
              </a:defRPr>
            </a:lvl1pPr>
            <a:lvl2pPr marL="271463" indent="0">
              <a:buNone/>
              <a:defRPr/>
            </a:lvl2pPr>
          </a:lstStyle>
          <a:p>
            <a:pPr lvl="0"/>
            <a:r>
              <a:rPr lang="es-ES" err="1"/>
              <a:t>Lorem</a:t>
            </a:r>
            <a:r>
              <a:rPr lang="es-ES"/>
              <a:t> </a:t>
            </a:r>
            <a:r>
              <a:rPr lang="es-ES" err="1"/>
              <a:t>ipsumUdae</a:t>
            </a:r>
            <a:r>
              <a:rPr lang="es-ES"/>
              <a:t> </a:t>
            </a:r>
            <a:r>
              <a:rPr lang="es-ES" err="1"/>
              <a:t>voluptatur</a:t>
            </a:r>
            <a:r>
              <a:rPr lang="es-ES"/>
              <a:t>? Pitas </a:t>
            </a:r>
            <a:r>
              <a:rPr lang="es-ES" err="1"/>
              <a:t>dolorem</a:t>
            </a:r>
            <a:endParaRPr lang="es-ES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2BD999AF-4FA8-4A34-BC9D-244C3E9A73D6}"/>
              </a:ext>
            </a:extLst>
          </p:cNvPr>
          <p:cNvSpPr txBox="1"/>
          <p:nvPr userDrawn="1"/>
        </p:nvSpPr>
        <p:spPr>
          <a:xfrm>
            <a:off x="9089538" y="5891847"/>
            <a:ext cx="180049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200" b="1">
                <a:solidFill>
                  <a:srgbClr val="1E1E1E"/>
                </a:solidFill>
              </a:rPr>
              <a:t>Ve más allá</a:t>
            </a:r>
          </a:p>
        </p:txBody>
      </p:sp>
      <p:sp>
        <p:nvSpPr>
          <p:cNvPr id="12" name="Marcador de texto 6">
            <a:extLst>
              <a:ext uri="{FF2B5EF4-FFF2-40B4-BE49-F238E27FC236}">
                <a16:creationId xmlns:a16="http://schemas.microsoft.com/office/drawing/2014/main" id="{604FA656-0B6E-4A60-99B0-9022B34BDB5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777679" y="4301138"/>
            <a:ext cx="3048000" cy="416701"/>
          </a:xfrm>
        </p:spPr>
        <p:txBody>
          <a:bodyPr>
            <a:noAutofit/>
          </a:bodyPr>
          <a:lstStyle>
            <a:lvl1pPr marL="0" indent="0">
              <a:lnSpc>
                <a:spcPts val="2600"/>
              </a:lnSpc>
              <a:spcBef>
                <a:spcPts val="0"/>
              </a:spcBef>
              <a:buNone/>
              <a:defRPr sz="2200" b="1">
                <a:solidFill>
                  <a:schemeClr val="bg1"/>
                </a:solidFill>
              </a:defRPr>
            </a:lvl1pPr>
            <a:lvl2pPr marL="271463" indent="0">
              <a:buNone/>
              <a:defRPr/>
            </a:lvl2pPr>
          </a:lstStyle>
          <a:p>
            <a:pPr lvl="0"/>
            <a:r>
              <a:rPr lang="es-ES" err="1"/>
              <a:t>Lorem</a:t>
            </a:r>
            <a:r>
              <a:rPr lang="es-ES"/>
              <a:t> </a:t>
            </a:r>
            <a:r>
              <a:rPr lang="es-ES" err="1"/>
              <a:t>Ipsum</a:t>
            </a:r>
            <a:endParaRPr lang="es-ES"/>
          </a:p>
        </p:txBody>
      </p:sp>
      <p:sp>
        <p:nvSpPr>
          <p:cNvPr id="15" name="Marcador de texto 6">
            <a:extLst>
              <a:ext uri="{FF2B5EF4-FFF2-40B4-BE49-F238E27FC236}">
                <a16:creationId xmlns:a16="http://schemas.microsoft.com/office/drawing/2014/main" id="{3991318B-056F-4F2D-9698-07C899C1460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777679" y="4931658"/>
            <a:ext cx="3048000" cy="416701"/>
          </a:xfrm>
        </p:spPr>
        <p:txBody>
          <a:bodyPr>
            <a:noAutofit/>
          </a:bodyPr>
          <a:lstStyle>
            <a:lvl1pPr marL="0" indent="0">
              <a:lnSpc>
                <a:spcPts val="2600"/>
              </a:lnSpc>
              <a:spcBef>
                <a:spcPts val="0"/>
              </a:spcBef>
              <a:buNone/>
              <a:defRPr sz="1450" b="1">
                <a:solidFill>
                  <a:schemeClr val="bg1"/>
                </a:solidFill>
              </a:defRPr>
            </a:lvl1pPr>
            <a:lvl2pPr marL="271463" indent="0">
              <a:buNone/>
              <a:defRPr/>
            </a:lvl2pPr>
          </a:lstStyle>
          <a:p>
            <a:pPr lvl="0"/>
            <a:r>
              <a:rPr lang="es-ES"/>
              <a:t>Universidadeuropea.com</a:t>
            </a:r>
          </a:p>
        </p:txBody>
      </p:sp>
      <p:sp>
        <p:nvSpPr>
          <p:cNvPr id="16" name="Marcador de texto 6">
            <a:extLst>
              <a:ext uri="{FF2B5EF4-FFF2-40B4-BE49-F238E27FC236}">
                <a16:creationId xmlns:a16="http://schemas.microsoft.com/office/drawing/2014/main" id="{EB186090-37AA-4F50-967D-3BDBD7F875A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77679" y="4540842"/>
            <a:ext cx="3048000" cy="416701"/>
          </a:xfrm>
        </p:spPr>
        <p:txBody>
          <a:bodyPr>
            <a:noAutofit/>
          </a:bodyPr>
          <a:lstStyle>
            <a:lvl1pPr marL="0" indent="0">
              <a:lnSpc>
                <a:spcPts val="2600"/>
              </a:lnSpc>
              <a:spcBef>
                <a:spcPts val="0"/>
              </a:spcBef>
              <a:buNone/>
              <a:defRPr sz="1500" b="0">
                <a:solidFill>
                  <a:schemeClr val="bg1"/>
                </a:solidFill>
              </a:defRPr>
            </a:lvl1pPr>
            <a:lvl2pPr marL="271463" indent="0">
              <a:buNone/>
              <a:defRPr/>
            </a:lvl2pPr>
          </a:lstStyle>
          <a:p>
            <a:pPr lvl="0"/>
            <a:r>
              <a:rPr lang="es-ES"/>
              <a:t>Loremipsum@info.com</a:t>
            </a:r>
          </a:p>
        </p:txBody>
      </p:sp>
      <p:pic>
        <p:nvPicPr>
          <p:cNvPr id="18" name="Gráfico 17">
            <a:extLst>
              <a:ext uri="{FF2B5EF4-FFF2-40B4-BE49-F238E27FC236}">
                <a16:creationId xmlns:a16="http://schemas.microsoft.com/office/drawing/2014/main" id="{C5C40D8B-4E89-4E84-A91A-99610A7D38F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8038" y="908844"/>
            <a:ext cx="2908056" cy="80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847405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Postgrado 01 blanco"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áfico 14">
            <a:extLst>
              <a:ext uri="{FF2B5EF4-FFF2-40B4-BE49-F238E27FC236}">
                <a16:creationId xmlns:a16="http://schemas.microsoft.com/office/drawing/2014/main" id="{FDF6CC3E-2001-470F-B923-CF9DC1D22FF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8038" y="908844"/>
            <a:ext cx="2910840" cy="800100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A7C86FC7-5A1A-4090-9272-7DF1802A6DF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-11995"/>
            <a:ext cx="14630397" cy="8229599"/>
          </a:xfrm>
          <a:prstGeom prst="rect">
            <a:avLst/>
          </a:prstGeom>
        </p:spPr>
      </p:pic>
      <p:sp>
        <p:nvSpPr>
          <p:cNvPr id="13" name="Título 12">
            <a:extLst>
              <a:ext uri="{FF2B5EF4-FFF2-40B4-BE49-F238E27FC236}">
                <a16:creationId xmlns:a16="http://schemas.microsoft.com/office/drawing/2014/main" id="{7690501E-9AAE-4516-A86F-E2ADA33783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66679" y="1251634"/>
            <a:ext cx="4902086" cy="927121"/>
          </a:xfrm>
        </p:spPr>
        <p:txBody>
          <a:bodyPr anchor="t">
            <a:normAutofit/>
          </a:bodyPr>
          <a:lstStyle>
            <a:lvl1pPr>
              <a:defRPr sz="6000" b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s-ES" err="1"/>
              <a:t>Lorem</a:t>
            </a:r>
            <a:r>
              <a:rPr lang="es-ES"/>
              <a:t> </a:t>
            </a:r>
            <a:r>
              <a:rPr lang="es-ES" err="1"/>
              <a:t>Ipsum</a:t>
            </a:r>
            <a:endParaRPr lang="es-ES"/>
          </a:p>
        </p:txBody>
      </p:sp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4C564307-29AC-4D36-A5E8-3582581DC09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666679" y="2150745"/>
            <a:ext cx="4902086" cy="696630"/>
          </a:xfrm>
        </p:spPr>
        <p:txBody>
          <a:bodyPr>
            <a:noAutofit/>
          </a:bodyPr>
          <a:lstStyle>
            <a:lvl1pPr marL="0" indent="0">
              <a:lnSpc>
                <a:spcPts val="2600"/>
              </a:lnSpc>
              <a:spcBef>
                <a:spcPts val="0"/>
              </a:spcBef>
              <a:buNone/>
              <a:defRPr sz="2600">
                <a:solidFill>
                  <a:schemeClr val="bg1"/>
                </a:solidFill>
              </a:defRPr>
            </a:lvl1pPr>
            <a:lvl2pPr marL="271463" indent="0">
              <a:buNone/>
              <a:defRPr/>
            </a:lvl2pPr>
          </a:lstStyle>
          <a:p>
            <a:pPr lvl="0"/>
            <a:r>
              <a:rPr lang="es-ES" err="1"/>
              <a:t>Lorem</a:t>
            </a:r>
            <a:r>
              <a:rPr lang="es-ES"/>
              <a:t> </a:t>
            </a:r>
            <a:r>
              <a:rPr lang="es-ES" err="1"/>
              <a:t>ipsumUdae</a:t>
            </a:r>
            <a:r>
              <a:rPr lang="es-ES"/>
              <a:t> </a:t>
            </a:r>
            <a:r>
              <a:rPr lang="es-ES" err="1"/>
              <a:t>voluptatur</a:t>
            </a:r>
            <a:r>
              <a:rPr lang="es-ES"/>
              <a:t>? Pitas </a:t>
            </a:r>
            <a:r>
              <a:rPr lang="es-ES" err="1"/>
              <a:t>dolorem</a:t>
            </a:r>
            <a:endParaRPr lang="es-ES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2BD999AF-4FA8-4A34-BC9D-244C3E9A73D6}"/>
              </a:ext>
            </a:extLst>
          </p:cNvPr>
          <p:cNvSpPr txBox="1"/>
          <p:nvPr userDrawn="1"/>
        </p:nvSpPr>
        <p:spPr>
          <a:xfrm>
            <a:off x="9089538" y="5891847"/>
            <a:ext cx="180049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200" b="1">
                <a:solidFill>
                  <a:srgbClr val="1E1E1E"/>
                </a:solidFill>
              </a:rPr>
              <a:t>Ve más allá</a:t>
            </a:r>
          </a:p>
        </p:txBody>
      </p:sp>
      <p:sp>
        <p:nvSpPr>
          <p:cNvPr id="10" name="Marcador de texto 6">
            <a:extLst>
              <a:ext uri="{FF2B5EF4-FFF2-40B4-BE49-F238E27FC236}">
                <a16:creationId xmlns:a16="http://schemas.microsoft.com/office/drawing/2014/main" id="{1D7EC42F-D5BA-42B2-93A1-4025C46665B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777679" y="4301138"/>
            <a:ext cx="3048000" cy="416701"/>
          </a:xfrm>
        </p:spPr>
        <p:txBody>
          <a:bodyPr>
            <a:noAutofit/>
          </a:bodyPr>
          <a:lstStyle>
            <a:lvl1pPr marL="0" indent="0">
              <a:lnSpc>
                <a:spcPts val="2600"/>
              </a:lnSpc>
              <a:spcBef>
                <a:spcPts val="0"/>
              </a:spcBef>
              <a:buNone/>
              <a:defRPr sz="2200" b="1">
                <a:solidFill>
                  <a:schemeClr val="bg1"/>
                </a:solidFill>
              </a:defRPr>
            </a:lvl1pPr>
            <a:lvl2pPr marL="271463" indent="0">
              <a:buNone/>
              <a:defRPr/>
            </a:lvl2pPr>
          </a:lstStyle>
          <a:p>
            <a:pPr lvl="0"/>
            <a:r>
              <a:rPr lang="es-ES" err="1"/>
              <a:t>Lorem</a:t>
            </a:r>
            <a:r>
              <a:rPr lang="es-ES"/>
              <a:t> </a:t>
            </a:r>
            <a:r>
              <a:rPr lang="es-ES" err="1"/>
              <a:t>Ipsum</a:t>
            </a:r>
            <a:endParaRPr lang="es-ES"/>
          </a:p>
        </p:txBody>
      </p:sp>
      <p:sp>
        <p:nvSpPr>
          <p:cNvPr id="17" name="Marcador de texto 6">
            <a:extLst>
              <a:ext uri="{FF2B5EF4-FFF2-40B4-BE49-F238E27FC236}">
                <a16:creationId xmlns:a16="http://schemas.microsoft.com/office/drawing/2014/main" id="{37327B23-2573-4A9B-9DAE-80306377F0E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777679" y="4931658"/>
            <a:ext cx="3048000" cy="416701"/>
          </a:xfrm>
        </p:spPr>
        <p:txBody>
          <a:bodyPr>
            <a:noAutofit/>
          </a:bodyPr>
          <a:lstStyle>
            <a:lvl1pPr marL="0" indent="0">
              <a:lnSpc>
                <a:spcPts val="2600"/>
              </a:lnSpc>
              <a:spcBef>
                <a:spcPts val="0"/>
              </a:spcBef>
              <a:buNone/>
              <a:defRPr sz="1450" b="1">
                <a:solidFill>
                  <a:schemeClr val="bg1"/>
                </a:solidFill>
              </a:defRPr>
            </a:lvl1pPr>
            <a:lvl2pPr marL="271463" indent="0">
              <a:buNone/>
              <a:defRPr/>
            </a:lvl2pPr>
          </a:lstStyle>
          <a:p>
            <a:pPr lvl="0"/>
            <a:r>
              <a:rPr lang="es-ES"/>
              <a:t>Universidadeuropea.com</a:t>
            </a:r>
          </a:p>
        </p:txBody>
      </p:sp>
      <p:sp>
        <p:nvSpPr>
          <p:cNvPr id="18" name="Marcador de texto 6">
            <a:extLst>
              <a:ext uri="{FF2B5EF4-FFF2-40B4-BE49-F238E27FC236}">
                <a16:creationId xmlns:a16="http://schemas.microsoft.com/office/drawing/2014/main" id="{555CB57D-40B9-47B3-9D19-DBE91B8BE3B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77679" y="4540842"/>
            <a:ext cx="3048000" cy="416701"/>
          </a:xfrm>
        </p:spPr>
        <p:txBody>
          <a:bodyPr>
            <a:noAutofit/>
          </a:bodyPr>
          <a:lstStyle>
            <a:lvl1pPr marL="0" indent="0">
              <a:lnSpc>
                <a:spcPts val="2600"/>
              </a:lnSpc>
              <a:spcBef>
                <a:spcPts val="0"/>
              </a:spcBef>
              <a:buNone/>
              <a:defRPr sz="1500" b="0">
                <a:solidFill>
                  <a:schemeClr val="bg1"/>
                </a:solidFill>
              </a:defRPr>
            </a:lvl1pPr>
            <a:lvl2pPr marL="271463" indent="0">
              <a:buNone/>
              <a:defRPr/>
            </a:lvl2pPr>
          </a:lstStyle>
          <a:p>
            <a:pPr lvl="0"/>
            <a:r>
              <a:rPr lang="es-ES"/>
              <a:t>Loremipsum@info.com</a:t>
            </a:r>
          </a:p>
        </p:txBody>
      </p:sp>
    </p:spTree>
    <p:extLst>
      <p:ext uri="{BB962C8B-B14F-4D97-AF65-F5344CB8AC3E}">
        <p14:creationId xmlns:p14="http://schemas.microsoft.com/office/powerpoint/2010/main" val="176290271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Postgrado 02_rojo"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C3720937-C11B-4355-8352-F40F0B3DB1E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4630399" cy="8229599"/>
          </a:xfrm>
          <a:prstGeom prst="rect">
            <a:avLst/>
          </a:prstGeom>
        </p:spPr>
      </p:pic>
      <p:sp>
        <p:nvSpPr>
          <p:cNvPr id="13" name="Título 12">
            <a:extLst>
              <a:ext uri="{FF2B5EF4-FFF2-40B4-BE49-F238E27FC236}">
                <a16:creationId xmlns:a16="http://schemas.microsoft.com/office/drawing/2014/main" id="{7690501E-9AAE-4516-A86F-E2ADA33783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66679" y="1251634"/>
            <a:ext cx="4902086" cy="927121"/>
          </a:xfrm>
        </p:spPr>
        <p:txBody>
          <a:bodyPr anchor="t">
            <a:normAutofit/>
          </a:bodyPr>
          <a:lstStyle>
            <a:lvl1pPr>
              <a:defRPr sz="6000" b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s-ES" err="1"/>
              <a:t>Lorem</a:t>
            </a:r>
            <a:r>
              <a:rPr lang="es-ES"/>
              <a:t> </a:t>
            </a:r>
            <a:r>
              <a:rPr lang="es-ES" err="1"/>
              <a:t>Ipsum</a:t>
            </a:r>
            <a:endParaRPr lang="es-ES"/>
          </a:p>
        </p:txBody>
      </p:sp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4C564307-29AC-4D36-A5E8-3582581DC09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666679" y="2150745"/>
            <a:ext cx="4902086" cy="696630"/>
          </a:xfrm>
        </p:spPr>
        <p:txBody>
          <a:bodyPr>
            <a:noAutofit/>
          </a:bodyPr>
          <a:lstStyle>
            <a:lvl1pPr marL="0" indent="0">
              <a:lnSpc>
                <a:spcPts val="2600"/>
              </a:lnSpc>
              <a:spcBef>
                <a:spcPts val="0"/>
              </a:spcBef>
              <a:buNone/>
              <a:defRPr sz="2600">
                <a:solidFill>
                  <a:schemeClr val="bg1"/>
                </a:solidFill>
              </a:defRPr>
            </a:lvl1pPr>
            <a:lvl2pPr marL="271463" indent="0">
              <a:buNone/>
              <a:defRPr/>
            </a:lvl2pPr>
          </a:lstStyle>
          <a:p>
            <a:pPr lvl="0"/>
            <a:r>
              <a:rPr lang="es-ES" err="1"/>
              <a:t>Lorem</a:t>
            </a:r>
            <a:r>
              <a:rPr lang="es-ES"/>
              <a:t> </a:t>
            </a:r>
            <a:r>
              <a:rPr lang="es-ES" err="1"/>
              <a:t>ipsumUdae</a:t>
            </a:r>
            <a:r>
              <a:rPr lang="es-ES"/>
              <a:t> </a:t>
            </a:r>
            <a:r>
              <a:rPr lang="es-ES" err="1"/>
              <a:t>voluptatur</a:t>
            </a:r>
            <a:r>
              <a:rPr lang="es-ES"/>
              <a:t>? Pitas </a:t>
            </a:r>
            <a:r>
              <a:rPr lang="es-ES" err="1"/>
              <a:t>dolorem</a:t>
            </a:r>
            <a:endParaRPr lang="es-ES"/>
          </a:p>
        </p:txBody>
      </p:sp>
      <p:sp>
        <p:nvSpPr>
          <p:cNvPr id="12" name="Marcador de texto 6">
            <a:extLst>
              <a:ext uri="{FF2B5EF4-FFF2-40B4-BE49-F238E27FC236}">
                <a16:creationId xmlns:a16="http://schemas.microsoft.com/office/drawing/2014/main" id="{604FA656-0B6E-4A60-99B0-9022B34BDB5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780854" y="4301138"/>
            <a:ext cx="3048000" cy="416701"/>
          </a:xfrm>
        </p:spPr>
        <p:txBody>
          <a:bodyPr>
            <a:noAutofit/>
          </a:bodyPr>
          <a:lstStyle>
            <a:lvl1pPr marL="0" indent="0">
              <a:lnSpc>
                <a:spcPts val="2600"/>
              </a:lnSpc>
              <a:spcBef>
                <a:spcPts val="0"/>
              </a:spcBef>
              <a:buNone/>
              <a:defRPr sz="2200" b="1">
                <a:solidFill>
                  <a:schemeClr val="bg1"/>
                </a:solidFill>
              </a:defRPr>
            </a:lvl1pPr>
            <a:lvl2pPr marL="271463" indent="0">
              <a:buNone/>
              <a:defRPr/>
            </a:lvl2pPr>
          </a:lstStyle>
          <a:p>
            <a:pPr lvl="0"/>
            <a:r>
              <a:rPr lang="es-ES" err="1"/>
              <a:t>Lorem</a:t>
            </a:r>
            <a:r>
              <a:rPr lang="es-ES"/>
              <a:t> </a:t>
            </a:r>
            <a:r>
              <a:rPr lang="es-ES" err="1"/>
              <a:t>Ipsum</a:t>
            </a:r>
            <a:endParaRPr lang="es-ES"/>
          </a:p>
        </p:txBody>
      </p:sp>
      <p:sp>
        <p:nvSpPr>
          <p:cNvPr id="15" name="Marcador de texto 6">
            <a:extLst>
              <a:ext uri="{FF2B5EF4-FFF2-40B4-BE49-F238E27FC236}">
                <a16:creationId xmlns:a16="http://schemas.microsoft.com/office/drawing/2014/main" id="{3991318B-056F-4F2D-9698-07C899C1460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780854" y="4931658"/>
            <a:ext cx="3048000" cy="416701"/>
          </a:xfrm>
        </p:spPr>
        <p:txBody>
          <a:bodyPr>
            <a:noAutofit/>
          </a:bodyPr>
          <a:lstStyle>
            <a:lvl1pPr marL="0" indent="0">
              <a:lnSpc>
                <a:spcPts val="2600"/>
              </a:lnSpc>
              <a:spcBef>
                <a:spcPts val="0"/>
              </a:spcBef>
              <a:buNone/>
              <a:defRPr sz="1450" b="1">
                <a:solidFill>
                  <a:schemeClr val="bg1"/>
                </a:solidFill>
              </a:defRPr>
            </a:lvl1pPr>
            <a:lvl2pPr marL="271463" indent="0">
              <a:buNone/>
              <a:defRPr/>
            </a:lvl2pPr>
          </a:lstStyle>
          <a:p>
            <a:pPr lvl="0"/>
            <a:r>
              <a:rPr lang="es-ES"/>
              <a:t>Universidadeuropea.com</a:t>
            </a:r>
          </a:p>
        </p:txBody>
      </p:sp>
      <p:sp>
        <p:nvSpPr>
          <p:cNvPr id="16" name="Marcador de texto 6">
            <a:extLst>
              <a:ext uri="{FF2B5EF4-FFF2-40B4-BE49-F238E27FC236}">
                <a16:creationId xmlns:a16="http://schemas.microsoft.com/office/drawing/2014/main" id="{EB186090-37AA-4F50-967D-3BDBD7F875A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80854" y="4540842"/>
            <a:ext cx="3048000" cy="416701"/>
          </a:xfrm>
        </p:spPr>
        <p:txBody>
          <a:bodyPr>
            <a:noAutofit/>
          </a:bodyPr>
          <a:lstStyle>
            <a:lvl1pPr marL="0" indent="0">
              <a:lnSpc>
                <a:spcPts val="2600"/>
              </a:lnSpc>
              <a:spcBef>
                <a:spcPts val="0"/>
              </a:spcBef>
              <a:buNone/>
              <a:defRPr sz="1500" b="0">
                <a:solidFill>
                  <a:schemeClr val="bg1"/>
                </a:solidFill>
              </a:defRPr>
            </a:lvl1pPr>
            <a:lvl2pPr marL="271463" indent="0">
              <a:buNone/>
              <a:defRPr/>
            </a:lvl2pPr>
          </a:lstStyle>
          <a:p>
            <a:pPr lvl="0"/>
            <a:r>
              <a:rPr lang="es-ES"/>
              <a:t>Loremipsum@info.com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110EE0B2-CBE1-4867-8036-431D8B048DA9}"/>
              </a:ext>
            </a:extLst>
          </p:cNvPr>
          <p:cNvSpPr txBox="1"/>
          <p:nvPr userDrawn="1"/>
        </p:nvSpPr>
        <p:spPr>
          <a:xfrm>
            <a:off x="10692101" y="6706077"/>
            <a:ext cx="180049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200" b="1">
                <a:solidFill>
                  <a:srgbClr val="1E1E1E"/>
                </a:solidFill>
              </a:rPr>
              <a:t>Ve más allá</a:t>
            </a:r>
          </a:p>
        </p:txBody>
      </p:sp>
      <p:pic>
        <p:nvPicPr>
          <p:cNvPr id="14" name="Gráfico 13">
            <a:extLst>
              <a:ext uri="{FF2B5EF4-FFF2-40B4-BE49-F238E27FC236}">
                <a16:creationId xmlns:a16="http://schemas.microsoft.com/office/drawing/2014/main" id="{85240EFF-F9FA-4BD4-B5F5-57D533E60BB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8038" y="908844"/>
            <a:ext cx="2908056" cy="80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432412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Postgrado 02 blanco"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áfico 11">
            <a:extLst>
              <a:ext uri="{FF2B5EF4-FFF2-40B4-BE49-F238E27FC236}">
                <a16:creationId xmlns:a16="http://schemas.microsoft.com/office/drawing/2014/main" id="{CF03BCA2-3200-43B6-9331-514527A1E4E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8038" y="908844"/>
            <a:ext cx="2910840" cy="800100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C3720937-C11B-4355-8352-F40F0B3DB1E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0"/>
            <a:ext cx="14630397" cy="8229599"/>
          </a:xfrm>
          <a:prstGeom prst="rect">
            <a:avLst/>
          </a:prstGeom>
        </p:spPr>
      </p:pic>
      <p:sp>
        <p:nvSpPr>
          <p:cNvPr id="13" name="Título 12">
            <a:extLst>
              <a:ext uri="{FF2B5EF4-FFF2-40B4-BE49-F238E27FC236}">
                <a16:creationId xmlns:a16="http://schemas.microsoft.com/office/drawing/2014/main" id="{7690501E-9AAE-4516-A86F-E2ADA33783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66679" y="1251634"/>
            <a:ext cx="4902086" cy="927121"/>
          </a:xfrm>
        </p:spPr>
        <p:txBody>
          <a:bodyPr anchor="t">
            <a:normAutofit/>
          </a:bodyPr>
          <a:lstStyle>
            <a:lvl1pPr>
              <a:defRPr sz="6000" b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s-ES" err="1"/>
              <a:t>Lorem</a:t>
            </a:r>
            <a:r>
              <a:rPr lang="es-ES"/>
              <a:t> </a:t>
            </a:r>
            <a:r>
              <a:rPr lang="es-ES" err="1"/>
              <a:t>Ipsum</a:t>
            </a:r>
            <a:endParaRPr lang="es-ES"/>
          </a:p>
        </p:txBody>
      </p:sp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4C564307-29AC-4D36-A5E8-3582581DC09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666679" y="2150745"/>
            <a:ext cx="4902086" cy="696630"/>
          </a:xfrm>
        </p:spPr>
        <p:txBody>
          <a:bodyPr>
            <a:noAutofit/>
          </a:bodyPr>
          <a:lstStyle>
            <a:lvl1pPr marL="0" indent="0">
              <a:lnSpc>
                <a:spcPts val="2600"/>
              </a:lnSpc>
              <a:spcBef>
                <a:spcPts val="0"/>
              </a:spcBef>
              <a:buNone/>
              <a:defRPr sz="2600">
                <a:solidFill>
                  <a:schemeClr val="bg1"/>
                </a:solidFill>
              </a:defRPr>
            </a:lvl1pPr>
            <a:lvl2pPr marL="271463" indent="0">
              <a:buNone/>
              <a:defRPr/>
            </a:lvl2pPr>
          </a:lstStyle>
          <a:p>
            <a:pPr lvl="0"/>
            <a:r>
              <a:rPr lang="es-ES" err="1"/>
              <a:t>Lorem</a:t>
            </a:r>
            <a:r>
              <a:rPr lang="es-ES"/>
              <a:t> </a:t>
            </a:r>
            <a:r>
              <a:rPr lang="es-ES" err="1"/>
              <a:t>ipsumUdae</a:t>
            </a:r>
            <a:r>
              <a:rPr lang="es-ES"/>
              <a:t> </a:t>
            </a:r>
            <a:r>
              <a:rPr lang="es-ES" err="1"/>
              <a:t>voluptatur</a:t>
            </a:r>
            <a:r>
              <a:rPr lang="es-ES"/>
              <a:t>? Pitas </a:t>
            </a:r>
            <a:r>
              <a:rPr lang="es-ES" err="1"/>
              <a:t>dolorem</a:t>
            </a:r>
            <a:endParaRPr lang="es-ES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110EE0B2-CBE1-4867-8036-431D8B048DA9}"/>
              </a:ext>
            </a:extLst>
          </p:cNvPr>
          <p:cNvSpPr txBox="1"/>
          <p:nvPr userDrawn="1"/>
        </p:nvSpPr>
        <p:spPr>
          <a:xfrm>
            <a:off x="10692101" y="6706077"/>
            <a:ext cx="180049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200" b="1">
                <a:solidFill>
                  <a:srgbClr val="1E1E1E"/>
                </a:solidFill>
              </a:rPr>
              <a:t>Ve más allá</a:t>
            </a:r>
          </a:p>
        </p:txBody>
      </p:sp>
      <p:sp>
        <p:nvSpPr>
          <p:cNvPr id="18" name="Marcador de texto 6">
            <a:extLst>
              <a:ext uri="{FF2B5EF4-FFF2-40B4-BE49-F238E27FC236}">
                <a16:creationId xmlns:a16="http://schemas.microsoft.com/office/drawing/2014/main" id="{E9E87237-2393-4708-BB01-402743EEE83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780854" y="4301138"/>
            <a:ext cx="3048000" cy="416701"/>
          </a:xfrm>
        </p:spPr>
        <p:txBody>
          <a:bodyPr>
            <a:noAutofit/>
          </a:bodyPr>
          <a:lstStyle>
            <a:lvl1pPr marL="0" indent="0">
              <a:lnSpc>
                <a:spcPts val="2600"/>
              </a:lnSpc>
              <a:spcBef>
                <a:spcPts val="0"/>
              </a:spcBef>
              <a:buNone/>
              <a:defRPr sz="2200" b="1">
                <a:solidFill>
                  <a:schemeClr val="bg1"/>
                </a:solidFill>
              </a:defRPr>
            </a:lvl1pPr>
            <a:lvl2pPr marL="271463" indent="0">
              <a:buNone/>
              <a:defRPr/>
            </a:lvl2pPr>
          </a:lstStyle>
          <a:p>
            <a:pPr lvl="0"/>
            <a:r>
              <a:rPr lang="es-ES" err="1"/>
              <a:t>Lorem</a:t>
            </a:r>
            <a:r>
              <a:rPr lang="es-ES"/>
              <a:t> </a:t>
            </a:r>
            <a:r>
              <a:rPr lang="es-ES" err="1"/>
              <a:t>Ipsum</a:t>
            </a:r>
            <a:endParaRPr lang="es-ES"/>
          </a:p>
        </p:txBody>
      </p:sp>
      <p:sp>
        <p:nvSpPr>
          <p:cNvPr id="19" name="Marcador de texto 6">
            <a:extLst>
              <a:ext uri="{FF2B5EF4-FFF2-40B4-BE49-F238E27FC236}">
                <a16:creationId xmlns:a16="http://schemas.microsoft.com/office/drawing/2014/main" id="{097452DD-1D24-4B73-8871-9E287BD51F8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780854" y="4931658"/>
            <a:ext cx="3048000" cy="416701"/>
          </a:xfrm>
        </p:spPr>
        <p:txBody>
          <a:bodyPr>
            <a:noAutofit/>
          </a:bodyPr>
          <a:lstStyle>
            <a:lvl1pPr marL="0" indent="0">
              <a:lnSpc>
                <a:spcPts val="2600"/>
              </a:lnSpc>
              <a:spcBef>
                <a:spcPts val="0"/>
              </a:spcBef>
              <a:buNone/>
              <a:defRPr sz="1450" b="1">
                <a:solidFill>
                  <a:schemeClr val="bg1"/>
                </a:solidFill>
              </a:defRPr>
            </a:lvl1pPr>
            <a:lvl2pPr marL="271463" indent="0">
              <a:buNone/>
              <a:defRPr/>
            </a:lvl2pPr>
          </a:lstStyle>
          <a:p>
            <a:pPr lvl="0"/>
            <a:r>
              <a:rPr lang="es-ES"/>
              <a:t>Universidadeuropea.com</a:t>
            </a:r>
          </a:p>
        </p:txBody>
      </p:sp>
      <p:sp>
        <p:nvSpPr>
          <p:cNvPr id="20" name="Marcador de texto 6">
            <a:extLst>
              <a:ext uri="{FF2B5EF4-FFF2-40B4-BE49-F238E27FC236}">
                <a16:creationId xmlns:a16="http://schemas.microsoft.com/office/drawing/2014/main" id="{4205B8DF-49CC-416F-8134-594BDF042D5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80854" y="4540842"/>
            <a:ext cx="3048000" cy="416701"/>
          </a:xfrm>
        </p:spPr>
        <p:txBody>
          <a:bodyPr>
            <a:noAutofit/>
          </a:bodyPr>
          <a:lstStyle>
            <a:lvl1pPr marL="0" indent="0">
              <a:lnSpc>
                <a:spcPts val="2600"/>
              </a:lnSpc>
              <a:spcBef>
                <a:spcPts val="0"/>
              </a:spcBef>
              <a:buNone/>
              <a:defRPr sz="1500" b="0">
                <a:solidFill>
                  <a:schemeClr val="bg1"/>
                </a:solidFill>
              </a:defRPr>
            </a:lvl1pPr>
            <a:lvl2pPr marL="271463" indent="0">
              <a:buNone/>
              <a:defRPr/>
            </a:lvl2pPr>
          </a:lstStyle>
          <a:p>
            <a:pPr lvl="0"/>
            <a:r>
              <a:rPr lang="es-ES"/>
              <a:t>Loremipsum@info.com</a:t>
            </a:r>
          </a:p>
        </p:txBody>
      </p:sp>
    </p:spTree>
    <p:extLst>
      <p:ext uri="{BB962C8B-B14F-4D97-AF65-F5344CB8AC3E}">
        <p14:creationId xmlns:p14="http://schemas.microsoft.com/office/powerpoint/2010/main" val="24314304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Postgrado 03 rojo"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áfico 8">
            <a:extLst>
              <a:ext uri="{FF2B5EF4-FFF2-40B4-BE49-F238E27FC236}">
                <a16:creationId xmlns:a16="http://schemas.microsoft.com/office/drawing/2014/main" id="{358086F5-BD6F-4A53-B017-4BA2C380D80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13" name="Título 12">
            <a:extLst>
              <a:ext uri="{FF2B5EF4-FFF2-40B4-BE49-F238E27FC236}">
                <a16:creationId xmlns:a16="http://schemas.microsoft.com/office/drawing/2014/main" id="{7690501E-9AAE-4516-A86F-E2ADA33783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79093" y="2877701"/>
            <a:ext cx="4902086" cy="927121"/>
          </a:xfrm>
        </p:spPr>
        <p:txBody>
          <a:bodyPr anchor="t">
            <a:normAutofit/>
          </a:bodyPr>
          <a:lstStyle>
            <a:lvl1pPr>
              <a:defRPr sz="6000" b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s-ES" err="1"/>
              <a:t>Lorem</a:t>
            </a:r>
            <a:r>
              <a:rPr lang="es-ES"/>
              <a:t> </a:t>
            </a:r>
            <a:r>
              <a:rPr lang="es-ES" err="1"/>
              <a:t>Ipsum</a:t>
            </a:r>
            <a:endParaRPr lang="es-ES"/>
          </a:p>
        </p:txBody>
      </p:sp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4C564307-29AC-4D36-A5E8-3582581DC09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79093" y="3776812"/>
            <a:ext cx="4902086" cy="696630"/>
          </a:xfrm>
        </p:spPr>
        <p:txBody>
          <a:bodyPr>
            <a:noAutofit/>
          </a:bodyPr>
          <a:lstStyle>
            <a:lvl1pPr marL="0" indent="0">
              <a:lnSpc>
                <a:spcPts val="2600"/>
              </a:lnSpc>
              <a:spcBef>
                <a:spcPts val="0"/>
              </a:spcBef>
              <a:buNone/>
              <a:defRPr sz="2600">
                <a:solidFill>
                  <a:schemeClr val="bg1"/>
                </a:solidFill>
              </a:defRPr>
            </a:lvl1pPr>
            <a:lvl2pPr marL="271463" indent="0">
              <a:buNone/>
              <a:defRPr/>
            </a:lvl2pPr>
          </a:lstStyle>
          <a:p>
            <a:pPr lvl="0"/>
            <a:r>
              <a:rPr lang="es-ES" err="1"/>
              <a:t>Lorem</a:t>
            </a:r>
            <a:r>
              <a:rPr lang="es-ES"/>
              <a:t> </a:t>
            </a:r>
            <a:r>
              <a:rPr lang="es-ES" err="1"/>
              <a:t>ipsumUdae</a:t>
            </a:r>
            <a:r>
              <a:rPr lang="es-ES"/>
              <a:t> </a:t>
            </a:r>
            <a:r>
              <a:rPr lang="es-ES" err="1"/>
              <a:t>voluptatur</a:t>
            </a:r>
            <a:r>
              <a:rPr lang="es-ES"/>
              <a:t>? Pitas </a:t>
            </a:r>
            <a:r>
              <a:rPr lang="es-ES" err="1"/>
              <a:t>dolorem</a:t>
            </a:r>
            <a:endParaRPr lang="es-ES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110EE0B2-CBE1-4867-8036-431D8B048DA9}"/>
              </a:ext>
            </a:extLst>
          </p:cNvPr>
          <p:cNvSpPr txBox="1"/>
          <p:nvPr userDrawn="1"/>
        </p:nvSpPr>
        <p:spPr>
          <a:xfrm>
            <a:off x="2728291" y="6706077"/>
            <a:ext cx="180049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200" b="1">
                <a:solidFill>
                  <a:srgbClr val="1E1E1E"/>
                </a:solidFill>
              </a:rPr>
              <a:t>Ve más allá</a:t>
            </a:r>
          </a:p>
        </p:txBody>
      </p:sp>
      <p:sp>
        <p:nvSpPr>
          <p:cNvPr id="18" name="Marcador de texto 6">
            <a:extLst>
              <a:ext uri="{FF2B5EF4-FFF2-40B4-BE49-F238E27FC236}">
                <a16:creationId xmlns:a16="http://schemas.microsoft.com/office/drawing/2014/main" id="{E9E87237-2393-4708-BB01-402743EEE83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00512" y="5085019"/>
            <a:ext cx="3048000" cy="416701"/>
          </a:xfrm>
        </p:spPr>
        <p:txBody>
          <a:bodyPr>
            <a:noAutofit/>
          </a:bodyPr>
          <a:lstStyle>
            <a:lvl1pPr marL="0" indent="0">
              <a:lnSpc>
                <a:spcPts val="2600"/>
              </a:lnSpc>
              <a:spcBef>
                <a:spcPts val="0"/>
              </a:spcBef>
              <a:buNone/>
              <a:defRPr sz="2200" b="1">
                <a:solidFill>
                  <a:schemeClr val="bg1"/>
                </a:solidFill>
              </a:defRPr>
            </a:lvl1pPr>
            <a:lvl2pPr marL="271463" indent="0">
              <a:buNone/>
              <a:defRPr/>
            </a:lvl2pPr>
          </a:lstStyle>
          <a:p>
            <a:pPr lvl="0"/>
            <a:r>
              <a:rPr lang="es-ES" err="1"/>
              <a:t>Lorem</a:t>
            </a:r>
            <a:r>
              <a:rPr lang="es-ES"/>
              <a:t> </a:t>
            </a:r>
            <a:r>
              <a:rPr lang="es-ES" err="1"/>
              <a:t>Ipsum</a:t>
            </a:r>
            <a:endParaRPr lang="es-ES"/>
          </a:p>
        </p:txBody>
      </p:sp>
      <p:sp>
        <p:nvSpPr>
          <p:cNvPr id="19" name="Marcador de texto 6">
            <a:extLst>
              <a:ext uri="{FF2B5EF4-FFF2-40B4-BE49-F238E27FC236}">
                <a16:creationId xmlns:a16="http://schemas.microsoft.com/office/drawing/2014/main" id="{097452DD-1D24-4B73-8871-9E287BD51F8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400512" y="5715539"/>
            <a:ext cx="3048000" cy="416701"/>
          </a:xfrm>
        </p:spPr>
        <p:txBody>
          <a:bodyPr>
            <a:noAutofit/>
          </a:bodyPr>
          <a:lstStyle>
            <a:lvl1pPr marL="0" indent="0">
              <a:lnSpc>
                <a:spcPts val="2600"/>
              </a:lnSpc>
              <a:spcBef>
                <a:spcPts val="0"/>
              </a:spcBef>
              <a:buNone/>
              <a:defRPr sz="1450" b="1">
                <a:solidFill>
                  <a:schemeClr val="bg1"/>
                </a:solidFill>
              </a:defRPr>
            </a:lvl1pPr>
            <a:lvl2pPr marL="271463" indent="0">
              <a:buNone/>
              <a:defRPr/>
            </a:lvl2pPr>
          </a:lstStyle>
          <a:p>
            <a:pPr lvl="0"/>
            <a:r>
              <a:rPr lang="es-ES"/>
              <a:t>Universidadeuropea.com</a:t>
            </a:r>
          </a:p>
        </p:txBody>
      </p:sp>
      <p:sp>
        <p:nvSpPr>
          <p:cNvPr id="20" name="Marcador de texto 6">
            <a:extLst>
              <a:ext uri="{FF2B5EF4-FFF2-40B4-BE49-F238E27FC236}">
                <a16:creationId xmlns:a16="http://schemas.microsoft.com/office/drawing/2014/main" id="{4205B8DF-49CC-416F-8134-594BDF042D5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00512" y="5324723"/>
            <a:ext cx="3048000" cy="416701"/>
          </a:xfrm>
        </p:spPr>
        <p:txBody>
          <a:bodyPr>
            <a:noAutofit/>
          </a:bodyPr>
          <a:lstStyle>
            <a:lvl1pPr marL="0" indent="0">
              <a:lnSpc>
                <a:spcPts val="2600"/>
              </a:lnSpc>
              <a:spcBef>
                <a:spcPts val="0"/>
              </a:spcBef>
              <a:buNone/>
              <a:defRPr sz="1500" b="0">
                <a:solidFill>
                  <a:schemeClr val="bg1"/>
                </a:solidFill>
              </a:defRPr>
            </a:lvl1pPr>
            <a:lvl2pPr marL="271463" indent="0">
              <a:buNone/>
              <a:defRPr/>
            </a:lvl2pPr>
          </a:lstStyle>
          <a:p>
            <a:pPr lvl="0"/>
            <a:r>
              <a:rPr lang="es-ES"/>
              <a:t>Loremipsum@info.com</a:t>
            </a: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8E8927FA-4CB0-4C74-9670-4CC6D2AE6CAC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18038" y="908844"/>
            <a:ext cx="2908056" cy="80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28219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Postgrado 03 blanco"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áfico 10">
            <a:extLst>
              <a:ext uri="{FF2B5EF4-FFF2-40B4-BE49-F238E27FC236}">
                <a16:creationId xmlns:a16="http://schemas.microsoft.com/office/drawing/2014/main" id="{668F97EE-AC5B-4F08-BEB0-4F185B1FECF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8038" y="908844"/>
            <a:ext cx="2910840" cy="800100"/>
          </a:xfrm>
          <a:prstGeom prst="rect">
            <a:avLst/>
          </a:prstGeom>
        </p:spPr>
      </p:pic>
      <p:pic>
        <p:nvPicPr>
          <p:cNvPr id="6" name="Gráfico 5">
            <a:extLst>
              <a:ext uri="{FF2B5EF4-FFF2-40B4-BE49-F238E27FC236}">
                <a16:creationId xmlns:a16="http://schemas.microsoft.com/office/drawing/2014/main" id="{81D94336-38A4-4BE4-B68C-C583816EAD7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13" name="Título 12">
            <a:extLst>
              <a:ext uri="{FF2B5EF4-FFF2-40B4-BE49-F238E27FC236}">
                <a16:creationId xmlns:a16="http://schemas.microsoft.com/office/drawing/2014/main" id="{7690501E-9AAE-4516-A86F-E2ADA33783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79093" y="2877701"/>
            <a:ext cx="4902086" cy="927121"/>
          </a:xfrm>
        </p:spPr>
        <p:txBody>
          <a:bodyPr anchor="t">
            <a:normAutofit/>
          </a:bodyPr>
          <a:lstStyle>
            <a:lvl1pPr>
              <a:defRPr sz="6000" b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s-ES" err="1"/>
              <a:t>Lorem</a:t>
            </a:r>
            <a:r>
              <a:rPr lang="es-ES"/>
              <a:t> </a:t>
            </a:r>
            <a:r>
              <a:rPr lang="es-ES" err="1"/>
              <a:t>Ipsum</a:t>
            </a:r>
            <a:endParaRPr lang="es-ES"/>
          </a:p>
        </p:txBody>
      </p:sp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4C564307-29AC-4D36-A5E8-3582581DC09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79093" y="3776812"/>
            <a:ext cx="4902086" cy="696630"/>
          </a:xfrm>
        </p:spPr>
        <p:txBody>
          <a:bodyPr>
            <a:noAutofit/>
          </a:bodyPr>
          <a:lstStyle>
            <a:lvl1pPr marL="0" indent="0">
              <a:lnSpc>
                <a:spcPts val="2600"/>
              </a:lnSpc>
              <a:spcBef>
                <a:spcPts val="0"/>
              </a:spcBef>
              <a:buNone/>
              <a:defRPr sz="2600">
                <a:solidFill>
                  <a:schemeClr val="bg1"/>
                </a:solidFill>
              </a:defRPr>
            </a:lvl1pPr>
            <a:lvl2pPr marL="271463" indent="0">
              <a:buNone/>
              <a:defRPr/>
            </a:lvl2pPr>
          </a:lstStyle>
          <a:p>
            <a:pPr lvl="0"/>
            <a:r>
              <a:rPr lang="es-ES" err="1"/>
              <a:t>Lorem</a:t>
            </a:r>
            <a:r>
              <a:rPr lang="es-ES"/>
              <a:t> </a:t>
            </a:r>
            <a:r>
              <a:rPr lang="es-ES" err="1"/>
              <a:t>ipsumUdae</a:t>
            </a:r>
            <a:r>
              <a:rPr lang="es-ES"/>
              <a:t> </a:t>
            </a:r>
            <a:r>
              <a:rPr lang="es-ES" err="1"/>
              <a:t>voluptatur</a:t>
            </a:r>
            <a:r>
              <a:rPr lang="es-ES"/>
              <a:t>? Pitas </a:t>
            </a:r>
            <a:r>
              <a:rPr lang="es-ES" err="1"/>
              <a:t>dolorem</a:t>
            </a:r>
            <a:endParaRPr lang="es-ES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110EE0B2-CBE1-4867-8036-431D8B048DA9}"/>
              </a:ext>
            </a:extLst>
          </p:cNvPr>
          <p:cNvSpPr txBox="1"/>
          <p:nvPr userDrawn="1"/>
        </p:nvSpPr>
        <p:spPr>
          <a:xfrm>
            <a:off x="2728291" y="6706077"/>
            <a:ext cx="180049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200" b="1">
                <a:solidFill>
                  <a:srgbClr val="1E1E1E"/>
                </a:solidFill>
              </a:rPr>
              <a:t>Ve más allá</a:t>
            </a:r>
          </a:p>
        </p:txBody>
      </p:sp>
      <p:sp>
        <p:nvSpPr>
          <p:cNvPr id="18" name="Marcador de texto 6">
            <a:extLst>
              <a:ext uri="{FF2B5EF4-FFF2-40B4-BE49-F238E27FC236}">
                <a16:creationId xmlns:a16="http://schemas.microsoft.com/office/drawing/2014/main" id="{E9E87237-2393-4708-BB01-402743EEE83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00512" y="5085019"/>
            <a:ext cx="3048000" cy="416701"/>
          </a:xfrm>
        </p:spPr>
        <p:txBody>
          <a:bodyPr>
            <a:noAutofit/>
          </a:bodyPr>
          <a:lstStyle>
            <a:lvl1pPr marL="0" indent="0">
              <a:lnSpc>
                <a:spcPts val="2600"/>
              </a:lnSpc>
              <a:spcBef>
                <a:spcPts val="0"/>
              </a:spcBef>
              <a:buNone/>
              <a:defRPr sz="2200" b="1">
                <a:solidFill>
                  <a:schemeClr val="bg1"/>
                </a:solidFill>
              </a:defRPr>
            </a:lvl1pPr>
            <a:lvl2pPr marL="271463" indent="0">
              <a:buNone/>
              <a:defRPr/>
            </a:lvl2pPr>
          </a:lstStyle>
          <a:p>
            <a:pPr lvl="0"/>
            <a:r>
              <a:rPr lang="es-ES" err="1"/>
              <a:t>Lorem</a:t>
            </a:r>
            <a:r>
              <a:rPr lang="es-ES"/>
              <a:t> </a:t>
            </a:r>
            <a:r>
              <a:rPr lang="es-ES" err="1"/>
              <a:t>Ipsum</a:t>
            </a:r>
            <a:endParaRPr lang="es-ES"/>
          </a:p>
        </p:txBody>
      </p:sp>
      <p:sp>
        <p:nvSpPr>
          <p:cNvPr id="19" name="Marcador de texto 6">
            <a:extLst>
              <a:ext uri="{FF2B5EF4-FFF2-40B4-BE49-F238E27FC236}">
                <a16:creationId xmlns:a16="http://schemas.microsoft.com/office/drawing/2014/main" id="{097452DD-1D24-4B73-8871-9E287BD51F8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400512" y="5715539"/>
            <a:ext cx="3048000" cy="416701"/>
          </a:xfrm>
        </p:spPr>
        <p:txBody>
          <a:bodyPr>
            <a:noAutofit/>
          </a:bodyPr>
          <a:lstStyle>
            <a:lvl1pPr marL="0" indent="0">
              <a:lnSpc>
                <a:spcPts val="2600"/>
              </a:lnSpc>
              <a:spcBef>
                <a:spcPts val="0"/>
              </a:spcBef>
              <a:buNone/>
              <a:defRPr sz="1450" b="1">
                <a:solidFill>
                  <a:schemeClr val="bg1"/>
                </a:solidFill>
              </a:defRPr>
            </a:lvl1pPr>
            <a:lvl2pPr marL="271463" indent="0">
              <a:buNone/>
              <a:defRPr/>
            </a:lvl2pPr>
          </a:lstStyle>
          <a:p>
            <a:pPr lvl="0"/>
            <a:r>
              <a:rPr lang="es-ES"/>
              <a:t>Universidadeuropea.com</a:t>
            </a:r>
          </a:p>
        </p:txBody>
      </p:sp>
      <p:sp>
        <p:nvSpPr>
          <p:cNvPr id="20" name="Marcador de texto 6">
            <a:extLst>
              <a:ext uri="{FF2B5EF4-FFF2-40B4-BE49-F238E27FC236}">
                <a16:creationId xmlns:a16="http://schemas.microsoft.com/office/drawing/2014/main" id="{4205B8DF-49CC-416F-8134-594BDF042D5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00512" y="5324723"/>
            <a:ext cx="3048000" cy="416701"/>
          </a:xfrm>
        </p:spPr>
        <p:txBody>
          <a:bodyPr>
            <a:noAutofit/>
          </a:bodyPr>
          <a:lstStyle>
            <a:lvl1pPr marL="0" indent="0">
              <a:lnSpc>
                <a:spcPts val="2600"/>
              </a:lnSpc>
              <a:spcBef>
                <a:spcPts val="0"/>
              </a:spcBef>
              <a:buNone/>
              <a:defRPr sz="1500" b="0">
                <a:solidFill>
                  <a:schemeClr val="bg1"/>
                </a:solidFill>
              </a:defRPr>
            </a:lvl1pPr>
            <a:lvl2pPr marL="271463" indent="0">
              <a:buNone/>
              <a:defRPr/>
            </a:lvl2pPr>
          </a:lstStyle>
          <a:p>
            <a:pPr lvl="0"/>
            <a:r>
              <a:rPr lang="es-ES"/>
              <a:t>Loremipsum@info.com</a:t>
            </a:r>
          </a:p>
        </p:txBody>
      </p:sp>
    </p:spTree>
    <p:extLst>
      <p:ext uri="{BB962C8B-B14F-4D97-AF65-F5344CB8AC3E}">
        <p14:creationId xmlns:p14="http://schemas.microsoft.com/office/powerpoint/2010/main" val="294196292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di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n 10">
            <a:extLst>
              <a:ext uri="{FF2B5EF4-FFF2-40B4-BE49-F238E27FC236}">
                <a16:creationId xmlns:a16="http://schemas.microsoft.com/office/drawing/2014/main" id="{25449B5B-E8A3-47B9-BE8C-1442A097B9D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630399" cy="82296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604151" y="847865"/>
            <a:ext cx="4424116" cy="1221317"/>
          </a:xfrm>
        </p:spPr>
        <p:txBody>
          <a:bodyPr>
            <a:normAutofit/>
          </a:bodyPr>
          <a:lstStyle>
            <a:lvl1pPr>
              <a:defRPr sz="6300"/>
            </a:lvl1pPr>
          </a:lstStyle>
          <a:p>
            <a:r>
              <a:rPr lang="es-ES"/>
              <a:t>Índice</a:t>
            </a:r>
            <a:endParaRPr lang="en-US"/>
          </a:p>
        </p:txBody>
      </p:sp>
      <p:sp>
        <p:nvSpPr>
          <p:cNvPr id="21" name="Marcador de texto 20">
            <a:extLst>
              <a:ext uri="{FF2B5EF4-FFF2-40B4-BE49-F238E27FC236}">
                <a16:creationId xmlns:a16="http://schemas.microsoft.com/office/drawing/2014/main" id="{B8C616AF-0352-4AE7-BD28-0925BB5C168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416706" y="2274535"/>
            <a:ext cx="8093250" cy="4295598"/>
          </a:xfrm>
        </p:spPr>
        <p:txBody>
          <a:bodyPr/>
          <a:lstStyle>
            <a:lvl1pPr defTabSz="7180263">
              <a:tabLst/>
              <a:defRPr/>
            </a:lvl1pPr>
            <a:lvl2pPr defTabSz="2014538">
              <a:tabLst>
                <a:tab pos="7180263" algn="l"/>
              </a:tabLst>
              <a:defRPr/>
            </a:lvl2pPr>
          </a:lstStyle>
          <a:p>
            <a:pPr lvl="0"/>
            <a:r>
              <a:rPr lang="es-ES" err="1"/>
              <a:t>Lorem</a:t>
            </a:r>
            <a:r>
              <a:rPr lang="es-ES"/>
              <a:t> </a:t>
            </a:r>
            <a:r>
              <a:rPr lang="es-ES" err="1"/>
              <a:t>ipsum</a:t>
            </a:r>
            <a:r>
              <a:rPr lang="es-ES"/>
              <a:t>	01</a:t>
            </a:r>
          </a:p>
          <a:p>
            <a:pPr lvl="1"/>
            <a:r>
              <a:rPr lang="es-ES" err="1"/>
              <a:t>Lorem</a:t>
            </a:r>
            <a:r>
              <a:rPr lang="es-ES"/>
              <a:t> </a:t>
            </a:r>
            <a:r>
              <a:rPr lang="es-ES" err="1"/>
              <a:t>ipsum</a:t>
            </a:r>
            <a:r>
              <a:rPr lang="es-ES"/>
              <a:t>	02</a:t>
            </a:r>
          </a:p>
          <a:p>
            <a:pPr lvl="1"/>
            <a:r>
              <a:rPr lang="es-ES" err="1"/>
              <a:t>Lorem</a:t>
            </a:r>
            <a:r>
              <a:rPr lang="es-ES"/>
              <a:t> </a:t>
            </a:r>
            <a:r>
              <a:rPr lang="es-ES" err="1"/>
              <a:t>ipsum</a:t>
            </a:r>
            <a:r>
              <a:rPr lang="es-ES"/>
              <a:t>	03</a:t>
            </a:r>
          </a:p>
          <a:p>
            <a:pPr lvl="0"/>
            <a:r>
              <a:rPr lang="es-ES" err="1"/>
              <a:t>Lorem</a:t>
            </a:r>
            <a:r>
              <a:rPr lang="es-ES"/>
              <a:t> </a:t>
            </a:r>
            <a:r>
              <a:rPr lang="es-ES" err="1"/>
              <a:t>ipsum</a:t>
            </a:r>
            <a:r>
              <a:rPr lang="es-ES"/>
              <a:t>	04</a:t>
            </a:r>
          </a:p>
          <a:p>
            <a:pPr lvl="0"/>
            <a:r>
              <a:rPr lang="es-ES" err="1"/>
              <a:t>Lorem</a:t>
            </a:r>
            <a:r>
              <a:rPr lang="es-ES"/>
              <a:t> </a:t>
            </a:r>
            <a:r>
              <a:rPr lang="es-ES" err="1"/>
              <a:t>ipsum</a:t>
            </a:r>
            <a:r>
              <a:rPr lang="es-ES"/>
              <a:t>	05</a:t>
            </a:r>
          </a:p>
          <a:p>
            <a:pPr lvl="0"/>
            <a:r>
              <a:rPr lang="es-ES" err="1"/>
              <a:t>Lorem</a:t>
            </a:r>
            <a:r>
              <a:rPr lang="es-ES"/>
              <a:t> </a:t>
            </a:r>
            <a:r>
              <a:rPr lang="es-ES" err="1"/>
              <a:t>ipsum</a:t>
            </a:r>
            <a:r>
              <a:rPr lang="es-ES"/>
              <a:t>	06</a:t>
            </a:r>
          </a:p>
          <a:p>
            <a:pPr lvl="0"/>
            <a:r>
              <a:rPr lang="es-ES" err="1"/>
              <a:t>Lorem</a:t>
            </a:r>
            <a:r>
              <a:rPr lang="es-ES"/>
              <a:t> </a:t>
            </a:r>
            <a:r>
              <a:rPr lang="es-ES" err="1"/>
              <a:t>ipsum</a:t>
            </a:r>
            <a:r>
              <a:rPr lang="es-ES"/>
              <a:t>	07</a:t>
            </a:r>
          </a:p>
          <a:p>
            <a:pPr lvl="0"/>
            <a:r>
              <a:rPr lang="es-ES" err="1"/>
              <a:t>Lorem</a:t>
            </a:r>
            <a:r>
              <a:rPr lang="es-ES"/>
              <a:t> </a:t>
            </a:r>
            <a:r>
              <a:rPr lang="es-ES" err="1"/>
              <a:t>ipsum</a:t>
            </a:r>
            <a:r>
              <a:rPr lang="es-ES"/>
              <a:t>	08</a:t>
            </a:r>
          </a:p>
          <a:p>
            <a:pPr lvl="0"/>
            <a:r>
              <a:rPr lang="es-ES" err="1"/>
              <a:t>Lorem</a:t>
            </a:r>
            <a:r>
              <a:rPr lang="es-ES"/>
              <a:t> </a:t>
            </a:r>
            <a:r>
              <a:rPr lang="es-ES" err="1"/>
              <a:t>ipsum</a:t>
            </a:r>
            <a:r>
              <a:rPr lang="es-ES"/>
              <a:t>	09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298F2FCB-7E2F-400B-81B1-18B456AE6C0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B005B2D1-880E-4846-A216-7D6770BA1332}" type="slidenum">
              <a:rPr lang="es-ES" smtClean="0"/>
              <a:pPr/>
              <a:t>‹#›</a:t>
            </a:fld>
            <a:endParaRPr lang="es-ES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71C9A96A-A9B6-43C0-858A-F037F92BE03F}"/>
              </a:ext>
            </a:extLst>
          </p:cNvPr>
          <p:cNvSpPr txBox="1"/>
          <p:nvPr userDrawn="1"/>
        </p:nvSpPr>
        <p:spPr>
          <a:xfrm>
            <a:off x="432928" y="7772943"/>
            <a:ext cx="4043094" cy="2400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960">
                <a:solidFill>
                  <a:srgbClr val="333333"/>
                </a:solidFill>
                <a:latin typeface="Century Gothic" panose="020B0502020202020204" pitchFamily="34" charset="0"/>
              </a:rPr>
              <a:t>© Copyright Universidad Europea. Todos los derechos reservados</a:t>
            </a:r>
            <a:endParaRPr lang="es-ES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45D52EBB-81B5-4744-AA02-0E98817C6CEE}"/>
              </a:ext>
            </a:extLst>
          </p:cNvPr>
          <p:cNvSpPr/>
          <p:nvPr userDrawn="1"/>
        </p:nvSpPr>
        <p:spPr>
          <a:xfrm>
            <a:off x="13723938" y="7570604"/>
            <a:ext cx="384969" cy="384969"/>
          </a:xfrm>
          <a:prstGeom prst="rect">
            <a:avLst/>
          </a:prstGeom>
          <a:solidFill>
            <a:srgbClr val="FF32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EA0D54E8-0AA0-4881-8D77-02CAACF3607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4442" y="332974"/>
            <a:ext cx="1400054" cy="38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939492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ulo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88A1B7A2-EA18-4C92-8E93-A7475C86757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4630399" cy="8229599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8B12E8F6-0C23-40DD-85B1-90679397D2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35664" y="2099137"/>
            <a:ext cx="3584298" cy="2164638"/>
          </a:xfrm>
        </p:spPr>
        <p:txBody>
          <a:bodyPr>
            <a:noAutofit/>
          </a:bodyPr>
          <a:lstStyle>
            <a:lvl1pPr>
              <a:defRPr sz="18000" spc="-1000" baseline="0">
                <a:solidFill>
                  <a:schemeClr val="bg1"/>
                </a:solidFill>
              </a:defRPr>
            </a:lvl1pPr>
          </a:lstStyle>
          <a:p>
            <a:r>
              <a:rPr lang="es-ES"/>
              <a:t>01</a:t>
            </a:r>
            <a:endParaRPr lang="en-US"/>
          </a:p>
        </p:txBody>
      </p:sp>
      <p:sp>
        <p:nvSpPr>
          <p:cNvPr id="8" name="Marcador de posición de imagen 7">
            <a:extLst>
              <a:ext uri="{FF2B5EF4-FFF2-40B4-BE49-F238E27FC236}">
                <a16:creationId xmlns:a16="http://schemas.microsoft.com/office/drawing/2014/main" id="{66833123-AD43-4252-9579-D68936FB346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515100" y="3312319"/>
            <a:ext cx="6400800" cy="4006055"/>
          </a:xfrm>
          <a:solidFill>
            <a:schemeClr val="bg1">
              <a:lumMod val="95000"/>
            </a:schemeClr>
          </a:solidFill>
          <a:ln w="12700">
            <a:solidFill>
              <a:srgbClr val="FF3228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18" name="Marcador de texto 17">
            <a:extLst>
              <a:ext uri="{FF2B5EF4-FFF2-40B4-BE49-F238E27FC236}">
                <a16:creationId xmlns:a16="http://schemas.microsoft.com/office/drawing/2014/main" id="{B14F05CA-BADC-4433-A115-075325ED1DD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035663" y="4246384"/>
            <a:ext cx="4194175" cy="1973263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lang="es-ES" sz="4300" b="1" kern="1200" dirty="0">
                <a:solidFill>
                  <a:schemeClr val="bg1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r>
              <a:rPr lang="es-ES" err="1">
                <a:solidFill>
                  <a:schemeClr val="bg1"/>
                </a:solidFill>
              </a:rPr>
              <a:t>Lorem</a:t>
            </a:r>
            <a:r>
              <a:rPr lang="es-ES">
                <a:solidFill>
                  <a:schemeClr val="bg1"/>
                </a:solidFill>
              </a:rPr>
              <a:t> </a:t>
            </a:r>
            <a:r>
              <a:rPr lang="es-ES" err="1">
                <a:solidFill>
                  <a:schemeClr val="bg1"/>
                </a:solidFill>
              </a:rPr>
              <a:t>ipsum</a:t>
            </a:r>
            <a:r>
              <a:rPr lang="es-ES">
                <a:solidFill>
                  <a:schemeClr val="bg1"/>
                </a:solidFill>
              </a:rPr>
              <a:t> dolor </a:t>
            </a:r>
            <a:r>
              <a:rPr lang="es-ES" err="1">
                <a:solidFill>
                  <a:schemeClr val="bg1"/>
                </a:solidFill>
              </a:rPr>
              <a:t>sit</a:t>
            </a:r>
            <a:endParaRPr lang="es-ES">
              <a:solidFill>
                <a:schemeClr val="bg1"/>
              </a:solidFill>
            </a:endParaRPr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EC526C9D-6B51-4BD6-A250-9863163FA0F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B005B2D1-880E-4846-A216-7D6770BA1332}" type="slidenum">
              <a:rPr lang="es-ES" smtClean="0"/>
              <a:pPr/>
              <a:t>‹#›</a:t>
            </a:fld>
            <a:endParaRPr lang="es-ES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C88BB201-FFB7-49EA-89A7-08B8B994B0B2}"/>
              </a:ext>
            </a:extLst>
          </p:cNvPr>
          <p:cNvSpPr txBox="1"/>
          <p:nvPr userDrawn="1"/>
        </p:nvSpPr>
        <p:spPr>
          <a:xfrm>
            <a:off x="432928" y="7772943"/>
            <a:ext cx="4043094" cy="2400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960">
                <a:solidFill>
                  <a:srgbClr val="333333"/>
                </a:solidFill>
                <a:latin typeface="Century Gothic" panose="020B0502020202020204" pitchFamily="34" charset="0"/>
              </a:rPr>
              <a:t>© Copyright Universidad Europea. Todos los derechos reservados</a:t>
            </a:r>
            <a:endParaRPr lang="es-ES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EE4B70B3-FB3E-47A7-8EF1-EB36BC916C79}"/>
              </a:ext>
            </a:extLst>
          </p:cNvPr>
          <p:cNvSpPr/>
          <p:nvPr userDrawn="1"/>
        </p:nvSpPr>
        <p:spPr>
          <a:xfrm>
            <a:off x="13723938" y="7570604"/>
            <a:ext cx="384969" cy="384969"/>
          </a:xfrm>
          <a:prstGeom prst="rect">
            <a:avLst/>
          </a:prstGeom>
          <a:solidFill>
            <a:srgbClr val="FF32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10" name="Gráfico 9">
            <a:extLst>
              <a:ext uri="{FF2B5EF4-FFF2-40B4-BE49-F238E27FC236}">
                <a16:creationId xmlns:a16="http://schemas.microsoft.com/office/drawing/2014/main" id="{21A2580A-DCB6-48AA-A0F1-A85928E84BE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r="69936"/>
          <a:stretch/>
        </p:blipFill>
        <p:spPr>
          <a:xfrm>
            <a:off x="524442" y="332974"/>
            <a:ext cx="420914" cy="38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866324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ulo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F09D51C8-55E2-496C-B14C-A46B0ECE117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630399" cy="8229600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EAE849AB-9400-4BCF-956F-AF4BF3A547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57014" y="2890247"/>
            <a:ext cx="3584298" cy="2164638"/>
          </a:xfrm>
        </p:spPr>
        <p:txBody>
          <a:bodyPr>
            <a:noAutofit/>
          </a:bodyPr>
          <a:lstStyle>
            <a:lvl1pPr>
              <a:defRPr sz="18000" spc="-1000" baseline="0">
                <a:solidFill>
                  <a:schemeClr val="bg1"/>
                </a:solidFill>
              </a:defRPr>
            </a:lvl1pPr>
          </a:lstStyle>
          <a:p>
            <a:r>
              <a:rPr lang="es-ES"/>
              <a:t>02</a:t>
            </a:r>
            <a:endParaRPr lang="en-US"/>
          </a:p>
        </p:txBody>
      </p:sp>
      <p:sp>
        <p:nvSpPr>
          <p:cNvPr id="17" name="Marcador de texto 17">
            <a:extLst>
              <a:ext uri="{FF2B5EF4-FFF2-40B4-BE49-F238E27FC236}">
                <a16:creationId xmlns:a16="http://schemas.microsoft.com/office/drawing/2014/main" id="{8C152E62-15FC-41CD-84D7-88775B2CA62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57013" y="5037494"/>
            <a:ext cx="4194175" cy="1973263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lang="es-ES" sz="4300" b="1" kern="1200" dirty="0">
                <a:solidFill>
                  <a:schemeClr val="bg1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r>
              <a:rPr lang="es-ES" err="1">
                <a:solidFill>
                  <a:schemeClr val="bg1"/>
                </a:solidFill>
              </a:rPr>
              <a:t>Lorem</a:t>
            </a:r>
            <a:r>
              <a:rPr lang="es-ES">
                <a:solidFill>
                  <a:schemeClr val="bg1"/>
                </a:solidFill>
              </a:rPr>
              <a:t> </a:t>
            </a:r>
            <a:r>
              <a:rPr lang="es-ES" err="1">
                <a:solidFill>
                  <a:schemeClr val="bg1"/>
                </a:solidFill>
              </a:rPr>
              <a:t>ipsum</a:t>
            </a:r>
            <a:r>
              <a:rPr lang="es-ES">
                <a:solidFill>
                  <a:schemeClr val="bg1"/>
                </a:solidFill>
              </a:rPr>
              <a:t> dolor </a:t>
            </a:r>
            <a:r>
              <a:rPr lang="es-ES" err="1">
                <a:solidFill>
                  <a:schemeClr val="bg1"/>
                </a:solidFill>
              </a:rPr>
              <a:t>sit</a:t>
            </a:r>
            <a:endParaRPr lang="es-ES">
              <a:solidFill>
                <a:schemeClr val="bg1"/>
              </a:solidFill>
            </a:endParaRPr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BC7A0E0C-BAA2-4AA7-ABF6-96A71D57A16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B005B2D1-880E-4846-A216-7D6770BA1332}" type="slidenum">
              <a:rPr lang="es-ES" smtClean="0"/>
              <a:pPr/>
              <a:t>‹#›</a:t>
            </a:fld>
            <a:endParaRPr lang="es-ES"/>
          </a:p>
        </p:txBody>
      </p:sp>
      <p:sp>
        <p:nvSpPr>
          <p:cNvPr id="13" name="Marcador de posición de imagen 7">
            <a:extLst>
              <a:ext uri="{FF2B5EF4-FFF2-40B4-BE49-F238E27FC236}">
                <a16:creationId xmlns:a16="http://schemas.microsoft.com/office/drawing/2014/main" id="{C796E506-7717-4096-8DDB-1B6BBC5A297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709737" y="911225"/>
            <a:ext cx="6400800" cy="4006055"/>
          </a:xfrm>
          <a:solidFill>
            <a:schemeClr val="bg1">
              <a:lumMod val="95000"/>
            </a:schemeClr>
          </a:solidFill>
          <a:ln w="12700">
            <a:solidFill>
              <a:srgbClr val="FF3228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DB3EC672-0806-49BC-8360-664924C43514}"/>
              </a:ext>
            </a:extLst>
          </p:cNvPr>
          <p:cNvSpPr txBox="1"/>
          <p:nvPr userDrawn="1"/>
        </p:nvSpPr>
        <p:spPr>
          <a:xfrm>
            <a:off x="432928" y="7772943"/>
            <a:ext cx="4043094" cy="2400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960">
                <a:solidFill>
                  <a:srgbClr val="333333"/>
                </a:solidFill>
                <a:latin typeface="Century Gothic" panose="020B0502020202020204" pitchFamily="34" charset="0"/>
              </a:rPr>
              <a:t>© Copyright Universidad Europea. Todos los derechos reservados</a:t>
            </a:r>
            <a:endParaRPr lang="es-ES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E02DE12B-7DD5-47B0-8765-C23E33AD3150}"/>
              </a:ext>
            </a:extLst>
          </p:cNvPr>
          <p:cNvSpPr/>
          <p:nvPr userDrawn="1"/>
        </p:nvSpPr>
        <p:spPr>
          <a:xfrm>
            <a:off x="13723938" y="7570604"/>
            <a:ext cx="384969" cy="384969"/>
          </a:xfrm>
          <a:prstGeom prst="rect">
            <a:avLst/>
          </a:prstGeom>
          <a:solidFill>
            <a:srgbClr val="FF32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10" name="Gráfico 9">
            <a:extLst>
              <a:ext uri="{FF2B5EF4-FFF2-40B4-BE49-F238E27FC236}">
                <a16:creationId xmlns:a16="http://schemas.microsoft.com/office/drawing/2014/main" id="{CD1C42BD-713C-4D8A-BDA8-6990539BBAC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r="69936"/>
          <a:stretch/>
        </p:blipFill>
        <p:spPr>
          <a:xfrm>
            <a:off x="524442" y="332974"/>
            <a:ext cx="420914" cy="38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341578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o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7CECDC97-706A-4416-9EA1-C9FD7EDD00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05B2D1-880E-4846-A216-7D6770BA1332}" type="slidenum">
              <a:rPr lang="es-ES" smtClean="0"/>
              <a:pPr/>
              <a:t>‹#›</a:t>
            </a:fld>
            <a:endParaRPr lang="es-ES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9B12B4E-C17A-41FB-86C3-4075B88FFB48}"/>
              </a:ext>
            </a:extLst>
          </p:cNvPr>
          <p:cNvSpPr txBox="1"/>
          <p:nvPr userDrawn="1"/>
        </p:nvSpPr>
        <p:spPr>
          <a:xfrm>
            <a:off x="432928" y="7772943"/>
            <a:ext cx="4043094" cy="2400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960">
                <a:solidFill>
                  <a:srgbClr val="333333"/>
                </a:solidFill>
                <a:latin typeface="Century Gothic" panose="020B0502020202020204" pitchFamily="34" charset="0"/>
              </a:rPr>
              <a:t>© Copyright Universidad Europea. Todos los derechos reservados</a:t>
            </a:r>
            <a:endParaRPr lang="es-ES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EF3A0E82-FF4A-4767-8F46-4CEFBC357853}"/>
              </a:ext>
            </a:extLst>
          </p:cNvPr>
          <p:cNvSpPr/>
          <p:nvPr userDrawn="1"/>
        </p:nvSpPr>
        <p:spPr>
          <a:xfrm>
            <a:off x="13723938" y="7570604"/>
            <a:ext cx="384969" cy="384969"/>
          </a:xfrm>
          <a:prstGeom prst="rect">
            <a:avLst/>
          </a:prstGeom>
          <a:solidFill>
            <a:srgbClr val="FF32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C827D429-903C-403E-A91E-3413C7FBF9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06463" y="1182159"/>
            <a:ext cx="6561949" cy="703086"/>
          </a:xfrm>
        </p:spPr>
        <p:txBody>
          <a:bodyPr lIns="0" anchor="t">
            <a:noAutofit/>
          </a:bodyPr>
          <a:lstStyle>
            <a:lvl1pPr>
              <a:defRPr sz="4330"/>
            </a:lvl1pPr>
          </a:lstStyle>
          <a:p>
            <a:r>
              <a:rPr lang="es-ES" err="1"/>
              <a:t>Lorem</a:t>
            </a:r>
            <a:r>
              <a:rPr lang="es-ES"/>
              <a:t> </a:t>
            </a:r>
            <a:r>
              <a:rPr lang="es-ES" err="1"/>
              <a:t>ipsum</a:t>
            </a:r>
            <a:r>
              <a:rPr lang="es-ES"/>
              <a:t> dolor </a:t>
            </a:r>
            <a:r>
              <a:rPr lang="es-ES" err="1"/>
              <a:t>sit</a:t>
            </a:r>
            <a:endParaRPr lang="en-US"/>
          </a:p>
        </p:txBody>
      </p:sp>
      <p:sp>
        <p:nvSpPr>
          <p:cNvPr id="15" name="Marcador de texto 17">
            <a:extLst>
              <a:ext uri="{FF2B5EF4-FFF2-40B4-BE49-F238E27FC236}">
                <a16:creationId xmlns:a16="http://schemas.microsoft.com/office/drawing/2014/main" id="{D53EF393-3DBA-494A-AF34-ACE206FF818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06463" y="2767066"/>
            <a:ext cx="8951912" cy="4551309"/>
          </a:xfrm>
        </p:spPr>
        <p:txBody>
          <a:bodyPr lIns="0">
            <a:noAutofit/>
          </a:bodyPr>
          <a:lstStyle>
            <a:lvl1pPr marL="0" indent="0">
              <a:lnSpc>
                <a:spcPts val="1700"/>
              </a:lnSpc>
              <a:spcBef>
                <a:spcPts val="900"/>
              </a:spcBef>
              <a:spcAft>
                <a:spcPts val="900"/>
              </a:spcAft>
              <a:buNone/>
              <a:defRPr sz="1440" b="0">
                <a:solidFill>
                  <a:srgbClr val="1E1E1E"/>
                </a:solidFill>
              </a:defRPr>
            </a:lvl1pPr>
          </a:lstStyle>
          <a:p>
            <a:pPr lvl="0"/>
            <a:r>
              <a:rPr lang="es-ES" err="1"/>
              <a:t>Poribus</a:t>
            </a:r>
            <a:r>
              <a:rPr lang="es-ES"/>
              <a:t> </a:t>
            </a:r>
            <a:r>
              <a:rPr lang="es-ES" err="1"/>
              <a:t>reiciis</a:t>
            </a:r>
            <a:r>
              <a:rPr lang="es-ES"/>
              <a:t> </a:t>
            </a:r>
            <a:r>
              <a:rPr lang="es-ES" err="1"/>
              <a:t>conseque</a:t>
            </a:r>
            <a:r>
              <a:rPr lang="es-ES"/>
              <a:t> </a:t>
            </a:r>
            <a:r>
              <a:rPr lang="es-ES" err="1"/>
              <a:t>conempo</a:t>
            </a:r>
            <a:r>
              <a:rPr lang="es-ES"/>
              <a:t> </a:t>
            </a:r>
            <a:r>
              <a:rPr lang="es-ES" err="1"/>
              <a:t>ribusam</a:t>
            </a:r>
            <a:r>
              <a:rPr lang="es-ES"/>
              <a:t> </a:t>
            </a:r>
            <a:r>
              <a:rPr lang="es-ES" err="1"/>
              <a:t>enimincil</a:t>
            </a:r>
            <a:r>
              <a:rPr lang="es-ES"/>
              <a:t> </a:t>
            </a:r>
            <a:r>
              <a:rPr lang="es-ES" err="1"/>
              <a:t>molupta</a:t>
            </a:r>
            <a:r>
              <a:rPr lang="es-ES"/>
              <a:t> </a:t>
            </a:r>
            <a:r>
              <a:rPr lang="es-ES" err="1"/>
              <a:t>tiatesed</a:t>
            </a:r>
            <a:r>
              <a:rPr lang="es-ES"/>
              <a:t> qui </a:t>
            </a:r>
            <a:r>
              <a:rPr lang="es-ES" err="1"/>
              <a:t>sit</a:t>
            </a:r>
            <a:r>
              <a:rPr lang="es-ES"/>
              <a:t> </a:t>
            </a:r>
            <a:r>
              <a:rPr lang="es-ES" err="1"/>
              <a:t>aut</a:t>
            </a:r>
            <a:r>
              <a:rPr lang="es-ES"/>
              <a:t> </a:t>
            </a:r>
            <a:r>
              <a:rPr lang="es-ES" err="1"/>
              <a:t>harit</a:t>
            </a:r>
            <a:r>
              <a:rPr lang="es-ES"/>
              <a:t>, </a:t>
            </a:r>
            <a:r>
              <a:rPr lang="es-ES" err="1"/>
              <a:t>quoditat</a:t>
            </a:r>
            <a:r>
              <a:rPr lang="es-ES"/>
              <a:t> mi, </a:t>
            </a:r>
            <a:r>
              <a:rPr lang="es-ES" err="1"/>
              <a:t>experum</a:t>
            </a:r>
            <a:r>
              <a:rPr lang="es-ES"/>
              <a:t> a </a:t>
            </a:r>
            <a:r>
              <a:rPr lang="es-ES" err="1"/>
              <a:t>conse</a:t>
            </a:r>
            <a:r>
              <a:rPr lang="es-ES"/>
              <a:t> </a:t>
            </a:r>
            <a:r>
              <a:rPr lang="es-ES" err="1"/>
              <a:t>sequamet</a:t>
            </a:r>
            <a:r>
              <a:rPr lang="es-ES"/>
              <a:t>, quid </a:t>
            </a:r>
            <a:r>
              <a:rPr lang="es-ES" err="1"/>
              <a:t>ullestrum</a:t>
            </a:r>
            <a:r>
              <a:rPr lang="es-ES"/>
              <a:t> quia </a:t>
            </a:r>
            <a:r>
              <a:rPr lang="es-ES" err="1"/>
              <a:t>estemqu</a:t>
            </a:r>
            <a:r>
              <a:rPr lang="es-ES"/>
              <a:t> </a:t>
            </a:r>
            <a:r>
              <a:rPr lang="es-ES" err="1"/>
              <a:t>idundam</a:t>
            </a:r>
            <a:r>
              <a:rPr lang="es-ES"/>
              <a:t> qui </a:t>
            </a:r>
            <a:r>
              <a:rPr lang="es-ES" err="1"/>
              <a:t>alitiis</a:t>
            </a:r>
            <a:r>
              <a:rPr lang="es-ES"/>
              <a:t> sitia quo </a:t>
            </a:r>
            <a:r>
              <a:rPr lang="es-ES" err="1"/>
              <a:t>totationsedi</a:t>
            </a:r>
            <a:r>
              <a:rPr lang="es-ES"/>
              <a:t> </a:t>
            </a:r>
            <a:r>
              <a:rPr lang="es-ES" err="1"/>
              <a:t>dolorpor</a:t>
            </a:r>
            <a:r>
              <a:rPr lang="es-ES"/>
              <a:t> </a:t>
            </a:r>
            <a:r>
              <a:rPr lang="es-ES" err="1"/>
              <a:t>samus</a:t>
            </a:r>
            <a:r>
              <a:rPr lang="es-ES"/>
              <a:t> am, </a:t>
            </a:r>
            <a:r>
              <a:rPr lang="es-ES" err="1"/>
              <a:t>ullabore</a:t>
            </a:r>
            <a:r>
              <a:rPr lang="es-ES"/>
              <a:t> </a:t>
            </a:r>
            <a:r>
              <a:rPr lang="es-ES" err="1"/>
              <a:t>nihicipsusa</a:t>
            </a:r>
            <a:r>
              <a:rPr lang="es-ES"/>
              <a:t> </a:t>
            </a:r>
            <a:r>
              <a:rPr lang="es-ES" err="1"/>
              <a:t>conse</a:t>
            </a:r>
            <a:r>
              <a:rPr lang="es-ES"/>
              <a:t> </a:t>
            </a:r>
            <a:r>
              <a:rPr lang="es-ES" err="1"/>
              <a:t>conet</a:t>
            </a:r>
            <a:r>
              <a:rPr lang="es-ES"/>
              <a:t> </a:t>
            </a:r>
            <a:r>
              <a:rPr lang="es-ES" err="1"/>
              <a:t>quuntin</a:t>
            </a:r>
            <a:r>
              <a:rPr lang="es-ES"/>
              <a:t> </a:t>
            </a:r>
            <a:r>
              <a:rPr lang="es-ES" err="1"/>
              <a:t>ullabor</a:t>
            </a:r>
            <a:r>
              <a:rPr lang="es-ES"/>
              <a:t> </a:t>
            </a:r>
            <a:r>
              <a:rPr lang="es-ES" err="1"/>
              <a:t>ionsequos</a:t>
            </a:r>
            <a:r>
              <a:rPr lang="es-ES"/>
              <a:t> es </a:t>
            </a:r>
            <a:r>
              <a:rPr lang="es-ES" err="1"/>
              <a:t>aut</a:t>
            </a:r>
            <a:r>
              <a:rPr lang="es-ES"/>
              <a:t> </a:t>
            </a:r>
            <a:r>
              <a:rPr lang="es-ES" err="1"/>
              <a:t>moloreptur</a:t>
            </a:r>
            <a:r>
              <a:rPr lang="es-ES"/>
              <a:t> </a:t>
            </a:r>
            <a:r>
              <a:rPr lang="es-ES" err="1"/>
              <a:t>molorep</a:t>
            </a:r>
            <a:r>
              <a:rPr lang="es-ES"/>
              <a:t> </a:t>
            </a:r>
            <a:r>
              <a:rPr lang="es-ES" err="1"/>
              <a:t>erspica</a:t>
            </a:r>
            <a:r>
              <a:rPr lang="es-ES"/>
              <a:t> </a:t>
            </a:r>
            <a:r>
              <a:rPr lang="es-ES" err="1"/>
              <a:t>tiossin</a:t>
            </a:r>
            <a:r>
              <a:rPr lang="es-ES"/>
              <a:t> </a:t>
            </a:r>
            <a:r>
              <a:rPr lang="es-ES" err="1"/>
              <a:t>vendae</a:t>
            </a:r>
            <a:r>
              <a:rPr lang="es-ES"/>
              <a:t> dolor as dolo </a:t>
            </a:r>
            <a:r>
              <a:rPr lang="es-ES" err="1"/>
              <a:t>consendit</a:t>
            </a:r>
            <a:r>
              <a:rPr lang="es-ES"/>
              <a:t>.</a:t>
            </a:r>
          </a:p>
          <a:p>
            <a:pPr lvl="0"/>
            <a:r>
              <a:rPr lang="es-ES" err="1"/>
              <a:t>Arupiet</a:t>
            </a:r>
            <a:r>
              <a:rPr lang="es-ES"/>
              <a:t> </a:t>
            </a:r>
            <a:r>
              <a:rPr lang="es-ES" err="1"/>
              <a:t>autest</a:t>
            </a:r>
            <a:r>
              <a:rPr lang="es-ES"/>
              <a:t> </a:t>
            </a:r>
            <a:r>
              <a:rPr lang="es-ES" err="1"/>
              <a:t>ent</a:t>
            </a:r>
            <a:r>
              <a:rPr lang="es-ES"/>
              <a:t> </a:t>
            </a:r>
            <a:r>
              <a:rPr lang="es-ES" err="1"/>
              <a:t>laudant</a:t>
            </a:r>
            <a:r>
              <a:rPr lang="es-ES"/>
              <a:t> ut </a:t>
            </a:r>
            <a:r>
              <a:rPr lang="es-ES" err="1"/>
              <a:t>eatur</a:t>
            </a:r>
            <a:r>
              <a:rPr lang="es-ES"/>
              <a:t>?</a:t>
            </a:r>
            <a:br>
              <a:rPr lang="es-ES"/>
            </a:br>
            <a:r>
              <a:rPr lang="es-ES" err="1"/>
              <a:t>Ehenima</a:t>
            </a:r>
            <a:r>
              <a:rPr lang="es-ES"/>
              <a:t> </a:t>
            </a:r>
            <a:r>
              <a:rPr lang="es-ES" err="1"/>
              <a:t>gniatis</a:t>
            </a:r>
            <a:r>
              <a:rPr lang="es-ES"/>
              <a:t> </a:t>
            </a:r>
            <a:r>
              <a:rPr lang="es-ES" err="1"/>
              <a:t>nus</a:t>
            </a:r>
            <a:r>
              <a:rPr lang="es-ES"/>
              <a:t> </a:t>
            </a:r>
            <a:r>
              <a:rPr lang="es-ES" err="1"/>
              <a:t>reped</a:t>
            </a:r>
            <a:r>
              <a:rPr lang="es-ES"/>
              <a:t> </a:t>
            </a:r>
            <a:r>
              <a:rPr lang="es-ES" err="1"/>
              <a:t>mint</a:t>
            </a:r>
            <a:r>
              <a:rPr lang="es-ES"/>
              <a:t> a </a:t>
            </a:r>
            <a:r>
              <a:rPr lang="es-ES" err="1"/>
              <a:t>velit</a:t>
            </a:r>
            <a:r>
              <a:rPr lang="es-ES"/>
              <a:t> </a:t>
            </a:r>
            <a:r>
              <a:rPr lang="es-ES" err="1"/>
              <a:t>aut</a:t>
            </a:r>
            <a:r>
              <a:rPr lang="es-ES"/>
              <a:t> </a:t>
            </a:r>
            <a:r>
              <a:rPr lang="es-ES" err="1"/>
              <a:t>est</a:t>
            </a:r>
            <a:r>
              <a:rPr lang="es-ES"/>
              <a:t>, </a:t>
            </a:r>
            <a:r>
              <a:rPr lang="es-ES" err="1"/>
              <a:t>cusdae</a:t>
            </a:r>
            <a:r>
              <a:rPr lang="es-ES"/>
              <a:t> </a:t>
            </a:r>
            <a:r>
              <a:rPr lang="es-ES" err="1"/>
              <a:t>etur</a:t>
            </a:r>
            <a:r>
              <a:rPr lang="es-ES"/>
              <a:t> </a:t>
            </a:r>
            <a:r>
              <a:rPr lang="es-ES" err="1"/>
              <a:t>apic</a:t>
            </a:r>
            <a:r>
              <a:rPr lang="es-ES"/>
              <a:t> </a:t>
            </a:r>
            <a:r>
              <a:rPr lang="es-ES" err="1"/>
              <a:t>to</a:t>
            </a:r>
            <a:r>
              <a:rPr lang="es-ES"/>
              <a:t> </a:t>
            </a:r>
            <a:r>
              <a:rPr lang="es-ES" err="1"/>
              <a:t>testi</a:t>
            </a:r>
            <a:r>
              <a:rPr lang="es-ES"/>
              <a:t> sed este </a:t>
            </a:r>
            <a:r>
              <a:rPr lang="es-ES" err="1"/>
              <a:t>eum</a:t>
            </a:r>
            <a:r>
              <a:rPr lang="es-ES"/>
              <a:t> fuga. </a:t>
            </a:r>
            <a:r>
              <a:rPr lang="es-ES" err="1"/>
              <a:t>Lenet</a:t>
            </a:r>
            <a:r>
              <a:rPr lang="es-ES"/>
              <a:t> et </a:t>
            </a:r>
            <a:r>
              <a:rPr lang="es-ES" err="1"/>
              <a:t>laborerum</a:t>
            </a:r>
            <a:r>
              <a:rPr lang="es-ES"/>
              <a:t> </a:t>
            </a:r>
            <a:r>
              <a:rPr lang="es-ES" err="1"/>
              <a:t>aut</a:t>
            </a:r>
            <a:r>
              <a:rPr lang="es-ES"/>
              <a:t> </a:t>
            </a:r>
            <a:r>
              <a:rPr lang="es-ES" err="1"/>
              <a:t>quamus</a:t>
            </a:r>
            <a:r>
              <a:rPr lang="es-ES"/>
              <a:t> </a:t>
            </a:r>
            <a:r>
              <a:rPr lang="es-ES" err="1"/>
              <a:t>sinventio</a:t>
            </a:r>
            <a:r>
              <a:rPr lang="es-ES"/>
              <a:t> </a:t>
            </a:r>
            <a:r>
              <a:rPr lang="es-ES" err="1"/>
              <a:t>molentur</a:t>
            </a:r>
            <a:r>
              <a:rPr lang="es-ES"/>
              <a:t> </a:t>
            </a:r>
            <a:r>
              <a:rPr lang="es-ES" err="1"/>
              <a:t>maio</a:t>
            </a:r>
            <a:r>
              <a:rPr lang="es-ES"/>
              <a:t> </a:t>
            </a:r>
            <a:r>
              <a:rPr lang="es-ES" err="1"/>
              <a:t>bernam</a:t>
            </a:r>
            <a:r>
              <a:rPr lang="es-ES"/>
              <a:t> </a:t>
            </a:r>
            <a:r>
              <a:rPr lang="es-ES" err="1"/>
              <a:t>dollandel</a:t>
            </a:r>
            <a:r>
              <a:rPr lang="es-ES"/>
              <a:t> </a:t>
            </a:r>
            <a:r>
              <a:rPr lang="es-ES" err="1"/>
              <a:t>experovit</a:t>
            </a:r>
            <a:r>
              <a:rPr lang="es-ES"/>
              <a:t>, </a:t>
            </a:r>
            <a:r>
              <a:rPr lang="es-ES" err="1"/>
              <a:t>odictatum</a:t>
            </a:r>
            <a:r>
              <a:rPr lang="es-ES"/>
              <a:t> re </a:t>
            </a:r>
            <a:r>
              <a:rPr lang="es-ES" err="1"/>
              <a:t>accus</a:t>
            </a:r>
            <a:r>
              <a:rPr lang="es-ES"/>
              <a:t> </a:t>
            </a:r>
            <a:r>
              <a:rPr lang="es-ES" err="1"/>
              <a:t>dolorruptium</a:t>
            </a:r>
            <a:r>
              <a:rPr lang="es-ES"/>
              <a:t> </a:t>
            </a:r>
            <a:r>
              <a:rPr lang="es-ES" err="1"/>
              <a:t>vel</a:t>
            </a:r>
            <a:r>
              <a:rPr lang="es-ES"/>
              <a:t> </a:t>
            </a:r>
            <a:r>
              <a:rPr lang="es-ES" err="1"/>
              <a:t>ma</a:t>
            </a:r>
            <a:r>
              <a:rPr lang="es-ES"/>
              <a:t> </a:t>
            </a:r>
            <a:r>
              <a:rPr lang="es-ES" err="1"/>
              <a:t>cus</a:t>
            </a:r>
            <a:r>
              <a:rPr lang="es-ES"/>
              <a:t>.</a:t>
            </a:r>
          </a:p>
          <a:p>
            <a:pPr lvl="0"/>
            <a:r>
              <a:rPr lang="es-ES" err="1"/>
              <a:t>Arupiet</a:t>
            </a:r>
            <a:r>
              <a:rPr lang="es-ES"/>
              <a:t> </a:t>
            </a:r>
            <a:r>
              <a:rPr lang="es-ES" err="1"/>
              <a:t>autest</a:t>
            </a:r>
            <a:r>
              <a:rPr lang="es-ES"/>
              <a:t> </a:t>
            </a:r>
            <a:r>
              <a:rPr lang="es-ES" err="1"/>
              <a:t>ent</a:t>
            </a:r>
            <a:r>
              <a:rPr lang="es-ES"/>
              <a:t> </a:t>
            </a:r>
            <a:r>
              <a:rPr lang="es-ES" err="1"/>
              <a:t>laudant</a:t>
            </a:r>
            <a:r>
              <a:rPr lang="es-ES"/>
              <a:t> ut </a:t>
            </a:r>
            <a:r>
              <a:rPr lang="es-ES" err="1"/>
              <a:t>eatur</a:t>
            </a:r>
            <a:r>
              <a:rPr lang="es-ES"/>
              <a:t>?</a:t>
            </a:r>
            <a:br>
              <a:rPr lang="es-ES"/>
            </a:br>
            <a:r>
              <a:rPr lang="es-ES" err="1"/>
              <a:t>Ommos</a:t>
            </a:r>
            <a:r>
              <a:rPr lang="es-ES"/>
              <a:t> </a:t>
            </a:r>
            <a:r>
              <a:rPr lang="es-ES" err="1"/>
              <a:t>num</a:t>
            </a:r>
            <a:r>
              <a:rPr lang="es-ES"/>
              <a:t> ad </a:t>
            </a:r>
            <a:r>
              <a:rPr lang="es-ES" err="1"/>
              <a:t>est</a:t>
            </a:r>
            <a:r>
              <a:rPr lang="es-ES"/>
              <a:t> </a:t>
            </a:r>
            <a:r>
              <a:rPr lang="es-ES" err="1"/>
              <a:t>ilitatur</a:t>
            </a:r>
            <a:r>
              <a:rPr lang="es-ES"/>
              <a:t> </a:t>
            </a:r>
            <a:r>
              <a:rPr lang="es-ES" err="1"/>
              <a:t>sitiam</a:t>
            </a:r>
            <a:r>
              <a:rPr lang="es-ES"/>
              <a:t> </a:t>
            </a:r>
            <a:r>
              <a:rPr lang="es-ES" err="1"/>
              <a:t>fugiamet</a:t>
            </a:r>
            <a:r>
              <a:rPr lang="es-ES"/>
              <a:t> </a:t>
            </a:r>
            <a:r>
              <a:rPr lang="es-ES" err="1"/>
              <a:t>dipsant</a:t>
            </a:r>
            <a:r>
              <a:rPr lang="es-ES"/>
              <a:t> </a:t>
            </a:r>
            <a:r>
              <a:rPr lang="es-ES" err="1"/>
              <a:t>incime</a:t>
            </a:r>
            <a:r>
              <a:rPr lang="es-ES"/>
              <a:t> </a:t>
            </a:r>
            <a:r>
              <a:rPr lang="es-ES" err="1"/>
              <a:t>voluptibus</a:t>
            </a:r>
            <a:r>
              <a:rPr lang="es-ES"/>
              <a:t> </a:t>
            </a:r>
            <a:r>
              <a:rPr lang="es-ES" err="1"/>
              <a:t>eumquo</a:t>
            </a:r>
            <a:r>
              <a:rPr lang="es-ES"/>
              <a:t> et </a:t>
            </a:r>
            <a:r>
              <a:rPr lang="es-ES" err="1"/>
              <a:t>elibusa</a:t>
            </a:r>
            <a:r>
              <a:rPr lang="es-ES"/>
              <a:t> </a:t>
            </a:r>
            <a:r>
              <a:rPr lang="es-ES" err="1"/>
              <a:t>consed</a:t>
            </a:r>
            <a:r>
              <a:rPr lang="es-ES"/>
              <a:t> </a:t>
            </a:r>
            <a:r>
              <a:rPr lang="es-ES" err="1"/>
              <a:t>quam</a:t>
            </a:r>
            <a:r>
              <a:rPr lang="es-ES"/>
              <a:t>, </a:t>
            </a:r>
            <a:r>
              <a:rPr lang="es-ES" err="1"/>
              <a:t>tecesciis</a:t>
            </a:r>
            <a:r>
              <a:rPr lang="es-ES"/>
              <a:t> </a:t>
            </a:r>
            <a:r>
              <a:rPr lang="es-ES" err="1"/>
              <a:t>velignimus</a:t>
            </a:r>
            <a:r>
              <a:rPr lang="es-ES"/>
              <a:t>, </a:t>
            </a:r>
            <a:r>
              <a:rPr lang="es-ES" err="1"/>
              <a:t>exped</a:t>
            </a:r>
            <a:r>
              <a:rPr lang="es-ES"/>
              <a:t> </a:t>
            </a:r>
            <a:r>
              <a:rPr lang="es-ES" err="1"/>
              <a:t>ma</a:t>
            </a:r>
            <a:r>
              <a:rPr lang="es-ES"/>
              <a:t> con </a:t>
            </a:r>
            <a:r>
              <a:rPr lang="es-ES" err="1"/>
              <a:t>nis</a:t>
            </a:r>
            <a:r>
              <a:rPr lang="es-ES"/>
              <a:t> dolor sunt opta qui </a:t>
            </a:r>
            <a:r>
              <a:rPr lang="es-ES" err="1"/>
              <a:t>bero</a:t>
            </a:r>
            <a:r>
              <a:rPr lang="es-ES"/>
              <a:t> con </a:t>
            </a:r>
            <a:r>
              <a:rPr lang="es-ES" err="1"/>
              <a:t>porum</a:t>
            </a:r>
            <a:r>
              <a:rPr lang="es-ES"/>
              <a:t> </a:t>
            </a:r>
            <a:r>
              <a:rPr lang="es-ES" err="1"/>
              <a:t>delique</a:t>
            </a:r>
            <a:r>
              <a:rPr lang="es-ES"/>
              <a:t> </a:t>
            </a:r>
            <a:r>
              <a:rPr lang="es-ES" err="1"/>
              <a:t>cus</a:t>
            </a:r>
            <a:r>
              <a:rPr lang="es-ES"/>
              <a:t> et </a:t>
            </a:r>
            <a:r>
              <a:rPr lang="es-ES" err="1"/>
              <a:t>et</a:t>
            </a:r>
            <a:r>
              <a:rPr lang="es-ES"/>
              <a:t> </a:t>
            </a:r>
            <a:r>
              <a:rPr lang="es-ES" err="1"/>
              <a:t>voloribus</a:t>
            </a:r>
            <a:r>
              <a:rPr lang="es-ES"/>
              <a:t> </a:t>
            </a:r>
            <a:r>
              <a:rPr lang="es-ES" err="1"/>
              <a:t>expella</a:t>
            </a:r>
            <a:r>
              <a:rPr lang="es-ES"/>
              <a:t> </a:t>
            </a:r>
            <a:r>
              <a:rPr lang="es-ES" err="1"/>
              <a:t>borepe</a:t>
            </a:r>
            <a:r>
              <a:rPr lang="es-ES"/>
              <a:t> </a:t>
            </a:r>
            <a:r>
              <a:rPr lang="es-ES" err="1"/>
              <a:t>ped</a:t>
            </a:r>
            <a:r>
              <a:rPr lang="es-ES"/>
              <a:t> </a:t>
            </a:r>
            <a:r>
              <a:rPr lang="es-ES" err="1"/>
              <a:t>eum</a:t>
            </a:r>
            <a:r>
              <a:rPr lang="es-ES"/>
              <a:t> </a:t>
            </a:r>
            <a:r>
              <a:rPr lang="es-ES" err="1"/>
              <a:t>endios</a:t>
            </a:r>
            <a:r>
              <a:rPr lang="es-ES"/>
              <a:t> </a:t>
            </a:r>
            <a:r>
              <a:rPr lang="es-ES" err="1"/>
              <a:t>exerat</a:t>
            </a:r>
            <a:r>
              <a:rPr lang="es-ES"/>
              <a:t> </a:t>
            </a:r>
            <a:r>
              <a:rPr lang="es-ES" err="1"/>
              <a:t>debiti</a:t>
            </a:r>
            <a:r>
              <a:rPr lang="es-ES"/>
              <a:t> </a:t>
            </a:r>
            <a:r>
              <a:rPr lang="es-ES" err="1"/>
              <a:t>doluptatur</a:t>
            </a:r>
            <a:r>
              <a:rPr lang="es-ES"/>
              <a:t>, que dicto </a:t>
            </a:r>
            <a:r>
              <a:rPr lang="es-ES" err="1"/>
              <a:t>consecume</a:t>
            </a:r>
            <a:r>
              <a:rPr lang="es-ES"/>
              <a:t> re, </a:t>
            </a:r>
            <a:r>
              <a:rPr lang="es-ES" err="1"/>
              <a:t>nusam</a:t>
            </a:r>
            <a:r>
              <a:rPr lang="es-ES"/>
              <a:t> et </a:t>
            </a:r>
            <a:r>
              <a:rPr lang="es-ES" err="1"/>
              <a:t>videllu</a:t>
            </a:r>
            <a:r>
              <a:rPr lang="es-ES"/>
              <a:t> </a:t>
            </a:r>
            <a:r>
              <a:rPr lang="es-ES" err="1"/>
              <a:t>picient</a:t>
            </a:r>
            <a:r>
              <a:rPr lang="es-ES"/>
              <a:t> </a:t>
            </a:r>
            <a:r>
              <a:rPr lang="es-ES" err="1"/>
              <a:t>iasperc</a:t>
            </a:r>
            <a:r>
              <a:rPr lang="es-ES"/>
              <a:t> </a:t>
            </a:r>
            <a:r>
              <a:rPr lang="es-ES" err="1"/>
              <a:t>hitatur</a:t>
            </a:r>
            <a:r>
              <a:rPr lang="es-ES"/>
              <a:t> </a:t>
            </a:r>
            <a:r>
              <a:rPr lang="es-ES" err="1"/>
              <a:t>ectibus</a:t>
            </a:r>
            <a:r>
              <a:rPr lang="es-ES"/>
              <a:t> </a:t>
            </a:r>
            <a:r>
              <a:rPr lang="es-ES" err="1"/>
              <a:t>eatenih</a:t>
            </a:r>
            <a:r>
              <a:rPr lang="es-ES"/>
              <a:t> </a:t>
            </a:r>
            <a:r>
              <a:rPr lang="es-ES" err="1"/>
              <a:t>iliquatibus</a:t>
            </a:r>
            <a:r>
              <a:rPr lang="es-ES"/>
              <a:t> </a:t>
            </a:r>
            <a:r>
              <a:rPr lang="es-ES" err="1"/>
              <a:t>volora</a:t>
            </a:r>
            <a:r>
              <a:rPr lang="es-ES"/>
              <a:t> </a:t>
            </a:r>
            <a:r>
              <a:rPr lang="es-ES" err="1"/>
              <a:t>vel</a:t>
            </a:r>
            <a:r>
              <a:rPr lang="es-ES"/>
              <a:t> </a:t>
            </a:r>
            <a:r>
              <a:rPr lang="es-ES" err="1"/>
              <a:t>earions</a:t>
            </a:r>
            <a:r>
              <a:rPr lang="es-ES"/>
              <a:t> </a:t>
            </a:r>
            <a:r>
              <a:rPr lang="es-ES" err="1"/>
              <a:t>equi</a:t>
            </a:r>
            <a:r>
              <a:rPr lang="es-ES"/>
              <a:t>. </a:t>
            </a:r>
            <a:br>
              <a:rPr lang="es-ES"/>
            </a:br>
            <a:r>
              <a:rPr lang="es-ES" err="1"/>
              <a:t>volorumqui</a:t>
            </a:r>
            <a:r>
              <a:rPr lang="es-ES"/>
              <a:t> con </a:t>
            </a:r>
            <a:r>
              <a:rPr lang="es-ES" err="1"/>
              <a:t>est</a:t>
            </a:r>
            <a:r>
              <a:rPr lang="es-ES"/>
              <a:t> </a:t>
            </a:r>
            <a:r>
              <a:rPr lang="es-ES" err="1"/>
              <a:t>rerferibus</a:t>
            </a:r>
            <a:r>
              <a:rPr lang="es-ES"/>
              <a:t> </a:t>
            </a:r>
            <a:r>
              <a:rPr lang="es-ES" err="1"/>
              <a:t>alit</a:t>
            </a:r>
            <a:r>
              <a:rPr lang="es-ES"/>
              <a:t> </a:t>
            </a:r>
            <a:r>
              <a:rPr lang="es-ES" err="1"/>
              <a:t>accabor</a:t>
            </a:r>
            <a:r>
              <a:rPr lang="es-ES"/>
              <a:t> </a:t>
            </a:r>
            <a:r>
              <a:rPr lang="es-ES" err="1"/>
              <a:t>itatem</a:t>
            </a:r>
            <a:r>
              <a:rPr lang="es-ES"/>
              <a:t> </a:t>
            </a:r>
            <a:r>
              <a:rPr lang="es-ES" err="1"/>
              <a:t>simolorio</a:t>
            </a:r>
            <a:r>
              <a:rPr lang="es-ES"/>
              <a:t> es </a:t>
            </a:r>
            <a:r>
              <a:rPr lang="es-ES" err="1"/>
              <a:t>etus</a:t>
            </a:r>
            <a:r>
              <a:rPr lang="es-ES"/>
              <a:t> </a:t>
            </a:r>
            <a:r>
              <a:rPr lang="es-ES" err="1"/>
              <a:t>esseque</a:t>
            </a:r>
            <a:r>
              <a:rPr lang="es-ES"/>
              <a:t> veles es </a:t>
            </a:r>
            <a:r>
              <a:rPr lang="es-ES" err="1"/>
              <a:t>dunt</a:t>
            </a:r>
            <a:r>
              <a:rPr lang="es-ES"/>
              <a:t> </a:t>
            </a:r>
            <a:r>
              <a:rPr lang="es-ES" err="1"/>
              <a:t>officta</a:t>
            </a:r>
            <a:r>
              <a:rPr lang="es-ES"/>
              <a:t> </a:t>
            </a:r>
            <a:r>
              <a:rPr lang="es-ES" err="1"/>
              <a:t>erupta</a:t>
            </a:r>
            <a:r>
              <a:rPr lang="es-ES"/>
              <a:t> </a:t>
            </a:r>
            <a:r>
              <a:rPr lang="es-ES" err="1"/>
              <a:t>ant</a:t>
            </a:r>
            <a:r>
              <a:rPr lang="es-ES"/>
              <a:t> </a:t>
            </a:r>
            <a:r>
              <a:rPr lang="es-ES" err="1"/>
              <a:t>omniment</a:t>
            </a:r>
            <a:r>
              <a:rPr lang="es-ES"/>
              <a:t> </a:t>
            </a:r>
            <a:r>
              <a:rPr lang="es-ES" err="1"/>
              <a:t>odi</a:t>
            </a:r>
            <a:r>
              <a:rPr lang="es-ES"/>
              <a:t> </a:t>
            </a:r>
            <a:r>
              <a:rPr lang="es-ES" err="1"/>
              <a:t>deria</a:t>
            </a:r>
            <a:r>
              <a:rPr lang="es-ES"/>
              <a:t> </a:t>
            </a:r>
            <a:r>
              <a:rPr lang="es-ES" err="1"/>
              <a:t>evelibuscia</a:t>
            </a:r>
            <a:r>
              <a:rPr lang="es-ES"/>
              <a:t> non re </a:t>
            </a:r>
            <a:r>
              <a:rPr lang="es-ES" err="1"/>
              <a:t>voleste</a:t>
            </a:r>
            <a:r>
              <a:rPr lang="es-ES"/>
              <a:t>.</a:t>
            </a:r>
          </a:p>
        </p:txBody>
      </p:sp>
      <p:sp>
        <p:nvSpPr>
          <p:cNvPr id="16" name="Marcador de texto 4">
            <a:extLst>
              <a:ext uri="{FF2B5EF4-FFF2-40B4-BE49-F238E27FC236}">
                <a16:creationId xmlns:a16="http://schemas.microsoft.com/office/drawing/2014/main" id="{FAC65DA7-3C33-485C-B20C-A039012FE8E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06463" y="2172974"/>
            <a:ext cx="5672137" cy="594092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buNone/>
              <a:defRPr lang="es-ES" sz="2400" b="1" kern="1200" dirty="0">
                <a:solidFill>
                  <a:srgbClr val="1E1E1E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r>
              <a:rPr lang="es-ES" sz="2400" err="1"/>
              <a:t>Aximinct</a:t>
            </a:r>
            <a:r>
              <a:rPr lang="es-ES" sz="2400"/>
              <a:t> </a:t>
            </a:r>
            <a:r>
              <a:rPr lang="es-ES" sz="2400" err="1"/>
              <a:t>emquibus</a:t>
            </a:r>
            <a:r>
              <a:rPr lang="es-ES" sz="2400"/>
              <a:t> et </a:t>
            </a:r>
            <a:r>
              <a:rPr lang="es-ES" sz="2400" err="1"/>
              <a:t>facium</a:t>
            </a:r>
            <a:r>
              <a:rPr lang="es-ES" sz="2400"/>
              <a:t> </a:t>
            </a:r>
            <a:r>
              <a:rPr lang="es-ES" sz="2400" err="1"/>
              <a:t>natur</a:t>
            </a:r>
            <a:endParaRPr lang="en-US" sz="2400"/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124FC6AE-9F44-4BC7-8570-A9AC27B43E3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4442" y="332974"/>
            <a:ext cx="1400054" cy="38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436838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o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7CECDC97-706A-4416-9EA1-C9FD7EDD00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05B2D1-880E-4846-A216-7D6770BA1332}" type="slidenum">
              <a:rPr lang="es-ES" smtClean="0"/>
              <a:pPr/>
              <a:t>‹#›</a:t>
            </a:fld>
            <a:endParaRPr lang="es-ES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9B12B4E-C17A-41FB-86C3-4075B88FFB48}"/>
              </a:ext>
            </a:extLst>
          </p:cNvPr>
          <p:cNvSpPr txBox="1"/>
          <p:nvPr userDrawn="1"/>
        </p:nvSpPr>
        <p:spPr>
          <a:xfrm>
            <a:off x="432928" y="7772943"/>
            <a:ext cx="4043094" cy="2400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960">
                <a:solidFill>
                  <a:srgbClr val="333333"/>
                </a:solidFill>
                <a:latin typeface="Century Gothic" panose="020B0502020202020204" pitchFamily="34" charset="0"/>
              </a:rPr>
              <a:t>© Copyright Universidad Europea. Todos los derechos reservados</a:t>
            </a:r>
            <a:endParaRPr lang="es-ES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EF3A0E82-FF4A-4767-8F46-4CEFBC357853}"/>
              </a:ext>
            </a:extLst>
          </p:cNvPr>
          <p:cNvSpPr/>
          <p:nvPr userDrawn="1"/>
        </p:nvSpPr>
        <p:spPr>
          <a:xfrm>
            <a:off x="13723938" y="7570604"/>
            <a:ext cx="384969" cy="384969"/>
          </a:xfrm>
          <a:prstGeom prst="rect">
            <a:avLst/>
          </a:prstGeom>
          <a:solidFill>
            <a:srgbClr val="FF32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D98A20FD-FA6A-48A8-A926-BC8A5586398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06463" y="1182159"/>
            <a:ext cx="6561949" cy="703086"/>
          </a:xfrm>
        </p:spPr>
        <p:txBody>
          <a:bodyPr lIns="0" anchor="t">
            <a:noAutofit/>
          </a:bodyPr>
          <a:lstStyle>
            <a:lvl1pPr>
              <a:defRPr sz="4330"/>
            </a:lvl1pPr>
          </a:lstStyle>
          <a:p>
            <a:r>
              <a:rPr lang="es-ES" err="1"/>
              <a:t>Lorem</a:t>
            </a:r>
            <a:r>
              <a:rPr lang="es-ES"/>
              <a:t> </a:t>
            </a:r>
            <a:r>
              <a:rPr lang="es-ES" err="1"/>
              <a:t>ipsum</a:t>
            </a:r>
            <a:r>
              <a:rPr lang="es-ES"/>
              <a:t> dolor </a:t>
            </a:r>
            <a:r>
              <a:rPr lang="es-ES" err="1"/>
              <a:t>sit</a:t>
            </a:r>
            <a:endParaRPr lang="en-US"/>
          </a:p>
        </p:txBody>
      </p:sp>
      <p:sp>
        <p:nvSpPr>
          <p:cNvPr id="13" name="Marcador de texto 17">
            <a:extLst>
              <a:ext uri="{FF2B5EF4-FFF2-40B4-BE49-F238E27FC236}">
                <a16:creationId xmlns:a16="http://schemas.microsoft.com/office/drawing/2014/main" id="{8A1695F4-5BF3-4507-93DF-073A697D5D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06463" y="2767066"/>
            <a:ext cx="8951912" cy="4551309"/>
          </a:xfrm>
        </p:spPr>
        <p:txBody>
          <a:bodyPr lIns="0">
            <a:noAutofit/>
          </a:bodyPr>
          <a:lstStyle>
            <a:lvl1pPr marL="0" indent="0">
              <a:lnSpc>
                <a:spcPts val="1700"/>
              </a:lnSpc>
              <a:spcBef>
                <a:spcPts val="900"/>
              </a:spcBef>
              <a:spcAft>
                <a:spcPts val="900"/>
              </a:spcAft>
              <a:buNone/>
              <a:defRPr sz="1440" b="0">
                <a:solidFill>
                  <a:srgbClr val="1E1E1E"/>
                </a:solidFill>
              </a:defRPr>
            </a:lvl1pPr>
          </a:lstStyle>
          <a:p>
            <a:pPr lvl="0"/>
            <a:r>
              <a:rPr lang="es-ES" err="1"/>
              <a:t>Poribus</a:t>
            </a:r>
            <a:r>
              <a:rPr lang="es-ES"/>
              <a:t> </a:t>
            </a:r>
            <a:r>
              <a:rPr lang="es-ES" err="1"/>
              <a:t>reiciis</a:t>
            </a:r>
            <a:r>
              <a:rPr lang="es-ES"/>
              <a:t> </a:t>
            </a:r>
            <a:r>
              <a:rPr lang="es-ES" err="1"/>
              <a:t>conseque</a:t>
            </a:r>
            <a:r>
              <a:rPr lang="es-ES"/>
              <a:t> </a:t>
            </a:r>
            <a:r>
              <a:rPr lang="es-ES" err="1"/>
              <a:t>conempo</a:t>
            </a:r>
            <a:r>
              <a:rPr lang="es-ES"/>
              <a:t> </a:t>
            </a:r>
            <a:r>
              <a:rPr lang="es-ES" err="1"/>
              <a:t>ribusam</a:t>
            </a:r>
            <a:r>
              <a:rPr lang="es-ES"/>
              <a:t> </a:t>
            </a:r>
            <a:r>
              <a:rPr lang="es-ES" err="1"/>
              <a:t>enimincil</a:t>
            </a:r>
            <a:r>
              <a:rPr lang="es-ES"/>
              <a:t> </a:t>
            </a:r>
            <a:r>
              <a:rPr lang="es-ES" err="1"/>
              <a:t>molupta</a:t>
            </a:r>
            <a:r>
              <a:rPr lang="es-ES"/>
              <a:t> </a:t>
            </a:r>
            <a:r>
              <a:rPr lang="es-ES" err="1"/>
              <a:t>tiatesed</a:t>
            </a:r>
            <a:r>
              <a:rPr lang="es-ES"/>
              <a:t> qui </a:t>
            </a:r>
            <a:r>
              <a:rPr lang="es-ES" err="1"/>
              <a:t>sit</a:t>
            </a:r>
            <a:r>
              <a:rPr lang="es-ES"/>
              <a:t> </a:t>
            </a:r>
            <a:r>
              <a:rPr lang="es-ES" err="1"/>
              <a:t>aut</a:t>
            </a:r>
            <a:r>
              <a:rPr lang="es-ES"/>
              <a:t> </a:t>
            </a:r>
            <a:r>
              <a:rPr lang="es-ES" err="1"/>
              <a:t>harit</a:t>
            </a:r>
            <a:r>
              <a:rPr lang="es-ES"/>
              <a:t>, </a:t>
            </a:r>
            <a:r>
              <a:rPr lang="es-ES" err="1"/>
              <a:t>quoditat</a:t>
            </a:r>
            <a:r>
              <a:rPr lang="es-ES"/>
              <a:t> mi, </a:t>
            </a:r>
            <a:r>
              <a:rPr lang="es-ES" err="1"/>
              <a:t>experum</a:t>
            </a:r>
            <a:r>
              <a:rPr lang="es-ES"/>
              <a:t> a </a:t>
            </a:r>
            <a:r>
              <a:rPr lang="es-ES" err="1"/>
              <a:t>conse</a:t>
            </a:r>
            <a:r>
              <a:rPr lang="es-ES"/>
              <a:t> </a:t>
            </a:r>
            <a:r>
              <a:rPr lang="es-ES" err="1"/>
              <a:t>sequamet</a:t>
            </a:r>
            <a:r>
              <a:rPr lang="es-ES"/>
              <a:t>, quid </a:t>
            </a:r>
            <a:r>
              <a:rPr lang="es-ES" err="1"/>
              <a:t>ullestrum</a:t>
            </a:r>
            <a:r>
              <a:rPr lang="es-ES"/>
              <a:t> quia </a:t>
            </a:r>
            <a:r>
              <a:rPr lang="es-ES" err="1"/>
              <a:t>estemqu</a:t>
            </a:r>
            <a:r>
              <a:rPr lang="es-ES"/>
              <a:t> </a:t>
            </a:r>
            <a:r>
              <a:rPr lang="es-ES" err="1"/>
              <a:t>idundam</a:t>
            </a:r>
            <a:r>
              <a:rPr lang="es-ES"/>
              <a:t> qui </a:t>
            </a:r>
            <a:r>
              <a:rPr lang="es-ES" err="1"/>
              <a:t>alitiis</a:t>
            </a:r>
            <a:r>
              <a:rPr lang="es-ES"/>
              <a:t> sitia quo </a:t>
            </a:r>
            <a:r>
              <a:rPr lang="es-ES" err="1"/>
              <a:t>totationsedi</a:t>
            </a:r>
            <a:r>
              <a:rPr lang="es-ES"/>
              <a:t> </a:t>
            </a:r>
            <a:r>
              <a:rPr lang="es-ES" err="1"/>
              <a:t>dolorpor</a:t>
            </a:r>
            <a:r>
              <a:rPr lang="es-ES"/>
              <a:t> </a:t>
            </a:r>
            <a:r>
              <a:rPr lang="es-ES" err="1"/>
              <a:t>samus</a:t>
            </a:r>
            <a:r>
              <a:rPr lang="es-ES"/>
              <a:t> am, </a:t>
            </a:r>
            <a:r>
              <a:rPr lang="es-ES" err="1"/>
              <a:t>ullabore</a:t>
            </a:r>
            <a:r>
              <a:rPr lang="es-ES"/>
              <a:t> </a:t>
            </a:r>
            <a:r>
              <a:rPr lang="es-ES" err="1"/>
              <a:t>nihicipsusa</a:t>
            </a:r>
            <a:r>
              <a:rPr lang="es-ES"/>
              <a:t> </a:t>
            </a:r>
            <a:r>
              <a:rPr lang="es-ES" err="1"/>
              <a:t>conse</a:t>
            </a:r>
            <a:r>
              <a:rPr lang="es-ES"/>
              <a:t> </a:t>
            </a:r>
            <a:r>
              <a:rPr lang="es-ES" err="1"/>
              <a:t>conet</a:t>
            </a:r>
            <a:r>
              <a:rPr lang="es-ES"/>
              <a:t> </a:t>
            </a:r>
            <a:r>
              <a:rPr lang="es-ES" err="1"/>
              <a:t>quuntin</a:t>
            </a:r>
            <a:r>
              <a:rPr lang="es-ES"/>
              <a:t> </a:t>
            </a:r>
            <a:r>
              <a:rPr lang="es-ES" err="1"/>
              <a:t>ullabor</a:t>
            </a:r>
            <a:r>
              <a:rPr lang="es-ES"/>
              <a:t> </a:t>
            </a:r>
            <a:r>
              <a:rPr lang="es-ES" err="1"/>
              <a:t>ionsequos</a:t>
            </a:r>
            <a:r>
              <a:rPr lang="es-ES"/>
              <a:t> es </a:t>
            </a:r>
            <a:r>
              <a:rPr lang="es-ES" err="1"/>
              <a:t>aut</a:t>
            </a:r>
            <a:r>
              <a:rPr lang="es-ES"/>
              <a:t> </a:t>
            </a:r>
            <a:r>
              <a:rPr lang="es-ES" err="1"/>
              <a:t>moloreptur</a:t>
            </a:r>
            <a:r>
              <a:rPr lang="es-ES"/>
              <a:t> </a:t>
            </a:r>
            <a:r>
              <a:rPr lang="es-ES" err="1"/>
              <a:t>molorep</a:t>
            </a:r>
            <a:r>
              <a:rPr lang="es-ES"/>
              <a:t> </a:t>
            </a:r>
            <a:r>
              <a:rPr lang="es-ES" err="1"/>
              <a:t>erspica</a:t>
            </a:r>
            <a:r>
              <a:rPr lang="es-ES"/>
              <a:t> </a:t>
            </a:r>
            <a:r>
              <a:rPr lang="es-ES" err="1"/>
              <a:t>tiossin</a:t>
            </a:r>
            <a:r>
              <a:rPr lang="es-ES"/>
              <a:t> </a:t>
            </a:r>
            <a:r>
              <a:rPr lang="es-ES" err="1"/>
              <a:t>vendae</a:t>
            </a:r>
            <a:r>
              <a:rPr lang="es-ES"/>
              <a:t> dolor as dolo </a:t>
            </a:r>
            <a:r>
              <a:rPr lang="es-ES" err="1"/>
              <a:t>consendit</a:t>
            </a:r>
            <a:r>
              <a:rPr lang="es-ES"/>
              <a:t>.</a:t>
            </a:r>
          </a:p>
          <a:p>
            <a:pPr lvl="0"/>
            <a:r>
              <a:rPr lang="es-ES" err="1"/>
              <a:t>Arupiet</a:t>
            </a:r>
            <a:r>
              <a:rPr lang="es-ES"/>
              <a:t> </a:t>
            </a:r>
            <a:r>
              <a:rPr lang="es-ES" err="1"/>
              <a:t>autest</a:t>
            </a:r>
            <a:r>
              <a:rPr lang="es-ES"/>
              <a:t> </a:t>
            </a:r>
            <a:r>
              <a:rPr lang="es-ES" err="1"/>
              <a:t>ent</a:t>
            </a:r>
            <a:r>
              <a:rPr lang="es-ES"/>
              <a:t> </a:t>
            </a:r>
            <a:r>
              <a:rPr lang="es-ES" err="1"/>
              <a:t>laudant</a:t>
            </a:r>
            <a:r>
              <a:rPr lang="es-ES"/>
              <a:t> ut </a:t>
            </a:r>
            <a:r>
              <a:rPr lang="es-ES" err="1"/>
              <a:t>eatur</a:t>
            </a:r>
            <a:r>
              <a:rPr lang="es-ES"/>
              <a:t>?</a:t>
            </a:r>
            <a:br>
              <a:rPr lang="es-ES"/>
            </a:br>
            <a:r>
              <a:rPr lang="es-ES" err="1"/>
              <a:t>Ehenima</a:t>
            </a:r>
            <a:r>
              <a:rPr lang="es-ES"/>
              <a:t> </a:t>
            </a:r>
            <a:r>
              <a:rPr lang="es-ES" err="1"/>
              <a:t>gniatis</a:t>
            </a:r>
            <a:r>
              <a:rPr lang="es-ES"/>
              <a:t> </a:t>
            </a:r>
            <a:r>
              <a:rPr lang="es-ES" err="1"/>
              <a:t>nus</a:t>
            </a:r>
            <a:r>
              <a:rPr lang="es-ES"/>
              <a:t> </a:t>
            </a:r>
            <a:r>
              <a:rPr lang="es-ES" err="1"/>
              <a:t>reped</a:t>
            </a:r>
            <a:r>
              <a:rPr lang="es-ES"/>
              <a:t> </a:t>
            </a:r>
            <a:r>
              <a:rPr lang="es-ES" err="1"/>
              <a:t>mint</a:t>
            </a:r>
            <a:r>
              <a:rPr lang="es-ES"/>
              <a:t> a </a:t>
            </a:r>
            <a:r>
              <a:rPr lang="es-ES" err="1"/>
              <a:t>velit</a:t>
            </a:r>
            <a:r>
              <a:rPr lang="es-ES"/>
              <a:t> </a:t>
            </a:r>
            <a:r>
              <a:rPr lang="es-ES" err="1"/>
              <a:t>aut</a:t>
            </a:r>
            <a:r>
              <a:rPr lang="es-ES"/>
              <a:t> </a:t>
            </a:r>
            <a:r>
              <a:rPr lang="es-ES" err="1"/>
              <a:t>est</a:t>
            </a:r>
            <a:r>
              <a:rPr lang="es-ES"/>
              <a:t>, </a:t>
            </a:r>
            <a:r>
              <a:rPr lang="es-ES" err="1"/>
              <a:t>cusdae</a:t>
            </a:r>
            <a:r>
              <a:rPr lang="es-ES"/>
              <a:t> </a:t>
            </a:r>
            <a:r>
              <a:rPr lang="es-ES" err="1"/>
              <a:t>etur</a:t>
            </a:r>
            <a:r>
              <a:rPr lang="es-ES"/>
              <a:t> </a:t>
            </a:r>
            <a:r>
              <a:rPr lang="es-ES" err="1"/>
              <a:t>apic</a:t>
            </a:r>
            <a:r>
              <a:rPr lang="es-ES"/>
              <a:t> </a:t>
            </a:r>
            <a:r>
              <a:rPr lang="es-ES" err="1"/>
              <a:t>to</a:t>
            </a:r>
            <a:r>
              <a:rPr lang="es-ES"/>
              <a:t> </a:t>
            </a:r>
            <a:r>
              <a:rPr lang="es-ES" err="1"/>
              <a:t>testi</a:t>
            </a:r>
            <a:r>
              <a:rPr lang="es-ES"/>
              <a:t> sed este </a:t>
            </a:r>
            <a:r>
              <a:rPr lang="es-ES" err="1"/>
              <a:t>eum</a:t>
            </a:r>
            <a:r>
              <a:rPr lang="es-ES"/>
              <a:t> fuga. </a:t>
            </a:r>
            <a:r>
              <a:rPr lang="es-ES" err="1"/>
              <a:t>Lenet</a:t>
            </a:r>
            <a:r>
              <a:rPr lang="es-ES"/>
              <a:t> et </a:t>
            </a:r>
            <a:r>
              <a:rPr lang="es-ES" err="1"/>
              <a:t>laborerum</a:t>
            </a:r>
            <a:r>
              <a:rPr lang="es-ES"/>
              <a:t> </a:t>
            </a:r>
            <a:r>
              <a:rPr lang="es-ES" err="1"/>
              <a:t>aut</a:t>
            </a:r>
            <a:r>
              <a:rPr lang="es-ES"/>
              <a:t> </a:t>
            </a:r>
            <a:r>
              <a:rPr lang="es-ES" err="1"/>
              <a:t>quamus</a:t>
            </a:r>
            <a:r>
              <a:rPr lang="es-ES"/>
              <a:t> </a:t>
            </a:r>
            <a:r>
              <a:rPr lang="es-ES" err="1"/>
              <a:t>sinventio</a:t>
            </a:r>
            <a:r>
              <a:rPr lang="es-ES"/>
              <a:t> </a:t>
            </a:r>
            <a:r>
              <a:rPr lang="es-ES" err="1"/>
              <a:t>molentur</a:t>
            </a:r>
            <a:r>
              <a:rPr lang="es-ES"/>
              <a:t> </a:t>
            </a:r>
            <a:r>
              <a:rPr lang="es-ES" err="1"/>
              <a:t>maio</a:t>
            </a:r>
            <a:r>
              <a:rPr lang="es-ES"/>
              <a:t> </a:t>
            </a:r>
            <a:r>
              <a:rPr lang="es-ES" err="1"/>
              <a:t>bernam</a:t>
            </a:r>
            <a:r>
              <a:rPr lang="es-ES"/>
              <a:t> </a:t>
            </a:r>
            <a:r>
              <a:rPr lang="es-ES" err="1"/>
              <a:t>dollandel</a:t>
            </a:r>
            <a:r>
              <a:rPr lang="es-ES"/>
              <a:t> </a:t>
            </a:r>
            <a:r>
              <a:rPr lang="es-ES" err="1"/>
              <a:t>experovit</a:t>
            </a:r>
            <a:r>
              <a:rPr lang="es-ES"/>
              <a:t>, </a:t>
            </a:r>
            <a:r>
              <a:rPr lang="es-ES" err="1"/>
              <a:t>odictatum</a:t>
            </a:r>
            <a:r>
              <a:rPr lang="es-ES"/>
              <a:t> re </a:t>
            </a:r>
            <a:r>
              <a:rPr lang="es-ES" err="1"/>
              <a:t>accus</a:t>
            </a:r>
            <a:r>
              <a:rPr lang="es-ES"/>
              <a:t> </a:t>
            </a:r>
            <a:r>
              <a:rPr lang="es-ES" err="1"/>
              <a:t>dolorruptium</a:t>
            </a:r>
            <a:r>
              <a:rPr lang="es-ES"/>
              <a:t> </a:t>
            </a:r>
            <a:r>
              <a:rPr lang="es-ES" err="1"/>
              <a:t>vel</a:t>
            </a:r>
            <a:r>
              <a:rPr lang="es-ES"/>
              <a:t> </a:t>
            </a:r>
            <a:r>
              <a:rPr lang="es-ES" err="1"/>
              <a:t>ma</a:t>
            </a:r>
            <a:r>
              <a:rPr lang="es-ES"/>
              <a:t> </a:t>
            </a:r>
            <a:r>
              <a:rPr lang="es-ES" err="1"/>
              <a:t>cus</a:t>
            </a:r>
            <a:r>
              <a:rPr lang="es-ES"/>
              <a:t>.</a:t>
            </a:r>
          </a:p>
          <a:p>
            <a:pPr lvl="0"/>
            <a:r>
              <a:rPr lang="es-ES" err="1"/>
              <a:t>Arupiet</a:t>
            </a:r>
            <a:r>
              <a:rPr lang="es-ES"/>
              <a:t> </a:t>
            </a:r>
            <a:r>
              <a:rPr lang="es-ES" err="1"/>
              <a:t>autest</a:t>
            </a:r>
            <a:r>
              <a:rPr lang="es-ES"/>
              <a:t> </a:t>
            </a:r>
            <a:r>
              <a:rPr lang="es-ES" err="1"/>
              <a:t>ent</a:t>
            </a:r>
            <a:r>
              <a:rPr lang="es-ES"/>
              <a:t> </a:t>
            </a:r>
            <a:r>
              <a:rPr lang="es-ES" err="1"/>
              <a:t>laudant</a:t>
            </a:r>
            <a:r>
              <a:rPr lang="es-ES"/>
              <a:t> ut </a:t>
            </a:r>
            <a:r>
              <a:rPr lang="es-ES" err="1"/>
              <a:t>eatur</a:t>
            </a:r>
            <a:r>
              <a:rPr lang="es-ES"/>
              <a:t>?</a:t>
            </a:r>
            <a:br>
              <a:rPr lang="es-ES"/>
            </a:br>
            <a:r>
              <a:rPr lang="es-ES" err="1"/>
              <a:t>Ommos</a:t>
            </a:r>
            <a:r>
              <a:rPr lang="es-ES"/>
              <a:t> </a:t>
            </a:r>
            <a:r>
              <a:rPr lang="es-ES" err="1"/>
              <a:t>num</a:t>
            </a:r>
            <a:r>
              <a:rPr lang="es-ES"/>
              <a:t> ad </a:t>
            </a:r>
            <a:r>
              <a:rPr lang="es-ES" err="1"/>
              <a:t>est</a:t>
            </a:r>
            <a:r>
              <a:rPr lang="es-ES"/>
              <a:t> </a:t>
            </a:r>
            <a:r>
              <a:rPr lang="es-ES" err="1"/>
              <a:t>ilitatur</a:t>
            </a:r>
            <a:r>
              <a:rPr lang="es-ES"/>
              <a:t> </a:t>
            </a:r>
            <a:r>
              <a:rPr lang="es-ES" err="1"/>
              <a:t>sitiam</a:t>
            </a:r>
            <a:r>
              <a:rPr lang="es-ES"/>
              <a:t> </a:t>
            </a:r>
            <a:r>
              <a:rPr lang="es-ES" err="1"/>
              <a:t>fugiamet</a:t>
            </a:r>
            <a:r>
              <a:rPr lang="es-ES"/>
              <a:t> </a:t>
            </a:r>
            <a:r>
              <a:rPr lang="es-ES" err="1"/>
              <a:t>dipsant</a:t>
            </a:r>
            <a:r>
              <a:rPr lang="es-ES"/>
              <a:t> </a:t>
            </a:r>
            <a:r>
              <a:rPr lang="es-ES" err="1"/>
              <a:t>incime</a:t>
            </a:r>
            <a:r>
              <a:rPr lang="es-ES"/>
              <a:t> </a:t>
            </a:r>
            <a:r>
              <a:rPr lang="es-ES" err="1"/>
              <a:t>voluptibus</a:t>
            </a:r>
            <a:r>
              <a:rPr lang="es-ES"/>
              <a:t> </a:t>
            </a:r>
            <a:r>
              <a:rPr lang="es-ES" err="1"/>
              <a:t>eumquo</a:t>
            </a:r>
            <a:r>
              <a:rPr lang="es-ES"/>
              <a:t> et </a:t>
            </a:r>
            <a:r>
              <a:rPr lang="es-ES" err="1"/>
              <a:t>elibusa</a:t>
            </a:r>
            <a:r>
              <a:rPr lang="es-ES"/>
              <a:t> </a:t>
            </a:r>
            <a:r>
              <a:rPr lang="es-ES" err="1"/>
              <a:t>consed</a:t>
            </a:r>
            <a:r>
              <a:rPr lang="es-ES"/>
              <a:t> </a:t>
            </a:r>
            <a:r>
              <a:rPr lang="es-ES" err="1"/>
              <a:t>quam</a:t>
            </a:r>
            <a:r>
              <a:rPr lang="es-ES"/>
              <a:t>, </a:t>
            </a:r>
            <a:r>
              <a:rPr lang="es-ES" err="1"/>
              <a:t>tecesciis</a:t>
            </a:r>
            <a:r>
              <a:rPr lang="es-ES"/>
              <a:t> </a:t>
            </a:r>
            <a:r>
              <a:rPr lang="es-ES" err="1"/>
              <a:t>velignimus</a:t>
            </a:r>
            <a:r>
              <a:rPr lang="es-ES"/>
              <a:t>, </a:t>
            </a:r>
            <a:r>
              <a:rPr lang="es-ES" err="1"/>
              <a:t>exped</a:t>
            </a:r>
            <a:r>
              <a:rPr lang="es-ES"/>
              <a:t> </a:t>
            </a:r>
            <a:r>
              <a:rPr lang="es-ES" err="1"/>
              <a:t>ma</a:t>
            </a:r>
            <a:r>
              <a:rPr lang="es-ES"/>
              <a:t> con </a:t>
            </a:r>
            <a:r>
              <a:rPr lang="es-ES" err="1"/>
              <a:t>nis</a:t>
            </a:r>
            <a:r>
              <a:rPr lang="es-ES"/>
              <a:t> dolor sunt opta qui </a:t>
            </a:r>
            <a:r>
              <a:rPr lang="es-ES" err="1"/>
              <a:t>bero</a:t>
            </a:r>
            <a:r>
              <a:rPr lang="es-ES"/>
              <a:t> con </a:t>
            </a:r>
            <a:r>
              <a:rPr lang="es-ES" err="1"/>
              <a:t>porum</a:t>
            </a:r>
            <a:r>
              <a:rPr lang="es-ES"/>
              <a:t> </a:t>
            </a:r>
            <a:r>
              <a:rPr lang="es-ES" err="1"/>
              <a:t>delique</a:t>
            </a:r>
            <a:r>
              <a:rPr lang="es-ES"/>
              <a:t> </a:t>
            </a:r>
            <a:r>
              <a:rPr lang="es-ES" err="1"/>
              <a:t>cus</a:t>
            </a:r>
            <a:r>
              <a:rPr lang="es-ES"/>
              <a:t> et </a:t>
            </a:r>
            <a:r>
              <a:rPr lang="es-ES" err="1"/>
              <a:t>et</a:t>
            </a:r>
            <a:r>
              <a:rPr lang="es-ES"/>
              <a:t> </a:t>
            </a:r>
            <a:r>
              <a:rPr lang="es-ES" err="1"/>
              <a:t>voloribus</a:t>
            </a:r>
            <a:r>
              <a:rPr lang="es-ES"/>
              <a:t> </a:t>
            </a:r>
            <a:r>
              <a:rPr lang="es-ES" err="1"/>
              <a:t>expella</a:t>
            </a:r>
            <a:r>
              <a:rPr lang="es-ES"/>
              <a:t> </a:t>
            </a:r>
            <a:r>
              <a:rPr lang="es-ES" err="1"/>
              <a:t>borepe</a:t>
            </a:r>
            <a:r>
              <a:rPr lang="es-ES"/>
              <a:t> </a:t>
            </a:r>
            <a:r>
              <a:rPr lang="es-ES" err="1"/>
              <a:t>ped</a:t>
            </a:r>
            <a:r>
              <a:rPr lang="es-ES"/>
              <a:t> </a:t>
            </a:r>
            <a:r>
              <a:rPr lang="es-ES" err="1"/>
              <a:t>eum</a:t>
            </a:r>
            <a:r>
              <a:rPr lang="es-ES"/>
              <a:t> </a:t>
            </a:r>
            <a:r>
              <a:rPr lang="es-ES" err="1"/>
              <a:t>endios</a:t>
            </a:r>
            <a:r>
              <a:rPr lang="es-ES"/>
              <a:t> </a:t>
            </a:r>
            <a:r>
              <a:rPr lang="es-ES" err="1"/>
              <a:t>exerat</a:t>
            </a:r>
            <a:r>
              <a:rPr lang="es-ES"/>
              <a:t> </a:t>
            </a:r>
            <a:r>
              <a:rPr lang="es-ES" err="1"/>
              <a:t>debiti</a:t>
            </a:r>
            <a:r>
              <a:rPr lang="es-ES"/>
              <a:t> </a:t>
            </a:r>
            <a:r>
              <a:rPr lang="es-ES" err="1"/>
              <a:t>doluptatur</a:t>
            </a:r>
            <a:r>
              <a:rPr lang="es-ES"/>
              <a:t>, que dicto </a:t>
            </a:r>
            <a:r>
              <a:rPr lang="es-ES" err="1"/>
              <a:t>consecume</a:t>
            </a:r>
            <a:r>
              <a:rPr lang="es-ES"/>
              <a:t> re, </a:t>
            </a:r>
            <a:r>
              <a:rPr lang="es-ES" err="1"/>
              <a:t>nusam</a:t>
            </a:r>
            <a:r>
              <a:rPr lang="es-ES"/>
              <a:t> et </a:t>
            </a:r>
            <a:r>
              <a:rPr lang="es-ES" err="1"/>
              <a:t>videllu</a:t>
            </a:r>
            <a:r>
              <a:rPr lang="es-ES"/>
              <a:t> </a:t>
            </a:r>
            <a:r>
              <a:rPr lang="es-ES" err="1"/>
              <a:t>picient</a:t>
            </a:r>
            <a:r>
              <a:rPr lang="es-ES"/>
              <a:t> </a:t>
            </a:r>
            <a:r>
              <a:rPr lang="es-ES" err="1"/>
              <a:t>iasperc</a:t>
            </a:r>
            <a:r>
              <a:rPr lang="es-ES"/>
              <a:t> </a:t>
            </a:r>
            <a:r>
              <a:rPr lang="es-ES" err="1"/>
              <a:t>hitatur</a:t>
            </a:r>
            <a:r>
              <a:rPr lang="es-ES"/>
              <a:t> </a:t>
            </a:r>
            <a:r>
              <a:rPr lang="es-ES" err="1"/>
              <a:t>ectibus</a:t>
            </a:r>
            <a:r>
              <a:rPr lang="es-ES"/>
              <a:t> </a:t>
            </a:r>
            <a:r>
              <a:rPr lang="es-ES" err="1"/>
              <a:t>eatenih</a:t>
            </a:r>
            <a:r>
              <a:rPr lang="es-ES"/>
              <a:t> </a:t>
            </a:r>
            <a:r>
              <a:rPr lang="es-ES" err="1"/>
              <a:t>iliquatibus</a:t>
            </a:r>
            <a:r>
              <a:rPr lang="es-ES"/>
              <a:t> </a:t>
            </a:r>
            <a:r>
              <a:rPr lang="es-ES" err="1"/>
              <a:t>volora</a:t>
            </a:r>
            <a:r>
              <a:rPr lang="es-ES"/>
              <a:t> </a:t>
            </a:r>
            <a:r>
              <a:rPr lang="es-ES" err="1"/>
              <a:t>vel</a:t>
            </a:r>
            <a:r>
              <a:rPr lang="es-ES"/>
              <a:t> </a:t>
            </a:r>
            <a:r>
              <a:rPr lang="es-ES" err="1"/>
              <a:t>earions</a:t>
            </a:r>
            <a:r>
              <a:rPr lang="es-ES"/>
              <a:t> </a:t>
            </a:r>
            <a:r>
              <a:rPr lang="es-ES" err="1"/>
              <a:t>equi</a:t>
            </a:r>
            <a:r>
              <a:rPr lang="es-ES"/>
              <a:t>. </a:t>
            </a:r>
            <a:br>
              <a:rPr lang="es-ES"/>
            </a:br>
            <a:r>
              <a:rPr lang="es-ES" err="1"/>
              <a:t>volorumqui</a:t>
            </a:r>
            <a:r>
              <a:rPr lang="es-ES"/>
              <a:t> con </a:t>
            </a:r>
            <a:r>
              <a:rPr lang="es-ES" err="1"/>
              <a:t>est</a:t>
            </a:r>
            <a:r>
              <a:rPr lang="es-ES"/>
              <a:t> </a:t>
            </a:r>
            <a:r>
              <a:rPr lang="es-ES" err="1"/>
              <a:t>rerferibus</a:t>
            </a:r>
            <a:r>
              <a:rPr lang="es-ES"/>
              <a:t> </a:t>
            </a:r>
            <a:r>
              <a:rPr lang="es-ES" err="1"/>
              <a:t>alit</a:t>
            </a:r>
            <a:r>
              <a:rPr lang="es-ES"/>
              <a:t> </a:t>
            </a:r>
            <a:r>
              <a:rPr lang="es-ES" err="1"/>
              <a:t>accabor</a:t>
            </a:r>
            <a:r>
              <a:rPr lang="es-ES"/>
              <a:t> </a:t>
            </a:r>
            <a:r>
              <a:rPr lang="es-ES" err="1"/>
              <a:t>itatem</a:t>
            </a:r>
            <a:r>
              <a:rPr lang="es-ES"/>
              <a:t> </a:t>
            </a:r>
            <a:r>
              <a:rPr lang="es-ES" err="1"/>
              <a:t>simolorio</a:t>
            </a:r>
            <a:r>
              <a:rPr lang="es-ES"/>
              <a:t> es </a:t>
            </a:r>
            <a:r>
              <a:rPr lang="es-ES" err="1"/>
              <a:t>etus</a:t>
            </a:r>
            <a:r>
              <a:rPr lang="es-ES"/>
              <a:t> </a:t>
            </a:r>
            <a:r>
              <a:rPr lang="es-ES" err="1"/>
              <a:t>esseque</a:t>
            </a:r>
            <a:r>
              <a:rPr lang="es-ES"/>
              <a:t> veles es </a:t>
            </a:r>
            <a:r>
              <a:rPr lang="es-ES" err="1"/>
              <a:t>dunt</a:t>
            </a:r>
            <a:r>
              <a:rPr lang="es-ES"/>
              <a:t> </a:t>
            </a:r>
            <a:r>
              <a:rPr lang="es-ES" err="1"/>
              <a:t>officta</a:t>
            </a:r>
            <a:r>
              <a:rPr lang="es-ES"/>
              <a:t> </a:t>
            </a:r>
            <a:r>
              <a:rPr lang="es-ES" err="1"/>
              <a:t>erupta</a:t>
            </a:r>
            <a:r>
              <a:rPr lang="es-ES"/>
              <a:t> </a:t>
            </a:r>
            <a:r>
              <a:rPr lang="es-ES" err="1"/>
              <a:t>ant</a:t>
            </a:r>
            <a:r>
              <a:rPr lang="es-ES"/>
              <a:t> </a:t>
            </a:r>
            <a:r>
              <a:rPr lang="es-ES" err="1"/>
              <a:t>omniment</a:t>
            </a:r>
            <a:r>
              <a:rPr lang="es-ES"/>
              <a:t> </a:t>
            </a:r>
            <a:r>
              <a:rPr lang="es-ES" err="1"/>
              <a:t>odi</a:t>
            </a:r>
            <a:r>
              <a:rPr lang="es-ES"/>
              <a:t> </a:t>
            </a:r>
            <a:r>
              <a:rPr lang="es-ES" err="1"/>
              <a:t>deria</a:t>
            </a:r>
            <a:r>
              <a:rPr lang="es-ES"/>
              <a:t> </a:t>
            </a:r>
            <a:r>
              <a:rPr lang="es-ES" err="1"/>
              <a:t>evelibuscia</a:t>
            </a:r>
            <a:r>
              <a:rPr lang="es-ES"/>
              <a:t> non re </a:t>
            </a:r>
            <a:r>
              <a:rPr lang="es-ES" err="1"/>
              <a:t>voleste</a:t>
            </a:r>
            <a:r>
              <a:rPr lang="es-ES"/>
              <a:t>.</a:t>
            </a:r>
          </a:p>
        </p:txBody>
      </p:sp>
      <p:sp>
        <p:nvSpPr>
          <p:cNvPr id="14" name="Marcador de texto 4">
            <a:extLst>
              <a:ext uri="{FF2B5EF4-FFF2-40B4-BE49-F238E27FC236}">
                <a16:creationId xmlns:a16="http://schemas.microsoft.com/office/drawing/2014/main" id="{BE2A1097-09E3-4BFE-95B2-33E0226DEF0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06463" y="2172974"/>
            <a:ext cx="5672137" cy="594092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buNone/>
              <a:defRPr lang="es-ES" sz="2400" b="1" kern="1200" dirty="0">
                <a:solidFill>
                  <a:srgbClr val="1E1E1E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r>
              <a:rPr lang="es-ES" sz="2400" err="1"/>
              <a:t>Aximinct</a:t>
            </a:r>
            <a:r>
              <a:rPr lang="es-ES" sz="2400"/>
              <a:t> </a:t>
            </a:r>
            <a:r>
              <a:rPr lang="es-ES" sz="2400" err="1"/>
              <a:t>emquibus</a:t>
            </a:r>
            <a:r>
              <a:rPr lang="es-ES" sz="2400"/>
              <a:t> et </a:t>
            </a:r>
            <a:r>
              <a:rPr lang="es-ES" sz="2400" err="1"/>
              <a:t>facium</a:t>
            </a:r>
            <a:r>
              <a:rPr lang="es-ES" sz="2400"/>
              <a:t> </a:t>
            </a:r>
            <a:r>
              <a:rPr lang="es-ES" sz="2400" err="1"/>
              <a:t>natur</a:t>
            </a:r>
            <a:endParaRPr lang="en-US" sz="2400"/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D3DB9E60-9861-4933-A180-A4C25742F45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69936"/>
          <a:stretch/>
        </p:blipFill>
        <p:spPr>
          <a:xfrm>
            <a:off x="524442" y="332974"/>
            <a:ext cx="420914" cy="38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183463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o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7CECDC97-706A-4416-9EA1-C9FD7EDD00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05B2D1-880E-4846-A216-7D6770BA1332}" type="slidenum">
              <a:rPr lang="es-ES" smtClean="0"/>
              <a:pPr/>
              <a:t>‹#›</a:t>
            </a:fld>
            <a:endParaRPr lang="es-ES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9B12B4E-C17A-41FB-86C3-4075B88FFB48}"/>
              </a:ext>
            </a:extLst>
          </p:cNvPr>
          <p:cNvSpPr txBox="1"/>
          <p:nvPr userDrawn="1"/>
        </p:nvSpPr>
        <p:spPr>
          <a:xfrm>
            <a:off x="10179091" y="7772943"/>
            <a:ext cx="4043094" cy="2400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960">
                <a:solidFill>
                  <a:srgbClr val="333333"/>
                </a:solidFill>
                <a:latin typeface="Century Gothic" panose="020B0502020202020204" pitchFamily="34" charset="0"/>
              </a:rPr>
              <a:t>© Copyright Universidad Europea. Todos los derechos reservados</a:t>
            </a:r>
            <a:endParaRPr lang="es-ES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EF3A0E82-FF4A-4767-8F46-4CEFBC357853}"/>
              </a:ext>
            </a:extLst>
          </p:cNvPr>
          <p:cNvSpPr/>
          <p:nvPr userDrawn="1"/>
        </p:nvSpPr>
        <p:spPr>
          <a:xfrm>
            <a:off x="521494" y="7570604"/>
            <a:ext cx="384969" cy="384969"/>
          </a:xfrm>
          <a:prstGeom prst="rect">
            <a:avLst/>
          </a:prstGeom>
          <a:solidFill>
            <a:srgbClr val="FF32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B815F0C0-6EF2-45F9-BFE3-93D4944E94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06463" y="1182159"/>
            <a:ext cx="6561949" cy="703086"/>
          </a:xfrm>
        </p:spPr>
        <p:txBody>
          <a:bodyPr lIns="0" anchor="t">
            <a:noAutofit/>
          </a:bodyPr>
          <a:lstStyle>
            <a:lvl1pPr>
              <a:defRPr sz="4330"/>
            </a:lvl1pPr>
          </a:lstStyle>
          <a:p>
            <a:r>
              <a:rPr lang="es-ES" err="1"/>
              <a:t>Lorem</a:t>
            </a:r>
            <a:r>
              <a:rPr lang="es-ES"/>
              <a:t> </a:t>
            </a:r>
            <a:r>
              <a:rPr lang="es-ES" err="1"/>
              <a:t>ipsum</a:t>
            </a:r>
            <a:r>
              <a:rPr lang="es-ES"/>
              <a:t> dolor </a:t>
            </a:r>
            <a:r>
              <a:rPr lang="es-ES" err="1"/>
              <a:t>sit</a:t>
            </a:r>
            <a:endParaRPr lang="en-US"/>
          </a:p>
        </p:txBody>
      </p:sp>
      <p:sp>
        <p:nvSpPr>
          <p:cNvPr id="13" name="Marcador de texto 17">
            <a:extLst>
              <a:ext uri="{FF2B5EF4-FFF2-40B4-BE49-F238E27FC236}">
                <a16:creationId xmlns:a16="http://schemas.microsoft.com/office/drawing/2014/main" id="{CF808F11-2E11-4556-9C38-53953A50915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06463" y="2767066"/>
            <a:ext cx="8951912" cy="4551309"/>
          </a:xfrm>
        </p:spPr>
        <p:txBody>
          <a:bodyPr lIns="0">
            <a:noAutofit/>
          </a:bodyPr>
          <a:lstStyle>
            <a:lvl1pPr marL="0" indent="0">
              <a:lnSpc>
                <a:spcPts val="1700"/>
              </a:lnSpc>
              <a:spcBef>
                <a:spcPts val="900"/>
              </a:spcBef>
              <a:spcAft>
                <a:spcPts val="900"/>
              </a:spcAft>
              <a:buNone/>
              <a:defRPr sz="1440" b="0">
                <a:solidFill>
                  <a:srgbClr val="1E1E1E"/>
                </a:solidFill>
              </a:defRPr>
            </a:lvl1pPr>
          </a:lstStyle>
          <a:p>
            <a:pPr lvl="0"/>
            <a:r>
              <a:rPr lang="es-ES" err="1"/>
              <a:t>Poribus</a:t>
            </a:r>
            <a:r>
              <a:rPr lang="es-ES"/>
              <a:t> </a:t>
            </a:r>
            <a:r>
              <a:rPr lang="es-ES" err="1"/>
              <a:t>reiciis</a:t>
            </a:r>
            <a:r>
              <a:rPr lang="es-ES"/>
              <a:t> </a:t>
            </a:r>
            <a:r>
              <a:rPr lang="es-ES" err="1"/>
              <a:t>conseque</a:t>
            </a:r>
            <a:r>
              <a:rPr lang="es-ES"/>
              <a:t> </a:t>
            </a:r>
            <a:r>
              <a:rPr lang="es-ES" err="1"/>
              <a:t>conempo</a:t>
            </a:r>
            <a:r>
              <a:rPr lang="es-ES"/>
              <a:t> </a:t>
            </a:r>
            <a:r>
              <a:rPr lang="es-ES" err="1"/>
              <a:t>ribusam</a:t>
            </a:r>
            <a:r>
              <a:rPr lang="es-ES"/>
              <a:t> </a:t>
            </a:r>
            <a:r>
              <a:rPr lang="es-ES" err="1"/>
              <a:t>enimincil</a:t>
            </a:r>
            <a:r>
              <a:rPr lang="es-ES"/>
              <a:t> </a:t>
            </a:r>
            <a:r>
              <a:rPr lang="es-ES" err="1"/>
              <a:t>molupta</a:t>
            </a:r>
            <a:r>
              <a:rPr lang="es-ES"/>
              <a:t> </a:t>
            </a:r>
            <a:r>
              <a:rPr lang="es-ES" err="1"/>
              <a:t>tiatesed</a:t>
            </a:r>
            <a:r>
              <a:rPr lang="es-ES"/>
              <a:t> qui </a:t>
            </a:r>
            <a:r>
              <a:rPr lang="es-ES" err="1"/>
              <a:t>sit</a:t>
            </a:r>
            <a:r>
              <a:rPr lang="es-ES"/>
              <a:t> </a:t>
            </a:r>
            <a:r>
              <a:rPr lang="es-ES" err="1"/>
              <a:t>aut</a:t>
            </a:r>
            <a:r>
              <a:rPr lang="es-ES"/>
              <a:t> </a:t>
            </a:r>
            <a:r>
              <a:rPr lang="es-ES" err="1"/>
              <a:t>harit</a:t>
            </a:r>
            <a:r>
              <a:rPr lang="es-ES"/>
              <a:t>, </a:t>
            </a:r>
            <a:r>
              <a:rPr lang="es-ES" err="1"/>
              <a:t>quoditat</a:t>
            </a:r>
            <a:r>
              <a:rPr lang="es-ES"/>
              <a:t> mi, </a:t>
            </a:r>
            <a:r>
              <a:rPr lang="es-ES" err="1"/>
              <a:t>experum</a:t>
            </a:r>
            <a:r>
              <a:rPr lang="es-ES"/>
              <a:t> a </a:t>
            </a:r>
            <a:r>
              <a:rPr lang="es-ES" err="1"/>
              <a:t>conse</a:t>
            </a:r>
            <a:r>
              <a:rPr lang="es-ES"/>
              <a:t> </a:t>
            </a:r>
            <a:r>
              <a:rPr lang="es-ES" err="1"/>
              <a:t>sequamet</a:t>
            </a:r>
            <a:r>
              <a:rPr lang="es-ES"/>
              <a:t>, quid </a:t>
            </a:r>
            <a:r>
              <a:rPr lang="es-ES" err="1"/>
              <a:t>ullestrum</a:t>
            </a:r>
            <a:r>
              <a:rPr lang="es-ES"/>
              <a:t> quia </a:t>
            </a:r>
            <a:r>
              <a:rPr lang="es-ES" err="1"/>
              <a:t>estemqu</a:t>
            </a:r>
            <a:r>
              <a:rPr lang="es-ES"/>
              <a:t> </a:t>
            </a:r>
            <a:r>
              <a:rPr lang="es-ES" err="1"/>
              <a:t>idundam</a:t>
            </a:r>
            <a:r>
              <a:rPr lang="es-ES"/>
              <a:t> qui </a:t>
            </a:r>
            <a:r>
              <a:rPr lang="es-ES" err="1"/>
              <a:t>alitiis</a:t>
            </a:r>
            <a:r>
              <a:rPr lang="es-ES"/>
              <a:t> sitia quo </a:t>
            </a:r>
            <a:r>
              <a:rPr lang="es-ES" err="1"/>
              <a:t>totationsedi</a:t>
            </a:r>
            <a:r>
              <a:rPr lang="es-ES"/>
              <a:t> </a:t>
            </a:r>
            <a:r>
              <a:rPr lang="es-ES" err="1"/>
              <a:t>dolorpor</a:t>
            </a:r>
            <a:r>
              <a:rPr lang="es-ES"/>
              <a:t> </a:t>
            </a:r>
            <a:r>
              <a:rPr lang="es-ES" err="1"/>
              <a:t>samus</a:t>
            </a:r>
            <a:r>
              <a:rPr lang="es-ES"/>
              <a:t> am, </a:t>
            </a:r>
            <a:r>
              <a:rPr lang="es-ES" err="1"/>
              <a:t>ullabore</a:t>
            </a:r>
            <a:r>
              <a:rPr lang="es-ES"/>
              <a:t> </a:t>
            </a:r>
            <a:r>
              <a:rPr lang="es-ES" err="1"/>
              <a:t>nihicipsusa</a:t>
            </a:r>
            <a:r>
              <a:rPr lang="es-ES"/>
              <a:t> </a:t>
            </a:r>
            <a:r>
              <a:rPr lang="es-ES" err="1"/>
              <a:t>conse</a:t>
            </a:r>
            <a:r>
              <a:rPr lang="es-ES"/>
              <a:t> </a:t>
            </a:r>
            <a:r>
              <a:rPr lang="es-ES" err="1"/>
              <a:t>conet</a:t>
            </a:r>
            <a:r>
              <a:rPr lang="es-ES"/>
              <a:t> </a:t>
            </a:r>
            <a:r>
              <a:rPr lang="es-ES" err="1"/>
              <a:t>quuntin</a:t>
            </a:r>
            <a:r>
              <a:rPr lang="es-ES"/>
              <a:t> </a:t>
            </a:r>
            <a:r>
              <a:rPr lang="es-ES" err="1"/>
              <a:t>ullabor</a:t>
            </a:r>
            <a:r>
              <a:rPr lang="es-ES"/>
              <a:t> </a:t>
            </a:r>
            <a:r>
              <a:rPr lang="es-ES" err="1"/>
              <a:t>ionsequos</a:t>
            </a:r>
            <a:r>
              <a:rPr lang="es-ES"/>
              <a:t> es </a:t>
            </a:r>
            <a:r>
              <a:rPr lang="es-ES" err="1"/>
              <a:t>aut</a:t>
            </a:r>
            <a:r>
              <a:rPr lang="es-ES"/>
              <a:t> </a:t>
            </a:r>
            <a:r>
              <a:rPr lang="es-ES" err="1"/>
              <a:t>moloreptur</a:t>
            </a:r>
            <a:r>
              <a:rPr lang="es-ES"/>
              <a:t> </a:t>
            </a:r>
            <a:r>
              <a:rPr lang="es-ES" err="1"/>
              <a:t>molorep</a:t>
            </a:r>
            <a:r>
              <a:rPr lang="es-ES"/>
              <a:t> </a:t>
            </a:r>
            <a:r>
              <a:rPr lang="es-ES" err="1"/>
              <a:t>erspica</a:t>
            </a:r>
            <a:r>
              <a:rPr lang="es-ES"/>
              <a:t> </a:t>
            </a:r>
            <a:r>
              <a:rPr lang="es-ES" err="1"/>
              <a:t>tiossin</a:t>
            </a:r>
            <a:r>
              <a:rPr lang="es-ES"/>
              <a:t> </a:t>
            </a:r>
            <a:r>
              <a:rPr lang="es-ES" err="1"/>
              <a:t>vendae</a:t>
            </a:r>
            <a:r>
              <a:rPr lang="es-ES"/>
              <a:t> dolor as dolo </a:t>
            </a:r>
            <a:r>
              <a:rPr lang="es-ES" err="1"/>
              <a:t>consendit</a:t>
            </a:r>
            <a:r>
              <a:rPr lang="es-ES"/>
              <a:t>.</a:t>
            </a:r>
          </a:p>
          <a:p>
            <a:pPr lvl="0"/>
            <a:r>
              <a:rPr lang="es-ES" err="1"/>
              <a:t>Arupiet</a:t>
            </a:r>
            <a:r>
              <a:rPr lang="es-ES"/>
              <a:t> </a:t>
            </a:r>
            <a:r>
              <a:rPr lang="es-ES" err="1"/>
              <a:t>autest</a:t>
            </a:r>
            <a:r>
              <a:rPr lang="es-ES"/>
              <a:t> </a:t>
            </a:r>
            <a:r>
              <a:rPr lang="es-ES" err="1"/>
              <a:t>ent</a:t>
            </a:r>
            <a:r>
              <a:rPr lang="es-ES"/>
              <a:t> </a:t>
            </a:r>
            <a:r>
              <a:rPr lang="es-ES" err="1"/>
              <a:t>laudant</a:t>
            </a:r>
            <a:r>
              <a:rPr lang="es-ES"/>
              <a:t> ut </a:t>
            </a:r>
            <a:r>
              <a:rPr lang="es-ES" err="1"/>
              <a:t>eatur</a:t>
            </a:r>
            <a:r>
              <a:rPr lang="es-ES"/>
              <a:t>?</a:t>
            </a:r>
            <a:br>
              <a:rPr lang="es-ES"/>
            </a:br>
            <a:r>
              <a:rPr lang="es-ES" err="1"/>
              <a:t>Ehenima</a:t>
            </a:r>
            <a:r>
              <a:rPr lang="es-ES"/>
              <a:t> </a:t>
            </a:r>
            <a:r>
              <a:rPr lang="es-ES" err="1"/>
              <a:t>gniatis</a:t>
            </a:r>
            <a:r>
              <a:rPr lang="es-ES"/>
              <a:t> </a:t>
            </a:r>
            <a:r>
              <a:rPr lang="es-ES" err="1"/>
              <a:t>nus</a:t>
            </a:r>
            <a:r>
              <a:rPr lang="es-ES"/>
              <a:t> </a:t>
            </a:r>
            <a:r>
              <a:rPr lang="es-ES" err="1"/>
              <a:t>reped</a:t>
            </a:r>
            <a:r>
              <a:rPr lang="es-ES"/>
              <a:t> </a:t>
            </a:r>
            <a:r>
              <a:rPr lang="es-ES" err="1"/>
              <a:t>mint</a:t>
            </a:r>
            <a:r>
              <a:rPr lang="es-ES"/>
              <a:t> a </a:t>
            </a:r>
            <a:r>
              <a:rPr lang="es-ES" err="1"/>
              <a:t>velit</a:t>
            </a:r>
            <a:r>
              <a:rPr lang="es-ES"/>
              <a:t> </a:t>
            </a:r>
            <a:r>
              <a:rPr lang="es-ES" err="1"/>
              <a:t>aut</a:t>
            </a:r>
            <a:r>
              <a:rPr lang="es-ES"/>
              <a:t> </a:t>
            </a:r>
            <a:r>
              <a:rPr lang="es-ES" err="1"/>
              <a:t>est</a:t>
            </a:r>
            <a:r>
              <a:rPr lang="es-ES"/>
              <a:t>, </a:t>
            </a:r>
            <a:r>
              <a:rPr lang="es-ES" err="1"/>
              <a:t>cusdae</a:t>
            </a:r>
            <a:r>
              <a:rPr lang="es-ES"/>
              <a:t> </a:t>
            </a:r>
            <a:r>
              <a:rPr lang="es-ES" err="1"/>
              <a:t>etur</a:t>
            </a:r>
            <a:r>
              <a:rPr lang="es-ES"/>
              <a:t> </a:t>
            </a:r>
            <a:r>
              <a:rPr lang="es-ES" err="1"/>
              <a:t>apic</a:t>
            </a:r>
            <a:r>
              <a:rPr lang="es-ES"/>
              <a:t> </a:t>
            </a:r>
            <a:r>
              <a:rPr lang="es-ES" err="1"/>
              <a:t>to</a:t>
            </a:r>
            <a:r>
              <a:rPr lang="es-ES"/>
              <a:t> </a:t>
            </a:r>
            <a:r>
              <a:rPr lang="es-ES" err="1"/>
              <a:t>testi</a:t>
            </a:r>
            <a:r>
              <a:rPr lang="es-ES"/>
              <a:t> sed este </a:t>
            </a:r>
            <a:r>
              <a:rPr lang="es-ES" err="1"/>
              <a:t>eum</a:t>
            </a:r>
            <a:r>
              <a:rPr lang="es-ES"/>
              <a:t> fuga. </a:t>
            </a:r>
            <a:r>
              <a:rPr lang="es-ES" err="1"/>
              <a:t>Lenet</a:t>
            </a:r>
            <a:r>
              <a:rPr lang="es-ES"/>
              <a:t> et </a:t>
            </a:r>
            <a:r>
              <a:rPr lang="es-ES" err="1"/>
              <a:t>laborerum</a:t>
            </a:r>
            <a:r>
              <a:rPr lang="es-ES"/>
              <a:t> </a:t>
            </a:r>
            <a:r>
              <a:rPr lang="es-ES" err="1"/>
              <a:t>aut</a:t>
            </a:r>
            <a:r>
              <a:rPr lang="es-ES"/>
              <a:t> </a:t>
            </a:r>
            <a:r>
              <a:rPr lang="es-ES" err="1"/>
              <a:t>quamus</a:t>
            </a:r>
            <a:r>
              <a:rPr lang="es-ES"/>
              <a:t> </a:t>
            </a:r>
            <a:r>
              <a:rPr lang="es-ES" err="1"/>
              <a:t>sinventio</a:t>
            </a:r>
            <a:r>
              <a:rPr lang="es-ES"/>
              <a:t> </a:t>
            </a:r>
            <a:r>
              <a:rPr lang="es-ES" err="1"/>
              <a:t>molentur</a:t>
            </a:r>
            <a:r>
              <a:rPr lang="es-ES"/>
              <a:t> </a:t>
            </a:r>
            <a:r>
              <a:rPr lang="es-ES" err="1"/>
              <a:t>maio</a:t>
            </a:r>
            <a:r>
              <a:rPr lang="es-ES"/>
              <a:t> </a:t>
            </a:r>
            <a:r>
              <a:rPr lang="es-ES" err="1"/>
              <a:t>bernam</a:t>
            </a:r>
            <a:r>
              <a:rPr lang="es-ES"/>
              <a:t> </a:t>
            </a:r>
            <a:r>
              <a:rPr lang="es-ES" err="1"/>
              <a:t>dollandel</a:t>
            </a:r>
            <a:r>
              <a:rPr lang="es-ES"/>
              <a:t> </a:t>
            </a:r>
            <a:r>
              <a:rPr lang="es-ES" err="1"/>
              <a:t>experovit</a:t>
            </a:r>
            <a:r>
              <a:rPr lang="es-ES"/>
              <a:t>, </a:t>
            </a:r>
            <a:r>
              <a:rPr lang="es-ES" err="1"/>
              <a:t>odictatum</a:t>
            </a:r>
            <a:r>
              <a:rPr lang="es-ES"/>
              <a:t> re </a:t>
            </a:r>
            <a:r>
              <a:rPr lang="es-ES" err="1"/>
              <a:t>accus</a:t>
            </a:r>
            <a:r>
              <a:rPr lang="es-ES"/>
              <a:t> </a:t>
            </a:r>
            <a:r>
              <a:rPr lang="es-ES" err="1"/>
              <a:t>dolorruptium</a:t>
            </a:r>
            <a:r>
              <a:rPr lang="es-ES"/>
              <a:t> </a:t>
            </a:r>
            <a:r>
              <a:rPr lang="es-ES" err="1"/>
              <a:t>vel</a:t>
            </a:r>
            <a:r>
              <a:rPr lang="es-ES"/>
              <a:t> </a:t>
            </a:r>
            <a:r>
              <a:rPr lang="es-ES" err="1"/>
              <a:t>ma</a:t>
            </a:r>
            <a:r>
              <a:rPr lang="es-ES"/>
              <a:t> </a:t>
            </a:r>
            <a:r>
              <a:rPr lang="es-ES" err="1"/>
              <a:t>cus</a:t>
            </a:r>
            <a:r>
              <a:rPr lang="es-ES"/>
              <a:t>.</a:t>
            </a:r>
          </a:p>
          <a:p>
            <a:pPr lvl="0"/>
            <a:r>
              <a:rPr lang="es-ES" err="1"/>
              <a:t>Arupiet</a:t>
            </a:r>
            <a:r>
              <a:rPr lang="es-ES"/>
              <a:t> </a:t>
            </a:r>
            <a:r>
              <a:rPr lang="es-ES" err="1"/>
              <a:t>autest</a:t>
            </a:r>
            <a:r>
              <a:rPr lang="es-ES"/>
              <a:t> </a:t>
            </a:r>
            <a:r>
              <a:rPr lang="es-ES" err="1"/>
              <a:t>ent</a:t>
            </a:r>
            <a:r>
              <a:rPr lang="es-ES"/>
              <a:t> </a:t>
            </a:r>
            <a:r>
              <a:rPr lang="es-ES" err="1"/>
              <a:t>laudant</a:t>
            </a:r>
            <a:r>
              <a:rPr lang="es-ES"/>
              <a:t> ut </a:t>
            </a:r>
            <a:r>
              <a:rPr lang="es-ES" err="1"/>
              <a:t>eatur</a:t>
            </a:r>
            <a:r>
              <a:rPr lang="es-ES"/>
              <a:t>?</a:t>
            </a:r>
            <a:br>
              <a:rPr lang="es-ES"/>
            </a:br>
            <a:r>
              <a:rPr lang="es-ES" err="1"/>
              <a:t>Ommos</a:t>
            </a:r>
            <a:r>
              <a:rPr lang="es-ES"/>
              <a:t> </a:t>
            </a:r>
            <a:r>
              <a:rPr lang="es-ES" err="1"/>
              <a:t>num</a:t>
            </a:r>
            <a:r>
              <a:rPr lang="es-ES"/>
              <a:t> ad </a:t>
            </a:r>
            <a:r>
              <a:rPr lang="es-ES" err="1"/>
              <a:t>est</a:t>
            </a:r>
            <a:r>
              <a:rPr lang="es-ES"/>
              <a:t> </a:t>
            </a:r>
            <a:r>
              <a:rPr lang="es-ES" err="1"/>
              <a:t>ilitatur</a:t>
            </a:r>
            <a:r>
              <a:rPr lang="es-ES"/>
              <a:t> </a:t>
            </a:r>
            <a:r>
              <a:rPr lang="es-ES" err="1"/>
              <a:t>sitiam</a:t>
            </a:r>
            <a:r>
              <a:rPr lang="es-ES"/>
              <a:t> </a:t>
            </a:r>
            <a:r>
              <a:rPr lang="es-ES" err="1"/>
              <a:t>fugiamet</a:t>
            </a:r>
            <a:r>
              <a:rPr lang="es-ES"/>
              <a:t> </a:t>
            </a:r>
            <a:r>
              <a:rPr lang="es-ES" err="1"/>
              <a:t>dipsant</a:t>
            </a:r>
            <a:r>
              <a:rPr lang="es-ES"/>
              <a:t> </a:t>
            </a:r>
            <a:r>
              <a:rPr lang="es-ES" err="1"/>
              <a:t>incime</a:t>
            </a:r>
            <a:r>
              <a:rPr lang="es-ES"/>
              <a:t> </a:t>
            </a:r>
            <a:r>
              <a:rPr lang="es-ES" err="1"/>
              <a:t>voluptibus</a:t>
            </a:r>
            <a:r>
              <a:rPr lang="es-ES"/>
              <a:t> </a:t>
            </a:r>
            <a:r>
              <a:rPr lang="es-ES" err="1"/>
              <a:t>eumquo</a:t>
            </a:r>
            <a:r>
              <a:rPr lang="es-ES"/>
              <a:t> et </a:t>
            </a:r>
            <a:r>
              <a:rPr lang="es-ES" err="1"/>
              <a:t>elibusa</a:t>
            </a:r>
            <a:r>
              <a:rPr lang="es-ES"/>
              <a:t> </a:t>
            </a:r>
            <a:r>
              <a:rPr lang="es-ES" err="1"/>
              <a:t>consed</a:t>
            </a:r>
            <a:r>
              <a:rPr lang="es-ES"/>
              <a:t> </a:t>
            </a:r>
            <a:r>
              <a:rPr lang="es-ES" err="1"/>
              <a:t>quam</a:t>
            </a:r>
            <a:r>
              <a:rPr lang="es-ES"/>
              <a:t>, </a:t>
            </a:r>
            <a:r>
              <a:rPr lang="es-ES" err="1"/>
              <a:t>tecesciis</a:t>
            </a:r>
            <a:r>
              <a:rPr lang="es-ES"/>
              <a:t> </a:t>
            </a:r>
            <a:r>
              <a:rPr lang="es-ES" err="1"/>
              <a:t>velignimus</a:t>
            </a:r>
            <a:r>
              <a:rPr lang="es-ES"/>
              <a:t>, </a:t>
            </a:r>
            <a:r>
              <a:rPr lang="es-ES" err="1"/>
              <a:t>exped</a:t>
            </a:r>
            <a:r>
              <a:rPr lang="es-ES"/>
              <a:t> </a:t>
            </a:r>
            <a:r>
              <a:rPr lang="es-ES" err="1"/>
              <a:t>ma</a:t>
            </a:r>
            <a:r>
              <a:rPr lang="es-ES"/>
              <a:t> con </a:t>
            </a:r>
            <a:r>
              <a:rPr lang="es-ES" err="1"/>
              <a:t>nis</a:t>
            </a:r>
            <a:r>
              <a:rPr lang="es-ES"/>
              <a:t> dolor sunt opta qui </a:t>
            </a:r>
            <a:r>
              <a:rPr lang="es-ES" err="1"/>
              <a:t>bero</a:t>
            </a:r>
            <a:r>
              <a:rPr lang="es-ES"/>
              <a:t> con </a:t>
            </a:r>
            <a:r>
              <a:rPr lang="es-ES" err="1"/>
              <a:t>porum</a:t>
            </a:r>
            <a:r>
              <a:rPr lang="es-ES"/>
              <a:t> </a:t>
            </a:r>
            <a:r>
              <a:rPr lang="es-ES" err="1"/>
              <a:t>delique</a:t>
            </a:r>
            <a:r>
              <a:rPr lang="es-ES"/>
              <a:t> </a:t>
            </a:r>
            <a:r>
              <a:rPr lang="es-ES" err="1"/>
              <a:t>cus</a:t>
            </a:r>
            <a:r>
              <a:rPr lang="es-ES"/>
              <a:t> et </a:t>
            </a:r>
            <a:r>
              <a:rPr lang="es-ES" err="1"/>
              <a:t>et</a:t>
            </a:r>
            <a:r>
              <a:rPr lang="es-ES"/>
              <a:t> </a:t>
            </a:r>
            <a:r>
              <a:rPr lang="es-ES" err="1"/>
              <a:t>voloribus</a:t>
            </a:r>
            <a:r>
              <a:rPr lang="es-ES"/>
              <a:t> </a:t>
            </a:r>
            <a:r>
              <a:rPr lang="es-ES" err="1"/>
              <a:t>expella</a:t>
            </a:r>
            <a:r>
              <a:rPr lang="es-ES"/>
              <a:t> </a:t>
            </a:r>
            <a:r>
              <a:rPr lang="es-ES" err="1"/>
              <a:t>borepe</a:t>
            </a:r>
            <a:r>
              <a:rPr lang="es-ES"/>
              <a:t> </a:t>
            </a:r>
            <a:r>
              <a:rPr lang="es-ES" err="1"/>
              <a:t>ped</a:t>
            </a:r>
            <a:r>
              <a:rPr lang="es-ES"/>
              <a:t> </a:t>
            </a:r>
            <a:r>
              <a:rPr lang="es-ES" err="1"/>
              <a:t>eum</a:t>
            </a:r>
            <a:r>
              <a:rPr lang="es-ES"/>
              <a:t> </a:t>
            </a:r>
            <a:r>
              <a:rPr lang="es-ES" err="1"/>
              <a:t>endios</a:t>
            </a:r>
            <a:r>
              <a:rPr lang="es-ES"/>
              <a:t> </a:t>
            </a:r>
            <a:r>
              <a:rPr lang="es-ES" err="1"/>
              <a:t>exerat</a:t>
            </a:r>
            <a:r>
              <a:rPr lang="es-ES"/>
              <a:t> </a:t>
            </a:r>
            <a:r>
              <a:rPr lang="es-ES" err="1"/>
              <a:t>debiti</a:t>
            </a:r>
            <a:r>
              <a:rPr lang="es-ES"/>
              <a:t> </a:t>
            </a:r>
            <a:r>
              <a:rPr lang="es-ES" err="1"/>
              <a:t>doluptatur</a:t>
            </a:r>
            <a:r>
              <a:rPr lang="es-ES"/>
              <a:t>, que dicto </a:t>
            </a:r>
            <a:r>
              <a:rPr lang="es-ES" err="1"/>
              <a:t>consecume</a:t>
            </a:r>
            <a:r>
              <a:rPr lang="es-ES"/>
              <a:t> re, </a:t>
            </a:r>
            <a:r>
              <a:rPr lang="es-ES" err="1"/>
              <a:t>nusam</a:t>
            </a:r>
            <a:r>
              <a:rPr lang="es-ES"/>
              <a:t> et </a:t>
            </a:r>
            <a:r>
              <a:rPr lang="es-ES" err="1"/>
              <a:t>videllu</a:t>
            </a:r>
            <a:r>
              <a:rPr lang="es-ES"/>
              <a:t> </a:t>
            </a:r>
            <a:r>
              <a:rPr lang="es-ES" err="1"/>
              <a:t>picient</a:t>
            </a:r>
            <a:r>
              <a:rPr lang="es-ES"/>
              <a:t> </a:t>
            </a:r>
            <a:r>
              <a:rPr lang="es-ES" err="1"/>
              <a:t>iasperc</a:t>
            </a:r>
            <a:r>
              <a:rPr lang="es-ES"/>
              <a:t> </a:t>
            </a:r>
            <a:r>
              <a:rPr lang="es-ES" err="1"/>
              <a:t>hitatur</a:t>
            </a:r>
            <a:r>
              <a:rPr lang="es-ES"/>
              <a:t> </a:t>
            </a:r>
            <a:r>
              <a:rPr lang="es-ES" err="1"/>
              <a:t>ectibus</a:t>
            </a:r>
            <a:r>
              <a:rPr lang="es-ES"/>
              <a:t> </a:t>
            </a:r>
            <a:r>
              <a:rPr lang="es-ES" err="1"/>
              <a:t>eatenih</a:t>
            </a:r>
            <a:r>
              <a:rPr lang="es-ES"/>
              <a:t> </a:t>
            </a:r>
            <a:r>
              <a:rPr lang="es-ES" err="1"/>
              <a:t>iliquatibus</a:t>
            </a:r>
            <a:r>
              <a:rPr lang="es-ES"/>
              <a:t> </a:t>
            </a:r>
            <a:r>
              <a:rPr lang="es-ES" err="1"/>
              <a:t>volora</a:t>
            </a:r>
            <a:r>
              <a:rPr lang="es-ES"/>
              <a:t> </a:t>
            </a:r>
            <a:r>
              <a:rPr lang="es-ES" err="1"/>
              <a:t>vel</a:t>
            </a:r>
            <a:r>
              <a:rPr lang="es-ES"/>
              <a:t> </a:t>
            </a:r>
            <a:r>
              <a:rPr lang="es-ES" err="1"/>
              <a:t>earions</a:t>
            </a:r>
            <a:r>
              <a:rPr lang="es-ES"/>
              <a:t> </a:t>
            </a:r>
            <a:r>
              <a:rPr lang="es-ES" err="1"/>
              <a:t>equi</a:t>
            </a:r>
            <a:r>
              <a:rPr lang="es-ES"/>
              <a:t>. </a:t>
            </a:r>
            <a:br>
              <a:rPr lang="es-ES"/>
            </a:br>
            <a:r>
              <a:rPr lang="es-ES" err="1"/>
              <a:t>volorumqui</a:t>
            </a:r>
            <a:r>
              <a:rPr lang="es-ES"/>
              <a:t> con </a:t>
            </a:r>
            <a:r>
              <a:rPr lang="es-ES" err="1"/>
              <a:t>est</a:t>
            </a:r>
            <a:r>
              <a:rPr lang="es-ES"/>
              <a:t> </a:t>
            </a:r>
            <a:r>
              <a:rPr lang="es-ES" err="1"/>
              <a:t>rerferibus</a:t>
            </a:r>
            <a:r>
              <a:rPr lang="es-ES"/>
              <a:t> </a:t>
            </a:r>
            <a:r>
              <a:rPr lang="es-ES" err="1"/>
              <a:t>alit</a:t>
            </a:r>
            <a:r>
              <a:rPr lang="es-ES"/>
              <a:t> </a:t>
            </a:r>
            <a:r>
              <a:rPr lang="es-ES" err="1"/>
              <a:t>accabor</a:t>
            </a:r>
            <a:r>
              <a:rPr lang="es-ES"/>
              <a:t> </a:t>
            </a:r>
            <a:r>
              <a:rPr lang="es-ES" err="1"/>
              <a:t>itatem</a:t>
            </a:r>
            <a:r>
              <a:rPr lang="es-ES"/>
              <a:t> </a:t>
            </a:r>
            <a:r>
              <a:rPr lang="es-ES" err="1"/>
              <a:t>simolorio</a:t>
            </a:r>
            <a:r>
              <a:rPr lang="es-ES"/>
              <a:t> es </a:t>
            </a:r>
            <a:r>
              <a:rPr lang="es-ES" err="1"/>
              <a:t>etus</a:t>
            </a:r>
            <a:r>
              <a:rPr lang="es-ES"/>
              <a:t> </a:t>
            </a:r>
            <a:r>
              <a:rPr lang="es-ES" err="1"/>
              <a:t>esseque</a:t>
            </a:r>
            <a:r>
              <a:rPr lang="es-ES"/>
              <a:t> veles es </a:t>
            </a:r>
            <a:r>
              <a:rPr lang="es-ES" err="1"/>
              <a:t>dunt</a:t>
            </a:r>
            <a:r>
              <a:rPr lang="es-ES"/>
              <a:t> </a:t>
            </a:r>
            <a:r>
              <a:rPr lang="es-ES" err="1"/>
              <a:t>officta</a:t>
            </a:r>
            <a:r>
              <a:rPr lang="es-ES"/>
              <a:t> </a:t>
            </a:r>
            <a:r>
              <a:rPr lang="es-ES" err="1"/>
              <a:t>erupta</a:t>
            </a:r>
            <a:r>
              <a:rPr lang="es-ES"/>
              <a:t> </a:t>
            </a:r>
            <a:r>
              <a:rPr lang="es-ES" err="1"/>
              <a:t>ant</a:t>
            </a:r>
            <a:r>
              <a:rPr lang="es-ES"/>
              <a:t> </a:t>
            </a:r>
            <a:r>
              <a:rPr lang="es-ES" err="1"/>
              <a:t>omniment</a:t>
            </a:r>
            <a:r>
              <a:rPr lang="es-ES"/>
              <a:t> </a:t>
            </a:r>
            <a:r>
              <a:rPr lang="es-ES" err="1"/>
              <a:t>odi</a:t>
            </a:r>
            <a:r>
              <a:rPr lang="es-ES"/>
              <a:t> </a:t>
            </a:r>
            <a:r>
              <a:rPr lang="es-ES" err="1"/>
              <a:t>deria</a:t>
            </a:r>
            <a:r>
              <a:rPr lang="es-ES"/>
              <a:t> </a:t>
            </a:r>
            <a:r>
              <a:rPr lang="es-ES" err="1"/>
              <a:t>evelibuscia</a:t>
            </a:r>
            <a:r>
              <a:rPr lang="es-ES"/>
              <a:t> non re </a:t>
            </a:r>
            <a:r>
              <a:rPr lang="es-ES" err="1"/>
              <a:t>voleste</a:t>
            </a:r>
            <a:r>
              <a:rPr lang="es-ES"/>
              <a:t>.</a:t>
            </a:r>
          </a:p>
        </p:txBody>
      </p:sp>
      <p:sp>
        <p:nvSpPr>
          <p:cNvPr id="14" name="Marcador de texto 4">
            <a:extLst>
              <a:ext uri="{FF2B5EF4-FFF2-40B4-BE49-F238E27FC236}">
                <a16:creationId xmlns:a16="http://schemas.microsoft.com/office/drawing/2014/main" id="{32D9F627-C890-407E-8937-86EA7F43756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06463" y="2172974"/>
            <a:ext cx="5672137" cy="594092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buNone/>
              <a:defRPr lang="es-ES" sz="2400" b="1" kern="1200" dirty="0">
                <a:solidFill>
                  <a:srgbClr val="1E1E1E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r>
              <a:rPr lang="es-ES" sz="2400" err="1"/>
              <a:t>Aximinct</a:t>
            </a:r>
            <a:r>
              <a:rPr lang="es-ES" sz="2400"/>
              <a:t> </a:t>
            </a:r>
            <a:r>
              <a:rPr lang="es-ES" sz="2400" err="1"/>
              <a:t>emquibus</a:t>
            </a:r>
            <a:r>
              <a:rPr lang="es-ES" sz="2400"/>
              <a:t> et </a:t>
            </a:r>
            <a:r>
              <a:rPr lang="es-ES" sz="2400" err="1"/>
              <a:t>facium</a:t>
            </a:r>
            <a:r>
              <a:rPr lang="es-ES" sz="2400"/>
              <a:t> </a:t>
            </a:r>
            <a:r>
              <a:rPr lang="es-ES" sz="2400" err="1"/>
              <a:t>natur</a:t>
            </a:r>
            <a:endParaRPr lang="en-US" sz="2400"/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01C8371B-E0D9-4E9C-BB68-73941002D27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69936"/>
          <a:stretch/>
        </p:blipFill>
        <p:spPr>
          <a:xfrm>
            <a:off x="13723938" y="332974"/>
            <a:ext cx="420914" cy="38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090136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o 0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7CECDC97-706A-4416-9EA1-C9FD7EDD00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rgbClr val="1E1E1E"/>
                </a:solidFill>
              </a:defRPr>
            </a:lvl1pPr>
          </a:lstStyle>
          <a:p>
            <a:fld id="{B005B2D1-880E-4846-A216-7D6770BA1332}" type="slidenum">
              <a:rPr lang="es-ES" smtClean="0"/>
              <a:pPr/>
              <a:t>‹#›</a:t>
            </a:fld>
            <a:endParaRPr lang="es-ES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9B12B4E-C17A-41FB-86C3-4075B88FFB48}"/>
              </a:ext>
            </a:extLst>
          </p:cNvPr>
          <p:cNvSpPr txBox="1"/>
          <p:nvPr userDrawn="1"/>
        </p:nvSpPr>
        <p:spPr>
          <a:xfrm>
            <a:off x="432928" y="7772943"/>
            <a:ext cx="4043094" cy="2400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960">
                <a:solidFill>
                  <a:srgbClr val="1E1E1E"/>
                </a:solidFill>
                <a:latin typeface="Century Gothic" panose="020B0502020202020204" pitchFamily="34" charset="0"/>
              </a:rPr>
              <a:t>© Copyright Universidad Europea. Todos los derechos reservados</a:t>
            </a:r>
            <a:endParaRPr lang="es-ES">
              <a:solidFill>
                <a:srgbClr val="1E1E1E"/>
              </a:solidFill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CD8374F0-9829-4A0E-A50F-3D62EEDC03F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06463" y="1182159"/>
            <a:ext cx="6561949" cy="703086"/>
          </a:xfrm>
        </p:spPr>
        <p:txBody>
          <a:bodyPr lIns="0" anchor="t">
            <a:noAutofit/>
          </a:bodyPr>
          <a:lstStyle>
            <a:lvl1pPr>
              <a:defRPr sz="4330"/>
            </a:lvl1pPr>
          </a:lstStyle>
          <a:p>
            <a:r>
              <a:rPr lang="es-ES" err="1"/>
              <a:t>Lorem</a:t>
            </a:r>
            <a:r>
              <a:rPr lang="es-ES"/>
              <a:t> </a:t>
            </a:r>
            <a:r>
              <a:rPr lang="es-ES" err="1"/>
              <a:t>ipsum</a:t>
            </a:r>
            <a:r>
              <a:rPr lang="es-ES"/>
              <a:t> dolor </a:t>
            </a:r>
            <a:r>
              <a:rPr lang="es-ES" err="1"/>
              <a:t>sit</a:t>
            </a:r>
            <a:endParaRPr lang="en-US"/>
          </a:p>
        </p:txBody>
      </p:sp>
      <p:sp>
        <p:nvSpPr>
          <p:cNvPr id="13" name="Marcador de texto 17">
            <a:extLst>
              <a:ext uri="{FF2B5EF4-FFF2-40B4-BE49-F238E27FC236}">
                <a16:creationId xmlns:a16="http://schemas.microsoft.com/office/drawing/2014/main" id="{C05E73D6-3521-47BC-82CE-2AAF56FA92B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06463" y="2767066"/>
            <a:ext cx="8951912" cy="4551309"/>
          </a:xfrm>
        </p:spPr>
        <p:txBody>
          <a:bodyPr lIns="0">
            <a:noAutofit/>
          </a:bodyPr>
          <a:lstStyle>
            <a:lvl1pPr marL="0" indent="0">
              <a:lnSpc>
                <a:spcPts val="1700"/>
              </a:lnSpc>
              <a:spcBef>
                <a:spcPts val="900"/>
              </a:spcBef>
              <a:spcAft>
                <a:spcPts val="900"/>
              </a:spcAft>
              <a:buNone/>
              <a:defRPr sz="1440" b="0">
                <a:solidFill>
                  <a:srgbClr val="1E1E1E"/>
                </a:solidFill>
              </a:defRPr>
            </a:lvl1pPr>
          </a:lstStyle>
          <a:p>
            <a:pPr lvl="0"/>
            <a:r>
              <a:rPr lang="es-ES" err="1"/>
              <a:t>Poribus</a:t>
            </a:r>
            <a:r>
              <a:rPr lang="es-ES"/>
              <a:t> </a:t>
            </a:r>
            <a:r>
              <a:rPr lang="es-ES" err="1"/>
              <a:t>reiciis</a:t>
            </a:r>
            <a:r>
              <a:rPr lang="es-ES"/>
              <a:t> </a:t>
            </a:r>
            <a:r>
              <a:rPr lang="es-ES" err="1"/>
              <a:t>conseque</a:t>
            </a:r>
            <a:r>
              <a:rPr lang="es-ES"/>
              <a:t> </a:t>
            </a:r>
            <a:r>
              <a:rPr lang="es-ES" err="1"/>
              <a:t>conempo</a:t>
            </a:r>
            <a:r>
              <a:rPr lang="es-ES"/>
              <a:t> </a:t>
            </a:r>
            <a:r>
              <a:rPr lang="es-ES" err="1"/>
              <a:t>ribusam</a:t>
            </a:r>
            <a:r>
              <a:rPr lang="es-ES"/>
              <a:t> </a:t>
            </a:r>
            <a:r>
              <a:rPr lang="es-ES" err="1"/>
              <a:t>enimincil</a:t>
            </a:r>
            <a:r>
              <a:rPr lang="es-ES"/>
              <a:t> </a:t>
            </a:r>
            <a:r>
              <a:rPr lang="es-ES" err="1"/>
              <a:t>molupta</a:t>
            </a:r>
            <a:r>
              <a:rPr lang="es-ES"/>
              <a:t> </a:t>
            </a:r>
            <a:r>
              <a:rPr lang="es-ES" err="1"/>
              <a:t>tiatesed</a:t>
            </a:r>
            <a:r>
              <a:rPr lang="es-ES"/>
              <a:t> qui </a:t>
            </a:r>
            <a:r>
              <a:rPr lang="es-ES" err="1"/>
              <a:t>sit</a:t>
            </a:r>
            <a:r>
              <a:rPr lang="es-ES"/>
              <a:t> </a:t>
            </a:r>
            <a:r>
              <a:rPr lang="es-ES" err="1"/>
              <a:t>aut</a:t>
            </a:r>
            <a:r>
              <a:rPr lang="es-ES"/>
              <a:t> </a:t>
            </a:r>
            <a:r>
              <a:rPr lang="es-ES" err="1"/>
              <a:t>harit</a:t>
            </a:r>
            <a:r>
              <a:rPr lang="es-ES"/>
              <a:t>, </a:t>
            </a:r>
            <a:r>
              <a:rPr lang="es-ES" err="1"/>
              <a:t>quoditat</a:t>
            </a:r>
            <a:r>
              <a:rPr lang="es-ES"/>
              <a:t> mi, </a:t>
            </a:r>
            <a:r>
              <a:rPr lang="es-ES" err="1"/>
              <a:t>experum</a:t>
            </a:r>
            <a:r>
              <a:rPr lang="es-ES"/>
              <a:t> a </a:t>
            </a:r>
            <a:r>
              <a:rPr lang="es-ES" err="1"/>
              <a:t>conse</a:t>
            </a:r>
            <a:r>
              <a:rPr lang="es-ES"/>
              <a:t> </a:t>
            </a:r>
            <a:r>
              <a:rPr lang="es-ES" err="1"/>
              <a:t>sequamet</a:t>
            </a:r>
            <a:r>
              <a:rPr lang="es-ES"/>
              <a:t>, quid </a:t>
            </a:r>
            <a:r>
              <a:rPr lang="es-ES" err="1"/>
              <a:t>ullestrum</a:t>
            </a:r>
            <a:r>
              <a:rPr lang="es-ES"/>
              <a:t> quia </a:t>
            </a:r>
            <a:r>
              <a:rPr lang="es-ES" err="1"/>
              <a:t>estemqu</a:t>
            </a:r>
            <a:r>
              <a:rPr lang="es-ES"/>
              <a:t> </a:t>
            </a:r>
            <a:r>
              <a:rPr lang="es-ES" err="1"/>
              <a:t>idundam</a:t>
            </a:r>
            <a:r>
              <a:rPr lang="es-ES"/>
              <a:t> qui </a:t>
            </a:r>
            <a:r>
              <a:rPr lang="es-ES" err="1"/>
              <a:t>alitiis</a:t>
            </a:r>
            <a:r>
              <a:rPr lang="es-ES"/>
              <a:t> sitia quo </a:t>
            </a:r>
            <a:r>
              <a:rPr lang="es-ES" err="1"/>
              <a:t>totationsedi</a:t>
            </a:r>
            <a:r>
              <a:rPr lang="es-ES"/>
              <a:t> </a:t>
            </a:r>
            <a:r>
              <a:rPr lang="es-ES" err="1"/>
              <a:t>dolorpor</a:t>
            </a:r>
            <a:r>
              <a:rPr lang="es-ES"/>
              <a:t> </a:t>
            </a:r>
            <a:r>
              <a:rPr lang="es-ES" err="1"/>
              <a:t>samus</a:t>
            </a:r>
            <a:r>
              <a:rPr lang="es-ES"/>
              <a:t> am, </a:t>
            </a:r>
            <a:r>
              <a:rPr lang="es-ES" err="1"/>
              <a:t>ullabore</a:t>
            </a:r>
            <a:r>
              <a:rPr lang="es-ES"/>
              <a:t> </a:t>
            </a:r>
            <a:r>
              <a:rPr lang="es-ES" err="1"/>
              <a:t>nihicipsusa</a:t>
            </a:r>
            <a:r>
              <a:rPr lang="es-ES"/>
              <a:t> </a:t>
            </a:r>
            <a:r>
              <a:rPr lang="es-ES" err="1"/>
              <a:t>conse</a:t>
            </a:r>
            <a:r>
              <a:rPr lang="es-ES"/>
              <a:t> </a:t>
            </a:r>
            <a:r>
              <a:rPr lang="es-ES" err="1"/>
              <a:t>conet</a:t>
            </a:r>
            <a:r>
              <a:rPr lang="es-ES"/>
              <a:t> </a:t>
            </a:r>
            <a:r>
              <a:rPr lang="es-ES" err="1"/>
              <a:t>quuntin</a:t>
            </a:r>
            <a:r>
              <a:rPr lang="es-ES"/>
              <a:t> </a:t>
            </a:r>
            <a:r>
              <a:rPr lang="es-ES" err="1"/>
              <a:t>ullabor</a:t>
            </a:r>
            <a:r>
              <a:rPr lang="es-ES"/>
              <a:t> </a:t>
            </a:r>
            <a:r>
              <a:rPr lang="es-ES" err="1"/>
              <a:t>ionsequos</a:t>
            </a:r>
            <a:r>
              <a:rPr lang="es-ES"/>
              <a:t> es </a:t>
            </a:r>
            <a:r>
              <a:rPr lang="es-ES" err="1"/>
              <a:t>aut</a:t>
            </a:r>
            <a:r>
              <a:rPr lang="es-ES"/>
              <a:t> </a:t>
            </a:r>
            <a:r>
              <a:rPr lang="es-ES" err="1"/>
              <a:t>moloreptur</a:t>
            </a:r>
            <a:r>
              <a:rPr lang="es-ES"/>
              <a:t> </a:t>
            </a:r>
            <a:r>
              <a:rPr lang="es-ES" err="1"/>
              <a:t>molorep</a:t>
            </a:r>
            <a:r>
              <a:rPr lang="es-ES"/>
              <a:t> </a:t>
            </a:r>
            <a:r>
              <a:rPr lang="es-ES" err="1"/>
              <a:t>erspica</a:t>
            </a:r>
            <a:r>
              <a:rPr lang="es-ES"/>
              <a:t> </a:t>
            </a:r>
            <a:r>
              <a:rPr lang="es-ES" err="1"/>
              <a:t>tiossin</a:t>
            </a:r>
            <a:r>
              <a:rPr lang="es-ES"/>
              <a:t> </a:t>
            </a:r>
            <a:r>
              <a:rPr lang="es-ES" err="1"/>
              <a:t>vendae</a:t>
            </a:r>
            <a:r>
              <a:rPr lang="es-ES"/>
              <a:t> dolor as dolo </a:t>
            </a:r>
            <a:r>
              <a:rPr lang="es-ES" err="1"/>
              <a:t>consendit</a:t>
            </a:r>
            <a:r>
              <a:rPr lang="es-ES"/>
              <a:t>.</a:t>
            </a:r>
          </a:p>
          <a:p>
            <a:pPr lvl="0"/>
            <a:r>
              <a:rPr lang="es-ES" err="1"/>
              <a:t>Arupiet</a:t>
            </a:r>
            <a:r>
              <a:rPr lang="es-ES"/>
              <a:t> </a:t>
            </a:r>
            <a:r>
              <a:rPr lang="es-ES" err="1"/>
              <a:t>autest</a:t>
            </a:r>
            <a:r>
              <a:rPr lang="es-ES"/>
              <a:t> </a:t>
            </a:r>
            <a:r>
              <a:rPr lang="es-ES" err="1"/>
              <a:t>ent</a:t>
            </a:r>
            <a:r>
              <a:rPr lang="es-ES"/>
              <a:t> </a:t>
            </a:r>
            <a:r>
              <a:rPr lang="es-ES" err="1"/>
              <a:t>laudant</a:t>
            </a:r>
            <a:r>
              <a:rPr lang="es-ES"/>
              <a:t> ut </a:t>
            </a:r>
            <a:r>
              <a:rPr lang="es-ES" err="1"/>
              <a:t>eatur</a:t>
            </a:r>
            <a:r>
              <a:rPr lang="es-ES"/>
              <a:t>?</a:t>
            </a:r>
            <a:br>
              <a:rPr lang="es-ES"/>
            </a:br>
            <a:r>
              <a:rPr lang="es-ES" err="1"/>
              <a:t>Ehenima</a:t>
            </a:r>
            <a:r>
              <a:rPr lang="es-ES"/>
              <a:t> </a:t>
            </a:r>
            <a:r>
              <a:rPr lang="es-ES" err="1"/>
              <a:t>gniatis</a:t>
            </a:r>
            <a:r>
              <a:rPr lang="es-ES"/>
              <a:t> </a:t>
            </a:r>
            <a:r>
              <a:rPr lang="es-ES" err="1"/>
              <a:t>nus</a:t>
            </a:r>
            <a:r>
              <a:rPr lang="es-ES"/>
              <a:t> </a:t>
            </a:r>
            <a:r>
              <a:rPr lang="es-ES" err="1"/>
              <a:t>reped</a:t>
            </a:r>
            <a:r>
              <a:rPr lang="es-ES"/>
              <a:t> </a:t>
            </a:r>
            <a:r>
              <a:rPr lang="es-ES" err="1"/>
              <a:t>mint</a:t>
            </a:r>
            <a:r>
              <a:rPr lang="es-ES"/>
              <a:t> a </a:t>
            </a:r>
            <a:r>
              <a:rPr lang="es-ES" err="1"/>
              <a:t>velit</a:t>
            </a:r>
            <a:r>
              <a:rPr lang="es-ES"/>
              <a:t> </a:t>
            </a:r>
            <a:r>
              <a:rPr lang="es-ES" err="1"/>
              <a:t>aut</a:t>
            </a:r>
            <a:r>
              <a:rPr lang="es-ES"/>
              <a:t> </a:t>
            </a:r>
            <a:r>
              <a:rPr lang="es-ES" err="1"/>
              <a:t>est</a:t>
            </a:r>
            <a:r>
              <a:rPr lang="es-ES"/>
              <a:t>, </a:t>
            </a:r>
            <a:r>
              <a:rPr lang="es-ES" err="1"/>
              <a:t>cusdae</a:t>
            </a:r>
            <a:r>
              <a:rPr lang="es-ES"/>
              <a:t> </a:t>
            </a:r>
            <a:r>
              <a:rPr lang="es-ES" err="1"/>
              <a:t>etur</a:t>
            </a:r>
            <a:r>
              <a:rPr lang="es-ES"/>
              <a:t> </a:t>
            </a:r>
            <a:r>
              <a:rPr lang="es-ES" err="1"/>
              <a:t>apic</a:t>
            </a:r>
            <a:r>
              <a:rPr lang="es-ES"/>
              <a:t> </a:t>
            </a:r>
            <a:r>
              <a:rPr lang="es-ES" err="1"/>
              <a:t>to</a:t>
            </a:r>
            <a:r>
              <a:rPr lang="es-ES"/>
              <a:t> </a:t>
            </a:r>
            <a:r>
              <a:rPr lang="es-ES" err="1"/>
              <a:t>testi</a:t>
            </a:r>
            <a:r>
              <a:rPr lang="es-ES"/>
              <a:t> sed este </a:t>
            </a:r>
            <a:r>
              <a:rPr lang="es-ES" err="1"/>
              <a:t>eum</a:t>
            </a:r>
            <a:r>
              <a:rPr lang="es-ES"/>
              <a:t> fuga. </a:t>
            </a:r>
            <a:r>
              <a:rPr lang="es-ES" err="1"/>
              <a:t>Lenet</a:t>
            </a:r>
            <a:r>
              <a:rPr lang="es-ES"/>
              <a:t> et </a:t>
            </a:r>
            <a:r>
              <a:rPr lang="es-ES" err="1"/>
              <a:t>laborerum</a:t>
            </a:r>
            <a:r>
              <a:rPr lang="es-ES"/>
              <a:t> </a:t>
            </a:r>
            <a:r>
              <a:rPr lang="es-ES" err="1"/>
              <a:t>aut</a:t>
            </a:r>
            <a:r>
              <a:rPr lang="es-ES"/>
              <a:t> </a:t>
            </a:r>
            <a:r>
              <a:rPr lang="es-ES" err="1"/>
              <a:t>quamus</a:t>
            </a:r>
            <a:r>
              <a:rPr lang="es-ES"/>
              <a:t> </a:t>
            </a:r>
            <a:r>
              <a:rPr lang="es-ES" err="1"/>
              <a:t>sinventio</a:t>
            </a:r>
            <a:r>
              <a:rPr lang="es-ES"/>
              <a:t> </a:t>
            </a:r>
            <a:r>
              <a:rPr lang="es-ES" err="1"/>
              <a:t>molentur</a:t>
            </a:r>
            <a:r>
              <a:rPr lang="es-ES"/>
              <a:t> </a:t>
            </a:r>
            <a:r>
              <a:rPr lang="es-ES" err="1"/>
              <a:t>maio</a:t>
            </a:r>
            <a:r>
              <a:rPr lang="es-ES"/>
              <a:t> </a:t>
            </a:r>
            <a:r>
              <a:rPr lang="es-ES" err="1"/>
              <a:t>bernam</a:t>
            </a:r>
            <a:r>
              <a:rPr lang="es-ES"/>
              <a:t> </a:t>
            </a:r>
            <a:r>
              <a:rPr lang="es-ES" err="1"/>
              <a:t>dollandel</a:t>
            </a:r>
            <a:r>
              <a:rPr lang="es-ES"/>
              <a:t> </a:t>
            </a:r>
            <a:r>
              <a:rPr lang="es-ES" err="1"/>
              <a:t>experovit</a:t>
            </a:r>
            <a:r>
              <a:rPr lang="es-ES"/>
              <a:t>, </a:t>
            </a:r>
            <a:r>
              <a:rPr lang="es-ES" err="1"/>
              <a:t>odictatum</a:t>
            </a:r>
            <a:r>
              <a:rPr lang="es-ES"/>
              <a:t> re </a:t>
            </a:r>
            <a:r>
              <a:rPr lang="es-ES" err="1"/>
              <a:t>accus</a:t>
            </a:r>
            <a:r>
              <a:rPr lang="es-ES"/>
              <a:t> </a:t>
            </a:r>
            <a:r>
              <a:rPr lang="es-ES" err="1"/>
              <a:t>dolorruptium</a:t>
            </a:r>
            <a:r>
              <a:rPr lang="es-ES"/>
              <a:t> </a:t>
            </a:r>
            <a:r>
              <a:rPr lang="es-ES" err="1"/>
              <a:t>vel</a:t>
            </a:r>
            <a:r>
              <a:rPr lang="es-ES"/>
              <a:t> </a:t>
            </a:r>
            <a:r>
              <a:rPr lang="es-ES" err="1"/>
              <a:t>ma</a:t>
            </a:r>
            <a:r>
              <a:rPr lang="es-ES"/>
              <a:t> </a:t>
            </a:r>
            <a:r>
              <a:rPr lang="es-ES" err="1"/>
              <a:t>cus</a:t>
            </a:r>
            <a:r>
              <a:rPr lang="es-ES"/>
              <a:t>.</a:t>
            </a:r>
          </a:p>
          <a:p>
            <a:pPr lvl="0"/>
            <a:r>
              <a:rPr lang="es-ES" err="1"/>
              <a:t>Arupiet</a:t>
            </a:r>
            <a:r>
              <a:rPr lang="es-ES"/>
              <a:t> </a:t>
            </a:r>
            <a:r>
              <a:rPr lang="es-ES" err="1"/>
              <a:t>autest</a:t>
            </a:r>
            <a:r>
              <a:rPr lang="es-ES"/>
              <a:t> </a:t>
            </a:r>
            <a:r>
              <a:rPr lang="es-ES" err="1"/>
              <a:t>ent</a:t>
            </a:r>
            <a:r>
              <a:rPr lang="es-ES"/>
              <a:t> </a:t>
            </a:r>
            <a:r>
              <a:rPr lang="es-ES" err="1"/>
              <a:t>laudant</a:t>
            </a:r>
            <a:r>
              <a:rPr lang="es-ES"/>
              <a:t> ut </a:t>
            </a:r>
            <a:r>
              <a:rPr lang="es-ES" err="1"/>
              <a:t>eatur</a:t>
            </a:r>
            <a:r>
              <a:rPr lang="es-ES"/>
              <a:t>?</a:t>
            </a:r>
            <a:br>
              <a:rPr lang="es-ES"/>
            </a:br>
            <a:r>
              <a:rPr lang="es-ES" err="1"/>
              <a:t>Ommos</a:t>
            </a:r>
            <a:r>
              <a:rPr lang="es-ES"/>
              <a:t> </a:t>
            </a:r>
            <a:r>
              <a:rPr lang="es-ES" err="1"/>
              <a:t>num</a:t>
            </a:r>
            <a:r>
              <a:rPr lang="es-ES"/>
              <a:t> ad </a:t>
            </a:r>
            <a:r>
              <a:rPr lang="es-ES" err="1"/>
              <a:t>est</a:t>
            </a:r>
            <a:r>
              <a:rPr lang="es-ES"/>
              <a:t> </a:t>
            </a:r>
            <a:r>
              <a:rPr lang="es-ES" err="1"/>
              <a:t>ilitatur</a:t>
            </a:r>
            <a:r>
              <a:rPr lang="es-ES"/>
              <a:t> </a:t>
            </a:r>
            <a:r>
              <a:rPr lang="es-ES" err="1"/>
              <a:t>sitiam</a:t>
            </a:r>
            <a:r>
              <a:rPr lang="es-ES"/>
              <a:t> </a:t>
            </a:r>
            <a:r>
              <a:rPr lang="es-ES" err="1"/>
              <a:t>fugiamet</a:t>
            </a:r>
            <a:r>
              <a:rPr lang="es-ES"/>
              <a:t> </a:t>
            </a:r>
            <a:r>
              <a:rPr lang="es-ES" err="1"/>
              <a:t>dipsant</a:t>
            </a:r>
            <a:r>
              <a:rPr lang="es-ES"/>
              <a:t> </a:t>
            </a:r>
            <a:r>
              <a:rPr lang="es-ES" err="1"/>
              <a:t>incime</a:t>
            </a:r>
            <a:r>
              <a:rPr lang="es-ES"/>
              <a:t> </a:t>
            </a:r>
            <a:r>
              <a:rPr lang="es-ES" err="1"/>
              <a:t>voluptibus</a:t>
            </a:r>
            <a:r>
              <a:rPr lang="es-ES"/>
              <a:t> </a:t>
            </a:r>
            <a:r>
              <a:rPr lang="es-ES" err="1"/>
              <a:t>eumquo</a:t>
            </a:r>
            <a:r>
              <a:rPr lang="es-ES"/>
              <a:t> et </a:t>
            </a:r>
            <a:r>
              <a:rPr lang="es-ES" err="1"/>
              <a:t>elibusa</a:t>
            </a:r>
            <a:r>
              <a:rPr lang="es-ES"/>
              <a:t> </a:t>
            </a:r>
            <a:r>
              <a:rPr lang="es-ES" err="1"/>
              <a:t>consed</a:t>
            </a:r>
            <a:r>
              <a:rPr lang="es-ES"/>
              <a:t> </a:t>
            </a:r>
            <a:r>
              <a:rPr lang="es-ES" err="1"/>
              <a:t>quam</a:t>
            </a:r>
            <a:r>
              <a:rPr lang="es-ES"/>
              <a:t>, </a:t>
            </a:r>
            <a:r>
              <a:rPr lang="es-ES" err="1"/>
              <a:t>tecesciis</a:t>
            </a:r>
            <a:r>
              <a:rPr lang="es-ES"/>
              <a:t> </a:t>
            </a:r>
            <a:r>
              <a:rPr lang="es-ES" err="1"/>
              <a:t>velignimus</a:t>
            </a:r>
            <a:r>
              <a:rPr lang="es-ES"/>
              <a:t>, </a:t>
            </a:r>
            <a:r>
              <a:rPr lang="es-ES" err="1"/>
              <a:t>exped</a:t>
            </a:r>
            <a:r>
              <a:rPr lang="es-ES"/>
              <a:t> </a:t>
            </a:r>
            <a:r>
              <a:rPr lang="es-ES" err="1"/>
              <a:t>ma</a:t>
            </a:r>
            <a:r>
              <a:rPr lang="es-ES"/>
              <a:t> con </a:t>
            </a:r>
            <a:r>
              <a:rPr lang="es-ES" err="1"/>
              <a:t>nis</a:t>
            </a:r>
            <a:r>
              <a:rPr lang="es-ES"/>
              <a:t> dolor sunt opta qui </a:t>
            </a:r>
            <a:r>
              <a:rPr lang="es-ES" err="1"/>
              <a:t>bero</a:t>
            </a:r>
            <a:r>
              <a:rPr lang="es-ES"/>
              <a:t> con </a:t>
            </a:r>
            <a:r>
              <a:rPr lang="es-ES" err="1"/>
              <a:t>porum</a:t>
            </a:r>
            <a:r>
              <a:rPr lang="es-ES"/>
              <a:t> </a:t>
            </a:r>
            <a:r>
              <a:rPr lang="es-ES" err="1"/>
              <a:t>delique</a:t>
            </a:r>
            <a:r>
              <a:rPr lang="es-ES"/>
              <a:t> </a:t>
            </a:r>
            <a:r>
              <a:rPr lang="es-ES" err="1"/>
              <a:t>cus</a:t>
            </a:r>
            <a:r>
              <a:rPr lang="es-ES"/>
              <a:t> et </a:t>
            </a:r>
            <a:r>
              <a:rPr lang="es-ES" err="1"/>
              <a:t>et</a:t>
            </a:r>
            <a:r>
              <a:rPr lang="es-ES"/>
              <a:t> </a:t>
            </a:r>
            <a:r>
              <a:rPr lang="es-ES" err="1"/>
              <a:t>voloribus</a:t>
            </a:r>
            <a:r>
              <a:rPr lang="es-ES"/>
              <a:t> </a:t>
            </a:r>
            <a:r>
              <a:rPr lang="es-ES" err="1"/>
              <a:t>expella</a:t>
            </a:r>
            <a:r>
              <a:rPr lang="es-ES"/>
              <a:t> </a:t>
            </a:r>
            <a:r>
              <a:rPr lang="es-ES" err="1"/>
              <a:t>borepe</a:t>
            </a:r>
            <a:r>
              <a:rPr lang="es-ES"/>
              <a:t> </a:t>
            </a:r>
            <a:r>
              <a:rPr lang="es-ES" err="1"/>
              <a:t>ped</a:t>
            </a:r>
            <a:r>
              <a:rPr lang="es-ES"/>
              <a:t> </a:t>
            </a:r>
            <a:r>
              <a:rPr lang="es-ES" err="1"/>
              <a:t>eum</a:t>
            </a:r>
            <a:r>
              <a:rPr lang="es-ES"/>
              <a:t> </a:t>
            </a:r>
            <a:r>
              <a:rPr lang="es-ES" err="1"/>
              <a:t>endios</a:t>
            </a:r>
            <a:r>
              <a:rPr lang="es-ES"/>
              <a:t> </a:t>
            </a:r>
            <a:r>
              <a:rPr lang="es-ES" err="1"/>
              <a:t>exerat</a:t>
            </a:r>
            <a:r>
              <a:rPr lang="es-ES"/>
              <a:t> </a:t>
            </a:r>
            <a:r>
              <a:rPr lang="es-ES" err="1"/>
              <a:t>debiti</a:t>
            </a:r>
            <a:r>
              <a:rPr lang="es-ES"/>
              <a:t> </a:t>
            </a:r>
            <a:r>
              <a:rPr lang="es-ES" err="1"/>
              <a:t>doluptatur</a:t>
            </a:r>
            <a:r>
              <a:rPr lang="es-ES"/>
              <a:t>, que dicto </a:t>
            </a:r>
            <a:r>
              <a:rPr lang="es-ES" err="1"/>
              <a:t>consecume</a:t>
            </a:r>
            <a:r>
              <a:rPr lang="es-ES"/>
              <a:t> re, </a:t>
            </a:r>
            <a:r>
              <a:rPr lang="es-ES" err="1"/>
              <a:t>nusam</a:t>
            </a:r>
            <a:r>
              <a:rPr lang="es-ES"/>
              <a:t> et </a:t>
            </a:r>
            <a:r>
              <a:rPr lang="es-ES" err="1"/>
              <a:t>videllu</a:t>
            </a:r>
            <a:r>
              <a:rPr lang="es-ES"/>
              <a:t> </a:t>
            </a:r>
            <a:r>
              <a:rPr lang="es-ES" err="1"/>
              <a:t>picient</a:t>
            </a:r>
            <a:r>
              <a:rPr lang="es-ES"/>
              <a:t> </a:t>
            </a:r>
            <a:r>
              <a:rPr lang="es-ES" err="1"/>
              <a:t>iasperc</a:t>
            </a:r>
            <a:r>
              <a:rPr lang="es-ES"/>
              <a:t> </a:t>
            </a:r>
            <a:r>
              <a:rPr lang="es-ES" err="1"/>
              <a:t>hitatur</a:t>
            </a:r>
            <a:r>
              <a:rPr lang="es-ES"/>
              <a:t> </a:t>
            </a:r>
            <a:r>
              <a:rPr lang="es-ES" err="1"/>
              <a:t>ectibus</a:t>
            </a:r>
            <a:r>
              <a:rPr lang="es-ES"/>
              <a:t> </a:t>
            </a:r>
            <a:r>
              <a:rPr lang="es-ES" err="1"/>
              <a:t>eatenih</a:t>
            </a:r>
            <a:r>
              <a:rPr lang="es-ES"/>
              <a:t> </a:t>
            </a:r>
            <a:r>
              <a:rPr lang="es-ES" err="1"/>
              <a:t>iliquatibus</a:t>
            </a:r>
            <a:r>
              <a:rPr lang="es-ES"/>
              <a:t> </a:t>
            </a:r>
            <a:r>
              <a:rPr lang="es-ES" err="1"/>
              <a:t>volora</a:t>
            </a:r>
            <a:r>
              <a:rPr lang="es-ES"/>
              <a:t> </a:t>
            </a:r>
            <a:r>
              <a:rPr lang="es-ES" err="1"/>
              <a:t>vel</a:t>
            </a:r>
            <a:r>
              <a:rPr lang="es-ES"/>
              <a:t> </a:t>
            </a:r>
            <a:r>
              <a:rPr lang="es-ES" err="1"/>
              <a:t>earions</a:t>
            </a:r>
            <a:r>
              <a:rPr lang="es-ES"/>
              <a:t> </a:t>
            </a:r>
            <a:r>
              <a:rPr lang="es-ES" err="1"/>
              <a:t>equi</a:t>
            </a:r>
            <a:r>
              <a:rPr lang="es-ES"/>
              <a:t>. </a:t>
            </a:r>
            <a:br>
              <a:rPr lang="es-ES"/>
            </a:br>
            <a:r>
              <a:rPr lang="es-ES" err="1"/>
              <a:t>volorumqui</a:t>
            </a:r>
            <a:r>
              <a:rPr lang="es-ES"/>
              <a:t> con </a:t>
            </a:r>
            <a:r>
              <a:rPr lang="es-ES" err="1"/>
              <a:t>est</a:t>
            </a:r>
            <a:r>
              <a:rPr lang="es-ES"/>
              <a:t> </a:t>
            </a:r>
            <a:r>
              <a:rPr lang="es-ES" err="1"/>
              <a:t>rerferibus</a:t>
            </a:r>
            <a:r>
              <a:rPr lang="es-ES"/>
              <a:t> </a:t>
            </a:r>
            <a:r>
              <a:rPr lang="es-ES" err="1"/>
              <a:t>alit</a:t>
            </a:r>
            <a:r>
              <a:rPr lang="es-ES"/>
              <a:t> </a:t>
            </a:r>
            <a:r>
              <a:rPr lang="es-ES" err="1"/>
              <a:t>accabor</a:t>
            </a:r>
            <a:r>
              <a:rPr lang="es-ES"/>
              <a:t> </a:t>
            </a:r>
            <a:r>
              <a:rPr lang="es-ES" err="1"/>
              <a:t>itatem</a:t>
            </a:r>
            <a:r>
              <a:rPr lang="es-ES"/>
              <a:t> </a:t>
            </a:r>
            <a:r>
              <a:rPr lang="es-ES" err="1"/>
              <a:t>simolorio</a:t>
            </a:r>
            <a:r>
              <a:rPr lang="es-ES"/>
              <a:t> es </a:t>
            </a:r>
            <a:r>
              <a:rPr lang="es-ES" err="1"/>
              <a:t>etus</a:t>
            </a:r>
            <a:r>
              <a:rPr lang="es-ES"/>
              <a:t> </a:t>
            </a:r>
            <a:r>
              <a:rPr lang="es-ES" err="1"/>
              <a:t>esseque</a:t>
            </a:r>
            <a:r>
              <a:rPr lang="es-ES"/>
              <a:t> veles es </a:t>
            </a:r>
            <a:r>
              <a:rPr lang="es-ES" err="1"/>
              <a:t>dunt</a:t>
            </a:r>
            <a:r>
              <a:rPr lang="es-ES"/>
              <a:t> </a:t>
            </a:r>
            <a:r>
              <a:rPr lang="es-ES" err="1"/>
              <a:t>officta</a:t>
            </a:r>
            <a:r>
              <a:rPr lang="es-ES"/>
              <a:t> </a:t>
            </a:r>
            <a:r>
              <a:rPr lang="es-ES" err="1"/>
              <a:t>erupta</a:t>
            </a:r>
            <a:r>
              <a:rPr lang="es-ES"/>
              <a:t> </a:t>
            </a:r>
            <a:r>
              <a:rPr lang="es-ES" err="1"/>
              <a:t>ant</a:t>
            </a:r>
            <a:r>
              <a:rPr lang="es-ES"/>
              <a:t> </a:t>
            </a:r>
            <a:r>
              <a:rPr lang="es-ES" err="1"/>
              <a:t>omniment</a:t>
            </a:r>
            <a:r>
              <a:rPr lang="es-ES"/>
              <a:t> </a:t>
            </a:r>
            <a:r>
              <a:rPr lang="es-ES" err="1"/>
              <a:t>odi</a:t>
            </a:r>
            <a:r>
              <a:rPr lang="es-ES"/>
              <a:t> </a:t>
            </a:r>
            <a:r>
              <a:rPr lang="es-ES" err="1"/>
              <a:t>deria</a:t>
            </a:r>
            <a:r>
              <a:rPr lang="es-ES"/>
              <a:t> </a:t>
            </a:r>
            <a:r>
              <a:rPr lang="es-ES" err="1"/>
              <a:t>evelibuscia</a:t>
            </a:r>
            <a:r>
              <a:rPr lang="es-ES"/>
              <a:t> non re </a:t>
            </a:r>
            <a:r>
              <a:rPr lang="es-ES" err="1"/>
              <a:t>voleste</a:t>
            </a:r>
            <a:r>
              <a:rPr lang="es-ES"/>
              <a:t>.</a:t>
            </a:r>
          </a:p>
        </p:txBody>
      </p:sp>
      <p:sp>
        <p:nvSpPr>
          <p:cNvPr id="14" name="Marcador de texto 4">
            <a:extLst>
              <a:ext uri="{FF2B5EF4-FFF2-40B4-BE49-F238E27FC236}">
                <a16:creationId xmlns:a16="http://schemas.microsoft.com/office/drawing/2014/main" id="{39722E83-61D8-46D8-AF67-A82A58A3369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06463" y="2172974"/>
            <a:ext cx="5672137" cy="594092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buNone/>
              <a:defRPr lang="es-ES" sz="2400" b="1" kern="1200" dirty="0">
                <a:solidFill>
                  <a:srgbClr val="1E1E1E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r>
              <a:rPr lang="es-ES" sz="2400" err="1"/>
              <a:t>Aximinct</a:t>
            </a:r>
            <a:r>
              <a:rPr lang="es-ES" sz="2400"/>
              <a:t> </a:t>
            </a:r>
            <a:r>
              <a:rPr lang="es-ES" sz="2400" err="1"/>
              <a:t>emquibus</a:t>
            </a:r>
            <a:r>
              <a:rPr lang="es-ES" sz="2400"/>
              <a:t> et </a:t>
            </a:r>
            <a:r>
              <a:rPr lang="es-ES" sz="2400" err="1"/>
              <a:t>facium</a:t>
            </a:r>
            <a:r>
              <a:rPr lang="es-ES" sz="2400"/>
              <a:t> </a:t>
            </a:r>
            <a:r>
              <a:rPr lang="es-ES" sz="2400" err="1"/>
              <a:t>natur</a:t>
            </a:r>
            <a:endParaRPr lang="en-US" sz="2400"/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16C45FC7-EEB9-4B9F-BE13-C2D9C7222B8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323884" y="7585901"/>
            <a:ext cx="1400054" cy="385200"/>
          </a:xfrm>
          <a:prstGeom prst="rect">
            <a:avLst/>
          </a:prstGeom>
        </p:spPr>
      </p:pic>
      <p:sp>
        <p:nvSpPr>
          <p:cNvPr id="11" name="Rectángulo 10">
            <a:extLst>
              <a:ext uri="{FF2B5EF4-FFF2-40B4-BE49-F238E27FC236}">
                <a16:creationId xmlns:a16="http://schemas.microsoft.com/office/drawing/2014/main" id="{8F8AE979-17D9-492C-9878-9DAC54F970CD}"/>
              </a:ext>
            </a:extLst>
          </p:cNvPr>
          <p:cNvSpPr/>
          <p:nvPr userDrawn="1"/>
        </p:nvSpPr>
        <p:spPr>
          <a:xfrm>
            <a:off x="524442" y="332974"/>
            <a:ext cx="384969" cy="38496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9595168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o 01 rojo">
    <p:bg>
      <p:bgPr>
        <a:solidFill>
          <a:srgbClr val="FF32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7CECDC97-706A-4416-9EA1-C9FD7EDD00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005B2D1-880E-4846-A216-7D6770BA1332}" type="slidenum">
              <a:rPr lang="es-ES" smtClean="0"/>
              <a:pPr/>
              <a:t>‹#›</a:t>
            </a:fld>
            <a:endParaRPr lang="es-ES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9B12B4E-C17A-41FB-86C3-4075B88FFB48}"/>
              </a:ext>
            </a:extLst>
          </p:cNvPr>
          <p:cNvSpPr txBox="1"/>
          <p:nvPr userDrawn="1"/>
        </p:nvSpPr>
        <p:spPr>
          <a:xfrm>
            <a:off x="432928" y="7772943"/>
            <a:ext cx="4043094" cy="2400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960">
                <a:solidFill>
                  <a:schemeClr val="bg1"/>
                </a:solidFill>
                <a:latin typeface="Century Gothic" panose="020B0502020202020204" pitchFamily="34" charset="0"/>
              </a:rPr>
              <a:t>© Copyright Universidad Europea. Todos los derechos reservados</a:t>
            </a:r>
            <a:endParaRPr lang="es-ES">
              <a:solidFill>
                <a:schemeClr val="bg1"/>
              </a:solidFill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EF3A0E82-FF4A-4767-8F46-4CEFBC357853}"/>
              </a:ext>
            </a:extLst>
          </p:cNvPr>
          <p:cNvSpPr/>
          <p:nvPr userDrawn="1"/>
        </p:nvSpPr>
        <p:spPr>
          <a:xfrm>
            <a:off x="13723938" y="7570604"/>
            <a:ext cx="384969" cy="38496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5FDA3608-77A3-4472-83F0-ECF69F3F28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06463" y="1182159"/>
            <a:ext cx="6561949" cy="703086"/>
          </a:xfrm>
        </p:spPr>
        <p:txBody>
          <a:bodyPr lIns="0" anchor="t">
            <a:noAutofit/>
          </a:bodyPr>
          <a:lstStyle>
            <a:lvl1pPr>
              <a:defRPr sz="4330">
                <a:solidFill>
                  <a:schemeClr val="bg1"/>
                </a:solidFill>
              </a:defRPr>
            </a:lvl1pPr>
          </a:lstStyle>
          <a:p>
            <a:r>
              <a:rPr lang="es-ES" err="1"/>
              <a:t>Lorem</a:t>
            </a:r>
            <a:r>
              <a:rPr lang="es-ES"/>
              <a:t> </a:t>
            </a:r>
            <a:r>
              <a:rPr lang="es-ES" err="1"/>
              <a:t>ipsum</a:t>
            </a:r>
            <a:r>
              <a:rPr lang="es-ES"/>
              <a:t> dolor </a:t>
            </a:r>
            <a:r>
              <a:rPr lang="es-ES" err="1"/>
              <a:t>sit</a:t>
            </a:r>
            <a:endParaRPr lang="en-US"/>
          </a:p>
        </p:txBody>
      </p:sp>
      <p:sp>
        <p:nvSpPr>
          <p:cNvPr id="13" name="Marcador de texto 17">
            <a:extLst>
              <a:ext uri="{FF2B5EF4-FFF2-40B4-BE49-F238E27FC236}">
                <a16:creationId xmlns:a16="http://schemas.microsoft.com/office/drawing/2014/main" id="{4A66E3B5-38E7-411C-BEDB-A16E741FDC2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06463" y="2767066"/>
            <a:ext cx="8951912" cy="4551309"/>
          </a:xfrm>
        </p:spPr>
        <p:txBody>
          <a:bodyPr lIns="0">
            <a:noAutofit/>
          </a:bodyPr>
          <a:lstStyle>
            <a:lvl1pPr marL="0" indent="0">
              <a:lnSpc>
                <a:spcPts val="1700"/>
              </a:lnSpc>
              <a:spcBef>
                <a:spcPts val="900"/>
              </a:spcBef>
              <a:spcAft>
                <a:spcPts val="900"/>
              </a:spcAft>
              <a:buNone/>
              <a:defRPr sz="144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s-ES" err="1"/>
              <a:t>Poribus</a:t>
            </a:r>
            <a:r>
              <a:rPr lang="es-ES"/>
              <a:t> </a:t>
            </a:r>
            <a:r>
              <a:rPr lang="es-ES" err="1"/>
              <a:t>reiciis</a:t>
            </a:r>
            <a:r>
              <a:rPr lang="es-ES"/>
              <a:t> </a:t>
            </a:r>
            <a:r>
              <a:rPr lang="es-ES" err="1"/>
              <a:t>conseque</a:t>
            </a:r>
            <a:r>
              <a:rPr lang="es-ES"/>
              <a:t> </a:t>
            </a:r>
            <a:r>
              <a:rPr lang="es-ES" err="1"/>
              <a:t>conempo</a:t>
            </a:r>
            <a:r>
              <a:rPr lang="es-ES"/>
              <a:t> </a:t>
            </a:r>
            <a:r>
              <a:rPr lang="es-ES" err="1"/>
              <a:t>ribusam</a:t>
            </a:r>
            <a:r>
              <a:rPr lang="es-ES"/>
              <a:t> </a:t>
            </a:r>
            <a:r>
              <a:rPr lang="es-ES" err="1"/>
              <a:t>enimincil</a:t>
            </a:r>
            <a:r>
              <a:rPr lang="es-ES"/>
              <a:t> </a:t>
            </a:r>
            <a:r>
              <a:rPr lang="es-ES" err="1"/>
              <a:t>molupta</a:t>
            </a:r>
            <a:r>
              <a:rPr lang="es-ES"/>
              <a:t> </a:t>
            </a:r>
            <a:r>
              <a:rPr lang="es-ES" err="1"/>
              <a:t>tiatesed</a:t>
            </a:r>
            <a:r>
              <a:rPr lang="es-ES"/>
              <a:t> qui </a:t>
            </a:r>
            <a:r>
              <a:rPr lang="es-ES" err="1"/>
              <a:t>sit</a:t>
            </a:r>
            <a:r>
              <a:rPr lang="es-ES"/>
              <a:t> </a:t>
            </a:r>
            <a:r>
              <a:rPr lang="es-ES" err="1"/>
              <a:t>aut</a:t>
            </a:r>
            <a:r>
              <a:rPr lang="es-ES"/>
              <a:t> </a:t>
            </a:r>
            <a:r>
              <a:rPr lang="es-ES" err="1"/>
              <a:t>harit</a:t>
            </a:r>
            <a:r>
              <a:rPr lang="es-ES"/>
              <a:t>, </a:t>
            </a:r>
            <a:r>
              <a:rPr lang="es-ES" err="1"/>
              <a:t>quoditat</a:t>
            </a:r>
            <a:r>
              <a:rPr lang="es-ES"/>
              <a:t> mi, </a:t>
            </a:r>
            <a:r>
              <a:rPr lang="es-ES" err="1"/>
              <a:t>experum</a:t>
            </a:r>
            <a:r>
              <a:rPr lang="es-ES"/>
              <a:t> a </a:t>
            </a:r>
            <a:r>
              <a:rPr lang="es-ES" err="1"/>
              <a:t>conse</a:t>
            </a:r>
            <a:r>
              <a:rPr lang="es-ES"/>
              <a:t> </a:t>
            </a:r>
            <a:r>
              <a:rPr lang="es-ES" err="1"/>
              <a:t>sequamet</a:t>
            </a:r>
            <a:r>
              <a:rPr lang="es-ES"/>
              <a:t>, quid </a:t>
            </a:r>
            <a:r>
              <a:rPr lang="es-ES" err="1"/>
              <a:t>ullestrum</a:t>
            </a:r>
            <a:r>
              <a:rPr lang="es-ES"/>
              <a:t> quia </a:t>
            </a:r>
            <a:r>
              <a:rPr lang="es-ES" err="1"/>
              <a:t>estemqu</a:t>
            </a:r>
            <a:r>
              <a:rPr lang="es-ES"/>
              <a:t> </a:t>
            </a:r>
            <a:r>
              <a:rPr lang="es-ES" err="1"/>
              <a:t>idundam</a:t>
            </a:r>
            <a:r>
              <a:rPr lang="es-ES"/>
              <a:t> qui </a:t>
            </a:r>
            <a:r>
              <a:rPr lang="es-ES" err="1"/>
              <a:t>alitiis</a:t>
            </a:r>
            <a:r>
              <a:rPr lang="es-ES"/>
              <a:t> sitia quo </a:t>
            </a:r>
            <a:r>
              <a:rPr lang="es-ES" err="1"/>
              <a:t>totationsedi</a:t>
            </a:r>
            <a:r>
              <a:rPr lang="es-ES"/>
              <a:t> </a:t>
            </a:r>
            <a:r>
              <a:rPr lang="es-ES" err="1"/>
              <a:t>dolorpor</a:t>
            </a:r>
            <a:r>
              <a:rPr lang="es-ES"/>
              <a:t> </a:t>
            </a:r>
            <a:r>
              <a:rPr lang="es-ES" err="1"/>
              <a:t>samus</a:t>
            </a:r>
            <a:r>
              <a:rPr lang="es-ES"/>
              <a:t> am, </a:t>
            </a:r>
            <a:r>
              <a:rPr lang="es-ES" err="1"/>
              <a:t>ullabore</a:t>
            </a:r>
            <a:r>
              <a:rPr lang="es-ES"/>
              <a:t> </a:t>
            </a:r>
            <a:r>
              <a:rPr lang="es-ES" err="1"/>
              <a:t>nihicipsusa</a:t>
            </a:r>
            <a:r>
              <a:rPr lang="es-ES"/>
              <a:t> </a:t>
            </a:r>
            <a:r>
              <a:rPr lang="es-ES" err="1"/>
              <a:t>conse</a:t>
            </a:r>
            <a:r>
              <a:rPr lang="es-ES"/>
              <a:t> </a:t>
            </a:r>
            <a:r>
              <a:rPr lang="es-ES" err="1"/>
              <a:t>conet</a:t>
            </a:r>
            <a:r>
              <a:rPr lang="es-ES"/>
              <a:t> </a:t>
            </a:r>
            <a:r>
              <a:rPr lang="es-ES" err="1"/>
              <a:t>quuntin</a:t>
            </a:r>
            <a:r>
              <a:rPr lang="es-ES"/>
              <a:t> </a:t>
            </a:r>
            <a:r>
              <a:rPr lang="es-ES" err="1"/>
              <a:t>ullabor</a:t>
            </a:r>
            <a:r>
              <a:rPr lang="es-ES"/>
              <a:t> </a:t>
            </a:r>
            <a:r>
              <a:rPr lang="es-ES" err="1"/>
              <a:t>ionsequos</a:t>
            </a:r>
            <a:r>
              <a:rPr lang="es-ES"/>
              <a:t> es </a:t>
            </a:r>
            <a:r>
              <a:rPr lang="es-ES" err="1"/>
              <a:t>aut</a:t>
            </a:r>
            <a:r>
              <a:rPr lang="es-ES"/>
              <a:t> </a:t>
            </a:r>
            <a:r>
              <a:rPr lang="es-ES" err="1"/>
              <a:t>moloreptur</a:t>
            </a:r>
            <a:r>
              <a:rPr lang="es-ES"/>
              <a:t> </a:t>
            </a:r>
            <a:r>
              <a:rPr lang="es-ES" err="1"/>
              <a:t>molorep</a:t>
            </a:r>
            <a:r>
              <a:rPr lang="es-ES"/>
              <a:t> </a:t>
            </a:r>
            <a:r>
              <a:rPr lang="es-ES" err="1"/>
              <a:t>erspica</a:t>
            </a:r>
            <a:r>
              <a:rPr lang="es-ES"/>
              <a:t> </a:t>
            </a:r>
            <a:r>
              <a:rPr lang="es-ES" err="1"/>
              <a:t>tiossin</a:t>
            </a:r>
            <a:r>
              <a:rPr lang="es-ES"/>
              <a:t> </a:t>
            </a:r>
            <a:r>
              <a:rPr lang="es-ES" err="1"/>
              <a:t>vendae</a:t>
            </a:r>
            <a:r>
              <a:rPr lang="es-ES"/>
              <a:t> dolor as dolo </a:t>
            </a:r>
            <a:r>
              <a:rPr lang="es-ES" err="1"/>
              <a:t>consendit</a:t>
            </a:r>
            <a:r>
              <a:rPr lang="es-ES"/>
              <a:t>.</a:t>
            </a:r>
          </a:p>
          <a:p>
            <a:pPr lvl="0"/>
            <a:r>
              <a:rPr lang="es-ES" err="1"/>
              <a:t>Arupiet</a:t>
            </a:r>
            <a:r>
              <a:rPr lang="es-ES"/>
              <a:t> </a:t>
            </a:r>
            <a:r>
              <a:rPr lang="es-ES" err="1"/>
              <a:t>autest</a:t>
            </a:r>
            <a:r>
              <a:rPr lang="es-ES"/>
              <a:t> </a:t>
            </a:r>
            <a:r>
              <a:rPr lang="es-ES" err="1"/>
              <a:t>ent</a:t>
            </a:r>
            <a:r>
              <a:rPr lang="es-ES"/>
              <a:t> </a:t>
            </a:r>
            <a:r>
              <a:rPr lang="es-ES" err="1"/>
              <a:t>laudant</a:t>
            </a:r>
            <a:r>
              <a:rPr lang="es-ES"/>
              <a:t> ut </a:t>
            </a:r>
            <a:r>
              <a:rPr lang="es-ES" err="1"/>
              <a:t>eatur</a:t>
            </a:r>
            <a:r>
              <a:rPr lang="es-ES"/>
              <a:t>?</a:t>
            </a:r>
            <a:br>
              <a:rPr lang="es-ES"/>
            </a:br>
            <a:r>
              <a:rPr lang="es-ES" err="1"/>
              <a:t>Ehenima</a:t>
            </a:r>
            <a:r>
              <a:rPr lang="es-ES"/>
              <a:t> </a:t>
            </a:r>
            <a:r>
              <a:rPr lang="es-ES" err="1"/>
              <a:t>gniatis</a:t>
            </a:r>
            <a:r>
              <a:rPr lang="es-ES"/>
              <a:t> </a:t>
            </a:r>
            <a:r>
              <a:rPr lang="es-ES" err="1"/>
              <a:t>nus</a:t>
            </a:r>
            <a:r>
              <a:rPr lang="es-ES"/>
              <a:t> </a:t>
            </a:r>
            <a:r>
              <a:rPr lang="es-ES" err="1"/>
              <a:t>reped</a:t>
            </a:r>
            <a:r>
              <a:rPr lang="es-ES"/>
              <a:t> </a:t>
            </a:r>
            <a:r>
              <a:rPr lang="es-ES" err="1"/>
              <a:t>mint</a:t>
            </a:r>
            <a:r>
              <a:rPr lang="es-ES"/>
              <a:t> a </a:t>
            </a:r>
            <a:r>
              <a:rPr lang="es-ES" err="1"/>
              <a:t>velit</a:t>
            </a:r>
            <a:r>
              <a:rPr lang="es-ES"/>
              <a:t> </a:t>
            </a:r>
            <a:r>
              <a:rPr lang="es-ES" err="1"/>
              <a:t>aut</a:t>
            </a:r>
            <a:r>
              <a:rPr lang="es-ES"/>
              <a:t> </a:t>
            </a:r>
            <a:r>
              <a:rPr lang="es-ES" err="1"/>
              <a:t>est</a:t>
            </a:r>
            <a:r>
              <a:rPr lang="es-ES"/>
              <a:t>, </a:t>
            </a:r>
            <a:r>
              <a:rPr lang="es-ES" err="1"/>
              <a:t>cusdae</a:t>
            </a:r>
            <a:r>
              <a:rPr lang="es-ES"/>
              <a:t> </a:t>
            </a:r>
            <a:r>
              <a:rPr lang="es-ES" err="1"/>
              <a:t>etur</a:t>
            </a:r>
            <a:r>
              <a:rPr lang="es-ES"/>
              <a:t> </a:t>
            </a:r>
            <a:r>
              <a:rPr lang="es-ES" err="1"/>
              <a:t>apic</a:t>
            </a:r>
            <a:r>
              <a:rPr lang="es-ES"/>
              <a:t> </a:t>
            </a:r>
            <a:r>
              <a:rPr lang="es-ES" err="1"/>
              <a:t>to</a:t>
            </a:r>
            <a:r>
              <a:rPr lang="es-ES"/>
              <a:t> </a:t>
            </a:r>
            <a:r>
              <a:rPr lang="es-ES" err="1"/>
              <a:t>testi</a:t>
            </a:r>
            <a:r>
              <a:rPr lang="es-ES"/>
              <a:t> sed este </a:t>
            </a:r>
            <a:r>
              <a:rPr lang="es-ES" err="1"/>
              <a:t>eum</a:t>
            </a:r>
            <a:r>
              <a:rPr lang="es-ES"/>
              <a:t> fuga. </a:t>
            </a:r>
            <a:r>
              <a:rPr lang="es-ES" err="1"/>
              <a:t>Lenet</a:t>
            </a:r>
            <a:r>
              <a:rPr lang="es-ES"/>
              <a:t> et </a:t>
            </a:r>
            <a:r>
              <a:rPr lang="es-ES" err="1"/>
              <a:t>laborerum</a:t>
            </a:r>
            <a:r>
              <a:rPr lang="es-ES"/>
              <a:t> </a:t>
            </a:r>
            <a:r>
              <a:rPr lang="es-ES" err="1"/>
              <a:t>aut</a:t>
            </a:r>
            <a:r>
              <a:rPr lang="es-ES"/>
              <a:t> </a:t>
            </a:r>
            <a:r>
              <a:rPr lang="es-ES" err="1"/>
              <a:t>quamus</a:t>
            </a:r>
            <a:r>
              <a:rPr lang="es-ES"/>
              <a:t> </a:t>
            </a:r>
            <a:r>
              <a:rPr lang="es-ES" err="1"/>
              <a:t>sinventio</a:t>
            </a:r>
            <a:r>
              <a:rPr lang="es-ES"/>
              <a:t> </a:t>
            </a:r>
            <a:r>
              <a:rPr lang="es-ES" err="1"/>
              <a:t>molentur</a:t>
            </a:r>
            <a:r>
              <a:rPr lang="es-ES"/>
              <a:t> </a:t>
            </a:r>
            <a:r>
              <a:rPr lang="es-ES" err="1"/>
              <a:t>maio</a:t>
            </a:r>
            <a:r>
              <a:rPr lang="es-ES"/>
              <a:t> </a:t>
            </a:r>
            <a:r>
              <a:rPr lang="es-ES" err="1"/>
              <a:t>bernam</a:t>
            </a:r>
            <a:r>
              <a:rPr lang="es-ES"/>
              <a:t> </a:t>
            </a:r>
            <a:r>
              <a:rPr lang="es-ES" err="1"/>
              <a:t>dollandel</a:t>
            </a:r>
            <a:r>
              <a:rPr lang="es-ES"/>
              <a:t> </a:t>
            </a:r>
            <a:r>
              <a:rPr lang="es-ES" err="1"/>
              <a:t>experovit</a:t>
            </a:r>
            <a:r>
              <a:rPr lang="es-ES"/>
              <a:t>, </a:t>
            </a:r>
            <a:r>
              <a:rPr lang="es-ES" err="1"/>
              <a:t>odictatum</a:t>
            </a:r>
            <a:r>
              <a:rPr lang="es-ES"/>
              <a:t> re </a:t>
            </a:r>
            <a:r>
              <a:rPr lang="es-ES" err="1"/>
              <a:t>accus</a:t>
            </a:r>
            <a:r>
              <a:rPr lang="es-ES"/>
              <a:t> </a:t>
            </a:r>
            <a:r>
              <a:rPr lang="es-ES" err="1"/>
              <a:t>dolorruptium</a:t>
            </a:r>
            <a:r>
              <a:rPr lang="es-ES"/>
              <a:t> </a:t>
            </a:r>
            <a:r>
              <a:rPr lang="es-ES" err="1"/>
              <a:t>vel</a:t>
            </a:r>
            <a:r>
              <a:rPr lang="es-ES"/>
              <a:t> </a:t>
            </a:r>
            <a:r>
              <a:rPr lang="es-ES" err="1"/>
              <a:t>ma</a:t>
            </a:r>
            <a:r>
              <a:rPr lang="es-ES"/>
              <a:t> </a:t>
            </a:r>
            <a:r>
              <a:rPr lang="es-ES" err="1"/>
              <a:t>cus</a:t>
            </a:r>
            <a:r>
              <a:rPr lang="es-ES"/>
              <a:t>.</a:t>
            </a:r>
          </a:p>
          <a:p>
            <a:pPr lvl="0"/>
            <a:r>
              <a:rPr lang="es-ES" err="1"/>
              <a:t>Arupiet</a:t>
            </a:r>
            <a:r>
              <a:rPr lang="es-ES"/>
              <a:t> </a:t>
            </a:r>
            <a:r>
              <a:rPr lang="es-ES" err="1"/>
              <a:t>autest</a:t>
            </a:r>
            <a:r>
              <a:rPr lang="es-ES"/>
              <a:t> </a:t>
            </a:r>
            <a:r>
              <a:rPr lang="es-ES" err="1"/>
              <a:t>ent</a:t>
            </a:r>
            <a:r>
              <a:rPr lang="es-ES"/>
              <a:t> </a:t>
            </a:r>
            <a:r>
              <a:rPr lang="es-ES" err="1"/>
              <a:t>laudant</a:t>
            </a:r>
            <a:r>
              <a:rPr lang="es-ES"/>
              <a:t> ut </a:t>
            </a:r>
            <a:r>
              <a:rPr lang="es-ES" err="1"/>
              <a:t>eatur</a:t>
            </a:r>
            <a:r>
              <a:rPr lang="es-ES"/>
              <a:t>?</a:t>
            </a:r>
            <a:br>
              <a:rPr lang="es-ES"/>
            </a:br>
            <a:r>
              <a:rPr lang="es-ES" err="1"/>
              <a:t>Ommos</a:t>
            </a:r>
            <a:r>
              <a:rPr lang="es-ES"/>
              <a:t> </a:t>
            </a:r>
            <a:r>
              <a:rPr lang="es-ES" err="1"/>
              <a:t>num</a:t>
            </a:r>
            <a:r>
              <a:rPr lang="es-ES"/>
              <a:t> ad </a:t>
            </a:r>
            <a:r>
              <a:rPr lang="es-ES" err="1"/>
              <a:t>est</a:t>
            </a:r>
            <a:r>
              <a:rPr lang="es-ES"/>
              <a:t> </a:t>
            </a:r>
            <a:r>
              <a:rPr lang="es-ES" err="1"/>
              <a:t>ilitatur</a:t>
            </a:r>
            <a:r>
              <a:rPr lang="es-ES"/>
              <a:t> </a:t>
            </a:r>
            <a:r>
              <a:rPr lang="es-ES" err="1"/>
              <a:t>sitiam</a:t>
            </a:r>
            <a:r>
              <a:rPr lang="es-ES"/>
              <a:t> </a:t>
            </a:r>
            <a:r>
              <a:rPr lang="es-ES" err="1"/>
              <a:t>fugiamet</a:t>
            </a:r>
            <a:r>
              <a:rPr lang="es-ES"/>
              <a:t> </a:t>
            </a:r>
            <a:r>
              <a:rPr lang="es-ES" err="1"/>
              <a:t>dipsant</a:t>
            </a:r>
            <a:r>
              <a:rPr lang="es-ES"/>
              <a:t> </a:t>
            </a:r>
            <a:r>
              <a:rPr lang="es-ES" err="1"/>
              <a:t>incime</a:t>
            </a:r>
            <a:r>
              <a:rPr lang="es-ES"/>
              <a:t> </a:t>
            </a:r>
            <a:r>
              <a:rPr lang="es-ES" err="1"/>
              <a:t>voluptibus</a:t>
            </a:r>
            <a:r>
              <a:rPr lang="es-ES"/>
              <a:t> </a:t>
            </a:r>
            <a:r>
              <a:rPr lang="es-ES" err="1"/>
              <a:t>eumquo</a:t>
            </a:r>
            <a:r>
              <a:rPr lang="es-ES"/>
              <a:t> et </a:t>
            </a:r>
            <a:r>
              <a:rPr lang="es-ES" err="1"/>
              <a:t>elibusa</a:t>
            </a:r>
            <a:r>
              <a:rPr lang="es-ES"/>
              <a:t> </a:t>
            </a:r>
            <a:r>
              <a:rPr lang="es-ES" err="1"/>
              <a:t>consed</a:t>
            </a:r>
            <a:r>
              <a:rPr lang="es-ES"/>
              <a:t> </a:t>
            </a:r>
            <a:r>
              <a:rPr lang="es-ES" err="1"/>
              <a:t>quam</a:t>
            </a:r>
            <a:r>
              <a:rPr lang="es-ES"/>
              <a:t>, </a:t>
            </a:r>
            <a:r>
              <a:rPr lang="es-ES" err="1"/>
              <a:t>tecesciis</a:t>
            </a:r>
            <a:r>
              <a:rPr lang="es-ES"/>
              <a:t> </a:t>
            </a:r>
            <a:r>
              <a:rPr lang="es-ES" err="1"/>
              <a:t>velignimus</a:t>
            </a:r>
            <a:r>
              <a:rPr lang="es-ES"/>
              <a:t>, </a:t>
            </a:r>
            <a:r>
              <a:rPr lang="es-ES" err="1"/>
              <a:t>exped</a:t>
            </a:r>
            <a:r>
              <a:rPr lang="es-ES"/>
              <a:t> </a:t>
            </a:r>
            <a:r>
              <a:rPr lang="es-ES" err="1"/>
              <a:t>ma</a:t>
            </a:r>
            <a:r>
              <a:rPr lang="es-ES"/>
              <a:t> con </a:t>
            </a:r>
            <a:r>
              <a:rPr lang="es-ES" err="1"/>
              <a:t>nis</a:t>
            </a:r>
            <a:r>
              <a:rPr lang="es-ES"/>
              <a:t> dolor sunt opta qui </a:t>
            </a:r>
            <a:r>
              <a:rPr lang="es-ES" err="1"/>
              <a:t>bero</a:t>
            </a:r>
            <a:r>
              <a:rPr lang="es-ES"/>
              <a:t> con </a:t>
            </a:r>
            <a:r>
              <a:rPr lang="es-ES" err="1"/>
              <a:t>porum</a:t>
            </a:r>
            <a:r>
              <a:rPr lang="es-ES"/>
              <a:t> </a:t>
            </a:r>
            <a:r>
              <a:rPr lang="es-ES" err="1"/>
              <a:t>delique</a:t>
            </a:r>
            <a:r>
              <a:rPr lang="es-ES"/>
              <a:t> </a:t>
            </a:r>
            <a:r>
              <a:rPr lang="es-ES" err="1"/>
              <a:t>cus</a:t>
            </a:r>
            <a:r>
              <a:rPr lang="es-ES"/>
              <a:t> et </a:t>
            </a:r>
            <a:r>
              <a:rPr lang="es-ES" err="1"/>
              <a:t>et</a:t>
            </a:r>
            <a:r>
              <a:rPr lang="es-ES"/>
              <a:t> </a:t>
            </a:r>
            <a:r>
              <a:rPr lang="es-ES" err="1"/>
              <a:t>voloribus</a:t>
            </a:r>
            <a:r>
              <a:rPr lang="es-ES"/>
              <a:t> </a:t>
            </a:r>
            <a:r>
              <a:rPr lang="es-ES" err="1"/>
              <a:t>expella</a:t>
            </a:r>
            <a:r>
              <a:rPr lang="es-ES"/>
              <a:t> </a:t>
            </a:r>
            <a:r>
              <a:rPr lang="es-ES" err="1"/>
              <a:t>borepe</a:t>
            </a:r>
            <a:r>
              <a:rPr lang="es-ES"/>
              <a:t> </a:t>
            </a:r>
            <a:r>
              <a:rPr lang="es-ES" err="1"/>
              <a:t>ped</a:t>
            </a:r>
            <a:r>
              <a:rPr lang="es-ES"/>
              <a:t> </a:t>
            </a:r>
            <a:r>
              <a:rPr lang="es-ES" err="1"/>
              <a:t>eum</a:t>
            </a:r>
            <a:r>
              <a:rPr lang="es-ES"/>
              <a:t> </a:t>
            </a:r>
            <a:r>
              <a:rPr lang="es-ES" err="1"/>
              <a:t>endios</a:t>
            </a:r>
            <a:r>
              <a:rPr lang="es-ES"/>
              <a:t> </a:t>
            </a:r>
            <a:r>
              <a:rPr lang="es-ES" err="1"/>
              <a:t>exerat</a:t>
            </a:r>
            <a:r>
              <a:rPr lang="es-ES"/>
              <a:t> </a:t>
            </a:r>
            <a:r>
              <a:rPr lang="es-ES" err="1"/>
              <a:t>debiti</a:t>
            </a:r>
            <a:r>
              <a:rPr lang="es-ES"/>
              <a:t> </a:t>
            </a:r>
            <a:r>
              <a:rPr lang="es-ES" err="1"/>
              <a:t>doluptatur</a:t>
            </a:r>
            <a:r>
              <a:rPr lang="es-ES"/>
              <a:t>, que dicto </a:t>
            </a:r>
            <a:r>
              <a:rPr lang="es-ES" err="1"/>
              <a:t>consecume</a:t>
            </a:r>
            <a:r>
              <a:rPr lang="es-ES"/>
              <a:t> re, </a:t>
            </a:r>
            <a:r>
              <a:rPr lang="es-ES" err="1"/>
              <a:t>nusam</a:t>
            </a:r>
            <a:r>
              <a:rPr lang="es-ES"/>
              <a:t> et </a:t>
            </a:r>
            <a:r>
              <a:rPr lang="es-ES" err="1"/>
              <a:t>videllu</a:t>
            </a:r>
            <a:r>
              <a:rPr lang="es-ES"/>
              <a:t> </a:t>
            </a:r>
            <a:r>
              <a:rPr lang="es-ES" err="1"/>
              <a:t>picient</a:t>
            </a:r>
            <a:r>
              <a:rPr lang="es-ES"/>
              <a:t> </a:t>
            </a:r>
            <a:r>
              <a:rPr lang="es-ES" err="1"/>
              <a:t>iasperc</a:t>
            </a:r>
            <a:r>
              <a:rPr lang="es-ES"/>
              <a:t> </a:t>
            </a:r>
            <a:r>
              <a:rPr lang="es-ES" err="1"/>
              <a:t>hitatur</a:t>
            </a:r>
            <a:r>
              <a:rPr lang="es-ES"/>
              <a:t> </a:t>
            </a:r>
            <a:r>
              <a:rPr lang="es-ES" err="1"/>
              <a:t>ectibus</a:t>
            </a:r>
            <a:r>
              <a:rPr lang="es-ES"/>
              <a:t> </a:t>
            </a:r>
            <a:r>
              <a:rPr lang="es-ES" err="1"/>
              <a:t>eatenih</a:t>
            </a:r>
            <a:r>
              <a:rPr lang="es-ES"/>
              <a:t> </a:t>
            </a:r>
            <a:r>
              <a:rPr lang="es-ES" err="1"/>
              <a:t>iliquatibus</a:t>
            </a:r>
            <a:r>
              <a:rPr lang="es-ES"/>
              <a:t> </a:t>
            </a:r>
            <a:r>
              <a:rPr lang="es-ES" err="1"/>
              <a:t>volora</a:t>
            </a:r>
            <a:r>
              <a:rPr lang="es-ES"/>
              <a:t> </a:t>
            </a:r>
            <a:r>
              <a:rPr lang="es-ES" err="1"/>
              <a:t>vel</a:t>
            </a:r>
            <a:r>
              <a:rPr lang="es-ES"/>
              <a:t> </a:t>
            </a:r>
            <a:r>
              <a:rPr lang="es-ES" err="1"/>
              <a:t>earions</a:t>
            </a:r>
            <a:r>
              <a:rPr lang="es-ES"/>
              <a:t> </a:t>
            </a:r>
            <a:r>
              <a:rPr lang="es-ES" err="1"/>
              <a:t>equi</a:t>
            </a:r>
            <a:r>
              <a:rPr lang="es-ES"/>
              <a:t>. </a:t>
            </a:r>
            <a:br>
              <a:rPr lang="es-ES"/>
            </a:br>
            <a:r>
              <a:rPr lang="es-ES" err="1"/>
              <a:t>volorumqui</a:t>
            </a:r>
            <a:r>
              <a:rPr lang="es-ES"/>
              <a:t> con </a:t>
            </a:r>
            <a:r>
              <a:rPr lang="es-ES" err="1"/>
              <a:t>est</a:t>
            </a:r>
            <a:r>
              <a:rPr lang="es-ES"/>
              <a:t> </a:t>
            </a:r>
            <a:r>
              <a:rPr lang="es-ES" err="1"/>
              <a:t>rerferibus</a:t>
            </a:r>
            <a:r>
              <a:rPr lang="es-ES"/>
              <a:t> </a:t>
            </a:r>
            <a:r>
              <a:rPr lang="es-ES" err="1"/>
              <a:t>alit</a:t>
            </a:r>
            <a:r>
              <a:rPr lang="es-ES"/>
              <a:t> </a:t>
            </a:r>
            <a:r>
              <a:rPr lang="es-ES" err="1"/>
              <a:t>accabor</a:t>
            </a:r>
            <a:r>
              <a:rPr lang="es-ES"/>
              <a:t> </a:t>
            </a:r>
            <a:r>
              <a:rPr lang="es-ES" err="1"/>
              <a:t>itatem</a:t>
            </a:r>
            <a:r>
              <a:rPr lang="es-ES"/>
              <a:t> </a:t>
            </a:r>
            <a:r>
              <a:rPr lang="es-ES" err="1"/>
              <a:t>simolorio</a:t>
            </a:r>
            <a:r>
              <a:rPr lang="es-ES"/>
              <a:t> es </a:t>
            </a:r>
            <a:r>
              <a:rPr lang="es-ES" err="1"/>
              <a:t>etus</a:t>
            </a:r>
            <a:r>
              <a:rPr lang="es-ES"/>
              <a:t> </a:t>
            </a:r>
            <a:r>
              <a:rPr lang="es-ES" err="1"/>
              <a:t>esseque</a:t>
            </a:r>
            <a:r>
              <a:rPr lang="es-ES"/>
              <a:t> veles es </a:t>
            </a:r>
            <a:r>
              <a:rPr lang="es-ES" err="1"/>
              <a:t>dunt</a:t>
            </a:r>
            <a:r>
              <a:rPr lang="es-ES"/>
              <a:t> </a:t>
            </a:r>
            <a:r>
              <a:rPr lang="es-ES" err="1"/>
              <a:t>officta</a:t>
            </a:r>
            <a:r>
              <a:rPr lang="es-ES"/>
              <a:t> </a:t>
            </a:r>
            <a:r>
              <a:rPr lang="es-ES" err="1"/>
              <a:t>erupta</a:t>
            </a:r>
            <a:r>
              <a:rPr lang="es-ES"/>
              <a:t> </a:t>
            </a:r>
            <a:r>
              <a:rPr lang="es-ES" err="1"/>
              <a:t>ant</a:t>
            </a:r>
            <a:r>
              <a:rPr lang="es-ES"/>
              <a:t> </a:t>
            </a:r>
            <a:r>
              <a:rPr lang="es-ES" err="1"/>
              <a:t>omniment</a:t>
            </a:r>
            <a:r>
              <a:rPr lang="es-ES"/>
              <a:t> </a:t>
            </a:r>
            <a:r>
              <a:rPr lang="es-ES" err="1"/>
              <a:t>odi</a:t>
            </a:r>
            <a:r>
              <a:rPr lang="es-ES"/>
              <a:t> </a:t>
            </a:r>
            <a:r>
              <a:rPr lang="es-ES" err="1"/>
              <a:t>deria</a:t>
            </a:r>
            <a:r>
              <a:rPr lang="es-ES"/>
              <a:t> </a:t>
            </a:r>
            <a:r>
              <a:rPr lang="es-ES" err="1"/>
              <a:t>evelibuscia</a:t>
            </a:r>
            <a:r>
              <a:rPr lang="es-ES"/>
              <a:t> non re </a:t>
            </a:r>
            <a:r>
              <a:rPr lang="es-ES" err="1"/>
              <a:t>voleste</a:t>
            </a:r>
            <a:r>
              <a:rPr lang="es-ES"/>
              <a:t>.</a:t>
            </a:r>
          </a:p>
        </p:txBody>
      </p:sp>
      <p:sp>
        <p:nvSpPr>
          <p:cNvPr id="14" name="Marcador de texto 4">
            <a:extLst>
              <a:ext uri="{FF2B5EF4-FFF2-40B4-BE49-F238E27FC236}">
                <a16:creationId xmlns:a16="http://schemas.microsoft.com/office/drawing/2014/main" id="{1CF0A05D-CCE4-49E6-ACB1-3513664E202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06463" y="2172974"/>
            <a:ext cx="5672137" cy="594092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buNone/>
              <a:defRPr lang="es-ES" sz="2400" b="1" kern="1200" dirty="0">
                <a:solidFill>
                  <a:schemeClr val="bg1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r>
              <a:rPr lang="es-ES" sz="2400" err="1"/>
              <a:t>Aximinct</a:t>
            </a:r>
            <a:r>
              <a:rPr lang="es-ES" sz="2400"/>
              <a:t> </a:t>
            </a:r>
            <a:r>
              <a:rPr lang="es-ES" sz="2400" err="1"/>
              <a:t>emquibus</a:t>
            </a:r>
            <a:r>
              <a:rPr lang="es-ES" sz="2400"/>
              <a:t> et </a:t>
            </a:r>
            <a:r>
              <a:rPr lang="es-ES" sz="2400" err="1"/>
              <a:t>facium</a:t>
            </a:r>
            <a:r>
              <a:rPr lang="es-ES" sz="2400"/>
              <a:t> </a:t>
            </a:r>
            <a:r>
              <a:rPr lang="es-ES" sz="2400" err="1"/>
              <a:t>natur</a:t>
            </a:r>
            <a:endParaRPr lang="en-US" sz="2400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9464CF2B-DCF7-41A5-9A25-62981142684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4442" y="332974"/>
            <a:ext cx="1400054" cy="38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668964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o 02 rojo">
    <p:bg>
      <p:bgPr>
        <a:solidFill>
          <a:srgbClr val="FF32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7CECDC97-706A-4416-9EA1-C9FD7EDD00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005B2D1-880E-4846-A216-7D6770BA1332}" type="slidenum">
              <a:rPr lang="es-ES" smtClean="0"/>
              <a:pPr/>
              <a:t>‹#›</a:t>
            </a:fld>
            <a:endParaRPr lang="es-ES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9B12B4E-C17A-41FB-86C3-4075B88FFB48}"/>
              </a:ext>
            </a:extLst>
          </p:cNvPr>
          <p:cNvSpPr txBox="1"/>
          <p:nvPr userDrawn="1"/>
        </p:nvSpPr>
        <p:spPr>
          <a:xfrm>
            <a:off x="432928" y="7772943"/>
            <a:ext cx="4043094" cy="2400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960">
                <a:solidFill>
                  <a:schemeClr val="bg1"/>
                </a:solidFill>
                <a:latin typeface="Century Gothic" panose="020B0502020202020204" pitchFamily="34" charset="0"/>
              </a:rPr>
              <a:t>© Copyright Universidad Europea. Todos los derechos reservados</a:t>
            </a:r>
            <a:endParaRPr lang="es-ES">
              <a:solidFill>
                <a:schemeClr val="bg1"/>
              </a:solidFill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EF3A0E82-FF4A-4767-8F46-4CEFBC357853}"/>
              </a:ext>
            </a:extLst>
          </p:cNvPr>
          <p:cNvSpPr/>
          <p:nvPr userDrawn="1"/>
        </p:nvSpPr>
        <p:spPr>
          <a:xfrm>
            <a:off x="13723938" y="7570604"/>
            <a:ext cx="384969" cy="38496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3F4E3007-1C19-4007-A5C1-DDD5ED3C6C7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06463" y="1182159"/>
            <a:ext cx="6561949" cy="703086"/>
          </a:xfrm>
        </p:spPr>
        <p:txBody>
          <a:bodyPr lIns="0" anchor="t">
            <a:noAutofit/>
          </a:bodyPr>
          <a:lstStyle>
            <a:lvl1pPr>
              <a:defRPr sz="4330">
                <a:solidFill>
                  <a:schemeClr val="bg1"/>
                </a:solidFill>
              </a:defRPr>
            </a:lvl1pPr>
          </a:lstStyle>
          <a:p>
            <a:r>
              <a:rPr lang="es-ES" err="1"/>
              <a:t>Lorem</a:t>
            </a:r>
            <a:r>
              <a:rPr lang="es-ES"/>
              <a:t> </a:t>
            </a:r>
            <a:r>
              <a:rPr lang="es-ES" err="1"/>
              <a:t>ipsum</a:t>
            </a:r>
            <a:r>
              <a:rPr lang="es-ES"/>
              <a:t> dolor </a:t>
            </a:r>
            <a:r>
              <a:rPr lang="es-ES" err="1"/>
              <a:t>sit</a:t>
            </a:r>
            <a:endParaRPr lang="en-US"/>
          </a:p>
        </p:txBody>
      </p:sp>
      <p:sp>
        <p:nvSpPr>
          <p:cNvPr id="13" name="Marcador de texto 17">
            <a:extLst>
              <a:ext uri="{FF2B5EF4-FFF2-40B4-BE49-F238E27FC236}">
                <a16:creationId xmlns:a16="http://schemas.microsoft.com/office/drawing/2014/main" id="{E2398BB4-9823-4D03-8F90-708D371933B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06463" y="2767066"/>
            <a:ext cx="8951912" cy="4551309"/>
          </a:xfrm>
        </p:spPr>
        <p:txBody>
          <a:bodyPr lIns="0">
            <a:noAutofit/>
          </a:bodyPr>
          <a:lstStyle>
            <a:lvl1pPr marL="0" indent="0">
              <a:lnSpc>
                <a:spcPts val="1700"/>
              </a:lnSpc>
              <a:spcBef>
                <a:spcPts val="900"/>
              </a:spcBef>
              <a:spcAft>
                <a:spcPts val="900"/>
              </a:spcAft>
              <a:buNone/>
              <a:defRPr sz="144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s-ES" err="1"/>
              <a:t>Poribus</a:t>
            </a:r>
            <a:r>
              <a:rPr lang="es-ES"/>
              <a:t> </a:t>
            </a:r>
            <a:r>
              <a:rPr lang="es-ES" err="1"/>
              <a:t>reiciis</a:t>
            </a:r>
            <a:r>
              <a:rPr lang="es-ES"/>
              <a:t> </a:t>
            </a:r>
            <a:r>
              <a:rPr lang="es-ES" err="1"/>
              <a:t>conseque</a:t>
            </a:r>
            <a:r>
              <a:rPr lang="es-ES"/>
              <a:t> </a:t>
            </a:r>
            <a:r>
              <a:rPr lang="es-ES" err="1"/>
              <a:t>conempo</a:t>
            </a:r>
            <a:r>
              <a:rPr lang="es-ES"/>
              <a:t> </a:t>
            </a:r>
            <a:r>
              <a:rPr lang="es-ES" err="1"/>
              <a:t>ribusam</a:t>
            </a:r>
            <a:r>
              <a:rPr lang="es-ES"/>
              <a:t> </a:t>
            </a:r>
            <a:r>
              <a:rPr lang="es-ES" err="1"/>
              <a:t>enimincil</a:t>
            </a:r>
            <a:r>
              <a:rPr lang="es-ES"/>
              <a:t> </a:t>
            </a:r>
            <a:r>
              <a:rPr lang="es-ES" err="1"/>
              <a:t>molupta</a:t>
            </a:r>
            <a:r>
              <a:rPr lang="es-ES"/>
              <a:t> </a:t>
            </a:r>
            <a:r>
              <a:rPr lang="es-ES" err="1"/>
              <a:t>tiatesed</a:t>
            </a:r>
            <a:r>
              <a:rPr lang="es-ES"/>
              <a:t> qui </a:t>
            </a:r>
            <a:r>
              <a:rPr lang="es-ES" err="1"/>
              <a:t>sit</a:t>
            </a:r>
            <a:r>
              <a:rPr lang="es-ES"/>
              <a:t> </a:t>
            </a:r>
            <a:r>
              <a:rPr lang="es-ES" err="1"/>
              <a:t>aut</a:t>
            </a:r>
            <a:r>
              <a:rPr lang="es-ES"/>
              <a:t> </a:t>
            </a:r>
            <a:r>
              <a:rPr lang="es-ES" err="1"/>
              <a:t>harit</a:t>
            </a:r>
            <a:r>
              <a:rPr lang="es-ES"/>
              <a:t>, </a:t>
            </a:r>
            <a:r>
              <a:rPr lang="es-ES" err="1"/>
              <a:t>quoditat</a:t>
            </a:r>
            <a:r>
              <a:rPr lang="es-ES"/>
              <a:t> mi, </a:t>
            </a:r>
            <a:r>
              <a:rPr lang="es-ES" err="1"/>
              <a:t>experum</a:t>
            </a:r>
            <a:r>
              <a:rPr lang="es-ES"/>
              <a:t> a </a:t>
            </a:r>
            <a:r>
              <a:rPr lang="es-ES" err="1"/>
              <a:t>conse</a:t>
            </a:r>
            <a:r>
              <a:rPr lang="es-ES"/>
              <a:t> </a:t>
            </a:r>
            <a:r>
              <a:rPr lang="es-ES" err="1"/>
              <a:t>sequamet</a:t>
            </a:r>
            <a:r>
              <a:rPr lang="es-ES"/>
              <a:t>, quid </a:t>
            </a:r>
            <a:r>
              <a:rPr lang="es-ES" err="1"/>
              <a:t>ullestrum</a:t>
            </a:r>
            <a:r>
              <a:rPr lang="es-ES"/>
              <a:t> quia </a:t>
            </a:r>
            <a:r>
              <a:rPr lang="es-ES" err="1"/>
              <a:t>estemqu</a:t>
            </a:r>
            <a:r>
              <a:rPr lang="es-ES"/>
              <a:t> </a:t>
            </a:r>
            <a:r>
              <a:rPr lang="es-ES" err="1"/>
              <a:t>idundam</a:t>
            </a:r>
            <a:r>
              <a:rPr lang="es-ES"/>
              <a:t> qui </a:t>
            </a:r>
            <a:r>
              <a:rPr lang="es-ES" err="1"/>
              <a:t>alitiis</a:t>
            </a:r>
            <a:r>
              <a:rPr lang="es-ES"/>
              <a:t> sitia quo </a:t>
            </a:r>
            <a:r>
              <a:rPr lang="es-ES" err="1"/>
              <a:t>totationsedi</a:t>
            </a:r>
            <a:r>
              <a:rPr lang="es-ES"/>
              <a:t> </a:t>
            </a:r>
            <a:r>
              <a:rPr lang="es-ES" err="1"/>
              <a:t>dolorpor</a:t>
            </a:r>
            <a:r>
              <a:rPr lang="es-ES"/>
              <a:t> </a:t>
            </a:r>
            <a:r>
              <a:rPr lang="es-ES" err="1"/>
              <a:t>samus</a:t>
            </a:r>
            <a:r>
              <a:rPr lang="es-ES"/>
              <a:t> am, </a:t>
            </a:r>
            <a:r>
              <a:rPr lang="es-ES" err="1"/>
              <a:t>ullabore</a:t>
            </a:r>
            <a:r>
              <a:rPr lang="es-ES"/>
              <a:t> </a:t>
            </a:r>
            <a:r>
              <a:rPr lang="es-ES" err="1"/>
              <a:t>nihicipsusa</a:t>
            </a:r>
            <a:r>
              <a:rPr lang="es-ES"/>
              <a:t> </a:t>
            </a:r>
            <a:r>
              <a:rPr lang="es-ES" err="1"/>
              <a:t>conse</a:t>
            </a:r>
            <a:r>
              <a:rPr lang="es-ES"/>
              <a:t> </a:t>
            </a:r>
            <a:r>
              <a:rPr lang="es-ES" err="1"/>
              <a:t>conet</a:t>
            </a:r>
            <a:r>
              <a:rPr lang="es-ES"/>
              <a:t> </a:t>
            </a:r>
            <a:r>
              <a:rPr lang="es-ES" err="1"/>
              <a:t>quuntin</a:t>
            </a:r>
            <a:r>
              <a:rPr lang="es-ES"/>
              <a:t> </a:t>
            </a:r>
            <a:r>
              <a:rPr lang="es-ES" err="1"/>
              <a:t>ullabor</a:t>
            </a:r>
            <a:r>
              <a:rPr lang="es-ES"/>
              <a:t> </a:t>
            </a:r>
            <a:r>
              <a:rPr lang="es-ES" err="1"/>
              <a:t>ionsequos</a:t>
            </a:r>
            <a:r>
              <a:rPr lang="es-ES"/>
              <a:t> es </a:t>
            </a:r>
            <a:r>
              <a:rPr lang="es-ES" err="1"/>
              <a:t>aut</a:t>
            </a:r>
            <a:r>
              <a:rPr lang="es-ES"/>
              <a:t> </a:t>
            </a:r>
            <a:r>
              <a:rPr lang="es-ES" err="1"/>
              <a:t>moloreptur</a:t>
            </a:r>
            <a:r>
              <a:rPr lang="es-ES"/>
              <a:t> </a:t>
            </a:r>
            <a:r>
              <a:rPr lang="es-ES" err="1"/>
              <a:t>molorep</a:t>
            </a:r>
            <a:r>
              <a:rPr lang="es-ES"/>
              <a:t> </a:t>
            </a:r>
            <a:r>
              <a:rPr lang="es-ES" err="1"/>
              <a:t>erspica</a:t>
            </a:r>
            <a:r>
              <a:rPr lang="es-ES"/>
              <a:t> </a:t>
            </a:r>
            <a:r>
              <a:rPr lang="es-ES" err="1"/>
              <a:t>tiossin</a:t>
            </a:r>
            <a:r>
              <a:rPr lang="es-ES"/>
              <a:t> </a:t>
            </a:r>
            <a:r>
              <a:rPr lang="es-ES" err="1"/>
              <a:t>vendae</a:t>
            </a:r>
            <a:r>
              <a:rPr lang="es-ES"/>
              <a:t> dolor as dolo </a:t>
            </a:r>
            <a:r>
              <a:rPr lang="es-ES" err="1"/>
              <a:t>consendit</a:t>
            </a:r>
            <a:r>
              <a:rPr lang="es-ES"/>
              <a:t>.</a:t>
            </a:r>
          </a:p>
          <a:p>
            <a:pPr lvl="0"/>
            <a:r>
              <a:rPr lang="es-ES" err="1"/>
              <a:t>Arupiet</a:t>
            </a:r>
            <a:r>
              <a:rPr lang="es-ES"/>
              <a:t> </a:t>
            </a:r>
            <a:r>
              <a:rPr lang="es-ES" err="1"/>
              <a:t>autest</a:t>
            </a:r>
            <a:r>
              <a:rPr lang="es-ES"/>
              <a:t> </a:t>
            </a:r>
            <a:r>
              <a:rPr lang="es-ES" err="1"/>
              <a:t>ent</a:t>
            </a:r>
            <a:r>
              <a:rPr lang="es-ES"/>
              <a:t> </a:t>
            </a:r>
            <a:r>
              <a:rPr lang="es-ES" err="1"/>
              <a:t>laudant</a:t>
            </a:r>
            <a:r>
              <a:rPr lang="es-ES"/>
              <a:t> ut </a:t>
            </a:r>
            <a:r>
              <a:rPr lang="es-ES" err="1"/>
              <a:t>eatur</a:t>
            </a:r>
            <a:r>
              <a:rPr lang="es-ES"/>
              <a:t>?</a:t>
            </a:r>
            <a:br>
              <a:rPr lang="es-ES"/>
            </a:br>
            <a:r>
              <a:rPr lang="es-ES" err="1"/>
              <a:t>Ehenima</a:t>
            </a:r>
            <a:r>
              <a:rPr lang="es-ES"/>
              <a:t> </a:t>
            </a:r>
            <a:r>
              <a:rPr lang="es-ES" err="1"/>
              <a:t>gniatis</a:t>
            </a:r>
            <a:r>
              <a:rPr lang="es-ES"/>
              <a:t> </a:t>
            </a:r>
            <a:r>
              <a:rPr lang="es-ES" err="1"/>
              <a:t>nus</a:t>
            </a:r>
            <a:r>
              <a:rPr lang="es-ES"/>
              <a:t> </a:t>
            </a:r>
            <a:r>
              <a:rPr lang="es-ES" err="1"/>
              <a:t>reped</a:t>
            </a:r>
            <a:r>
              <a:rPr lang="es-ES"/>
              <a:t> </a:t>
            </a:r>
            <a:r>
              <a:rPr lang="es-ES" err="1"/>
              <a:t>mint</a:t>
            </a:r>
            <a:r>
              <a:rPr lang="es-ES"/>
              <a:t> a </a:t>
            </a:r>
            <a:r>
              <a:rPr lang="es-ES" err="1"/>
              <a:t>velit</a:t>
            </a:r>
            <a:r>
              <a:rPr lang="es-ES"/>
              <a:t> </a:t>
            </a:r>
            <a:r>
              <a:rPr lang="es-ES" err="1"/>
              <a:t>aut</a:t>
            </a:r>
            <a:r>
              <a:rPr lang="es-ES"/>
              <a:t> </a:t>
            </a:r>
            <a:r>
              <a:rPr lang="es-ES" err="1"/>
              <a:t>est</a:t>
            </a:r>
            <a:r>
              <a:rPr lang="es-ES"/>
              <a:t>, </a:t>
            </a:r>
            <a:r>
              <a:rPr lang="es-ES" err="1"/>
              <a:t>cusdae</a:t>
            </a:r>
            <a:r>
              <a:rPr lang="es-ES"/>
              <a:t> </a:t>
            </a:r>
            <a:r>
              <a:rPr lang="es-ES" err="1"/>
              <a:t>etur</a:t>
            </a:r>
            <a:r>
              <a:rPr lang="es-ES"/>
              <a:t> </a:t>
            </a:r>
            <a:r>
              <a:rPr lang="es-ES" err="1"/>
              <a:t>apic</a:t>
            </a:r>
            <a:r>
              <a:rPr lang="es-ES"/>
              <a:t> </a:t>
            </a:r>
            <a:r>
              <a:rPr lang="es-ES" err="1"/>
              <a:t>to</a:t>
            </a:r>
            <a:r>
              <a:rPr lang="es-ES"/>
              <a:t> </a:t>
            </a:r>
            <a:r>
              <a:rPr lang="es-ES" err="1"/>
              <a:t>testi</a:t>
            </a:r>
            <a:r>
              <a:rPr lang="es-ES"/>
              <a:t> sed este </a:t>
            </a:r>
            <a:r>
              <a:rPr lang="es-ES" err="1"/>
              <a:t>eum</a:t>
            </a:r>
            <a:r>
              <a:rPr lang="es-ES"/>
              <a:t> fuga. </a:t>
            </a:r>
            <a:r>
              <a:rPr lang="es-ES" err="1"/>
              <a:t>Lenet</a:t>
            </a:r>
            <a:r>
              <a:rPr lang="es-ES"/>
              <a:t> et </a:t>
            </a:r>
            <a:r>
              <a:rPr lang="es-ES" err="1"/>
              <a:t>laborerum</a:t>
            </a:r>
            <a:r>
              <a:rPr lang="es-ES"/>
              <a:t> </a:t>
            </a:r>
            <a:r>
              <a:rPr lang="es-ES" err="1"/>
              <a:t>aut</a:t>
            </a:r>
            <a:r>
              <a:rPr lang="es-ES"/>
              <a:t> </a:t>
            </a:r>
            <a:r>
              <a:rPr lang="es-ES" err="1"/>
              <a:t>quamus</a:t>
            </a:r>
            <a:r>
              <a:rPr lang="es-ES"/>
              <a:t> </a:t>
            </a:r>
            <a:r>
              <a:rPr lang="es-ES" err="1"/>
              <a:t>sinventio</a:t>
            </a:r>
            <a:r>
              <a:rPr lang="es-ES"/>
              <a:t> </a:t>
            </a:r>
            <a:r>
              <a:rPr lang="es-ES" err="1"/>
              <a:t>molentur</a:t>
            </a:r>
            <a:r>
              <a:rPr lang="es-ES"/>
              <a:t> </a:t>
            </a:r>
            <a:r>
              <a:rPr lang="es-ES" err="1"/>
              <a:t>maio</a:t>
            </a:r>
            <a:r>
              <a:rPr lang="es-ES"/>
              <a:t> </a:t>
            </a:r>
            <a:r>
              <a:rPr lang="es-ES" err="1"/>
              <a:t>bernam</a:t>
            </a:r>
            <a:r>
              <a:rPr lang="es-ES"/>
              <a:t> </a:t>
            </a:r>
            <a:r>
              <a:rPr lang="es-ES" err="1"/>
              <a:t>dollandel</a:t>
            </a:r>
            <a:r>
              <a:rPr lang="es-ES"/>
              <a:t> </a:t>
            </a:r>
            <a:r>
              <a:rPr lang="es-ES" err="1"/>
              <a:t>experovit</a:t>
            </a:r>
            <a:r>
              <a:rPr lang="es-ES"/>
              <a:t>, </a:t>
            </a:r>
            <a:r>
              <a:rPr lang="es-ES" err="1"/>
              <a:t>odictatum</a:t>
            </a:r>
            <a:r>
              <a:rPr lang="es-ES"/>
              <a:t> re </a:t>
            </a:r>
            <a:r>
              <a:rPr lang="es-ES" err="1"/>
              <a:t>accus</a:t>
            </a:r>
            <a:r>
              <a:rPr lang="es-ES"/>
              <a:t> </a:t>
            </a:r>
            <a:r>
              <a:rPr lang="es-ES" err="1"/>
              <a:t>dolorruptium</a:t>
            </a:r>
            <a:r>
              <a:rPr lang="es-ES"/>
              <a:t> </a:t>
            </a:r>
            <a:r>
              <a:rPr lang="es-ES" err="1"/>
              <a:t>vel</a:t>
            </a:r>
            <a:r>
              <a:rPr lang="es-ES"/>
              <a:t> </a:t>
            </a:r>
            <a:r>
              <a:rPr lang="es-ES" err="1"/>
              <a:t>ma</a:t>
            </a:r>
            <a:r>
              <a:rPr lang="es-ES"/>
              <a:t> </a:t>
            </a:r>
            <a:r>
              <a:rPr lang="es-ES" err="1"/>
              <a:t>cus</a:t>
            </a:r>
            <a:r>
              <a:rPr lang="es-ES"/>
              <a:t>.</a:t>
            </a:r>
          </a:p>
          <a:p>
            <a:pPr lvl="0"/>
            <a:r>
              <a:rPr lang="es-ES" err="1"/>
              <a:t>Arupiet</a:t>
            </a:r>
            <a:r>
              <a:rPr lang="es-ES"/>
              <a:t> </a:t>
            </a:r>
            <a:r>
              <a:rPr lang="es-ES" err="1"/>
              <a:t>autest</a:t>
            </a:r>
            <a:r>
              <a:rPr lang="es-ES"/>
              <a:t> </a:t>
            </a:r>
            <a:r>
              <a:rPr lang="es-ES" err="1"/>
              <a:t>ent</a:t>
            </a:r>
            <a:r>
              <a:rPr lang="es-ES"/>
              <a:t> </a:t>
            </a:r>
            <a:r>
              <a:rPr lang="es-ES" err="1"/>
              <a:t>laudant</a:t>
            </a:r>
            <a:r>
              <a:rPr lang="es-ES"/>
              <a:t> ut </a:t>
            </a:r>
            <a:r>
              <a:rPr lang="es-ES" err="1"/>
              <a:t>eatur</a:t>
            </a:r>
            <a:r>
              <a:rPr lang="es-ES"/>
              <a:t>?</a:t>
            </a:r>
            <a:br>
              <a:rPr lang="es-ES"/>
            </a:br>
            <a:r>
              <a:rPr lang="es-ES" err="1"/>
              <a:t>Ommos</a:t>
            </a:r>
            <a:r>
              <a:rPr lang="es-ES"/>
              <a:t> </a:t>
            </a:r>
            <a:r>
              <a:rPr lang="es-ES" err="1"/>
              <a:t>num</a:t>
            </a:r>
            <a:r>
              <a:rPr lang="es-ES"/>
              <a:t> ad </a:t>
            </a:r>
            <a:r>
              <a:rPr lang="es-ES" err="1"/>
              <a:t>est</a:t>
            </a:r>
            <a:r>
              <a:rPr lang="es-ES"/>
              <a:t> </a:t>
            </a:r>
            <a:r>
              <a:rPr lang="es-ES" err="1"/>
              <a:t>ilitatur</a:t>
            </a:r>
            <a:r>
              <a:rPr lang="es-ES"/>
              <a:t> </a:t>
            </a:r>
            <a:r>
              <a:rPr lang="es-ES" err="1"/>
              <a:t>sitiam</a:t>
            </a:r>
            <a:r>
              <a:rPr lang="es-ES"/>
              <a:t> </a:t>
            </a:r>
            <a:r>
              <a:rPr lang="es-ES" err="1"/>
              <a:t>fugiamet</a:t>
            </a:r>
            <a:r>
              <a:rPr lang="es-ES"/>
              <a:t> </a:t>
            </a:r>
            <a:r>
              <a:rPr lang="es-ES" err="1"/>
              <a:t>dipsant</a:t>
            </a:r>
            <a:r>
              <a:rPr lang="es-ES"/>
              <a:t> </a:t>
            </a:r>
            <a:r>
              <a:rPr lang="es-ES" err="1"/>
              <a:t>incime</a:t>
            </a:r>
            <a:r>
              <a:rPr lang="es-ES"/>
              <a:t> </a:t>
            </a:r>
            <a:r>
              <a:rPr lang="es-ES" err="1"/>
              <a:t>voluptibus</a:t>
            </a:r>
            <a:r>
              <a:rPr lang="es-ES"/>
              <a:t> </a:t>
            </a:r>
            <a:r>
              <a:rPr lang="es-ES" err="1"/>
              <a:t>eumquo</a:t>
            </a:r>
            <a:r>
              <a:rPr lang="es-ES"/>
              <a:t> et </a:t>
            </a:r>
            <a:r>
              <a:rPr lang="es-ES" err="1"/>
              <a:t>elibusa</a:t>
            </a:r>
            <a:r>
              <a:rPr lang="es-ES"/>
              <a:t> </a:t>
            </a:r>
            <a:r>
              <a:rPr lang="es-ES" err="1"/>
              <a:t>consed</a:t>
            </a:r>
            <a:r>
              <a:rPr lang="es-ES"/>
              <a:t> </a:t>
            </a:r>
            <a:r>
              <a:rPr lang="es-ES" err="1"/>
              <a:t>quam</a:t>
            </a:r>
            <a:r>
              <a:rPr lang="es-ES"/>
              <a:t>, </a:t>
            </a:r>
            <a:r>
              <a:rPr lang="es-ES" err="1"/>
              <a:t>tecesciis</a:t>
            </a:r>
            <a:r>
              <a:rPr lang="es-ES"/>
              <a:t> </a:t>
            </a:r>
            <a:r>
              <a:rPr lang="es-ES" err="1"/>
              <a:t>velignimus</a:t>
            </a:r>
            <a:r>
              <a:rPr lang="es-ES"/>
              <a:t>, </a:t>
            </a:r>
            <a:r>
              <a:rPr lang="es-ES" err="1"/>
              <a:t>exped</a:t>
            </a:r>
            <a:r>
              <a:rPr lang="es-ES"/>
              <a:t> </a:t>
            </a:r>
            <a:r>
              <a:rPr lang="es-ES" err="1"/>
              <a:t>ma</a:t>
            </a:r>
            <a:r>
              <a:rPr lang="es-ES"/>
              <a:t> con </a:t>
            </a:r>
            <a:r>
              <a:rPr lang="es-ES" err="1"/>
              <a:t>nis</a:t>
            </a:r>
            <a:r>
              <a:rPr lang="es-ES"/>
              <a:t> dolor sunt opta qui </a:t>
            </a:r>
            <a:r>
              <a:rPr lang="es-ES" err="1"/>
              <a:t>bero</a:t>
            </a:r>
            <a:r>
              <a:rPr lang="es-ES"/>
              <a:t> con </a:t>
            </a:r>
            <a:r>
              <a:rPr lang="es-ES" err="1"/>
              <a:t>porum</a:t>
            </a:r>
            <a:r>
              <a:rPr lang="es-ES"/>
              <a:t> </a:t>
            </a:r>
            <a:r>
              <a:rPr lang="es-ES" err="1"/>
              <a:t>delique</a:t>
            </a:r>
            <a:r>
              <a:rPr lang="es-ES"/>
              <a:t> </a:t>
            </a:r>
            <a:r>
              <a:rPr lang="es-ES" err="1"/>
              <a:t>cus</a:t>
            </a:r>
            <a:r>
              <a:rPr lang="es-ES"/>
              <a:t> et </a:t>
            </a:r>
            <a:r>
              <a:rPr lang="es-ES" err="1"/>
              <a:t>et</a:t>
            </a:r>
            <a:r>
              <a:rPr lang="es-ES"/>
              <a:t> </a:t>
            </a:r>
            <a:r>
              <a:rPr lang="es-ES" err="1"/>
              <a:t>voloribus</a:t>
            </a:r>
            <a:r>
              <a:rPr lang="es-ES"/>
              <a:t> </a:t>
            </a:r>
            <a:r>
              <a:rPr lang="es-ES" err="1"/>
              <a:t>expella</a:t>
            </a:r>
            <a:r>
              <a:rPr lang="es-ES"/>
              <a:t> </a:t>
            </a:r>
            <a:r>
              <a:rPr lang="es-ES" err="1"/>
              <a:t>borepe</a:t>
            </a:r>
            <a:r>
              <a:rPr lang="es-ES"/>
              <a:t> </a:t>
            </a:r>
            <a:r>
              <a:rPr lang="es-ES" err="1"/>
              <a:t>ped</a:t>
            </a:r>
            <a:r>
              <a:rPr lang="es-ES"/>
              <a:t> </a:t>
            </a:r>
            <a:r>
              <a:rPr lang="es-ES" err="1"/>
              <a:t>eum</a:t>
            </a:r>
            <a:r>
              <a:rPr lang="es-ES"/>
              <a:t> </a:t>
            </a:r>
            <a:r>
              <a:rPr lang="es-ES" err="1"/>
              <a:t>endios</a:t>
            </a:r>
            <a:r>
              <a:rPr lang="es-ES"/>
              <a:t> </a:t>
            </a:r>
            <a:r>
              <a:rPr lang="es-ES" err="1"/>
              <a:t>exerat</a:t>
            </a:r>
            <a:r>
              <a:rPr lang="es-ES"/>
              <a:t> </a:t>
            </a:r>
            <a:r>
              <a:rPr lang="es-ES" err="1"/>
              <a:t>debiti</a:t>
            </a:r>
            <a:r>
              <a:rPr lang="es-ES"/>
              <a:t> </a:t>
            </a:r>
            <a:r>
              <a:rPr lang="es-ES" err="1"/>
              <a:t>doluptatur</a:t>
            </a:r>
            <a:r>
              <a:rPr lang="es-ES"/>
              <a:t>, que dicto </a:t>
            </a:r>
            <a:r>
              <a:rPr lang="es-ES" err="1"/>
              <a:t>consecume</a:t>
            </a:r>
            <a:r>
              <a:rPr lang="es-ES"/>
              <a:t> re, </a:t>
            </a:r>
            <a:r>
              <a:rPr lang="es-ES" err="1"/>
              <a:t>nusam</a:t>
            </a:r>
            <a:r>
              <a:rPr lang="es-ES"/>
              <a:t> et </a:t>
            </a:r>
            <a:r>
              <a:rPr lang="es-ES" err="1"/>
              <a:t>videllu</a:t>
            </a:r>
            <a:r>
              <a:rPr lang="es-ES"/>
              <a:t> </a:t>
            </a:r>
            <a:r>
              <a:rPr lang="es-ES" err="1"/>
              <a:t>picient</a:t>
            </a:r>
            <a:r>
              <a:rPr lang="es-ES"/>
              <a:t> </a:t>
            </a:r>
            <a:r>
              <a:rPr lang="es-ES" err="1"/>
              <a:t>iasperc</a:t>
            </a:r>
            <a:r>
              <a:rPr lang="es-ES"/>
              <a:t> </a:t>
            </a:r>
            <a:r>
              <a:rPr lang="es-ES" err="1"/>
              <a:t>hitatur</a:t>
            </a:r>
            <a:r>
              <a:rPr lang="es-ES"/>
              <a:t> </a:t>
            </a:r>
            <a:r>
              <a:rPr lang="es-ES" err="1"/>
              <a:t>ectibus</a:t>
            </a:r>
            <a:r>
              <a:rPr lang="es-ES"/>
              <a:t> </a:t>
            </a:r>
            <a:r>
              <a:rPr lang="es-ES" err="1"/>
              <a:t>eatenih</a:t>
            </a:r>
            <a:r>
              <a:rPr lang="es-ES"/>
              <a:t> </a:t>
            </a:r>
            <a:r>
              <a:rPr lang="es-ES" err="1"/>
              <a:t>iliquatibus</a:t>
            </a:r>
            <a:r>
              <a:rPr lang="es-ES"/>
              <a:t> </a:t>
            </a:r>
            <a:r>
              <a:rPr lang="es-ES" err="1"/>
              <a:t>volora</a:t>
            </a:r>
            <a:r>
              <a:rPr lang="es-ES"/>
              <a:t> </a:t>
            </a:r>
            <a:r>
              <a:rPr lang="es-ES" err="1"/>
              <a:t>vel</a:t>
            </a:r>
            <a:r>
              <a:rPr lang="es-ES"/>
              <a:t> </a:t>
            </a:r>
            <a:r>
              <a:rPr lang="es-ES" err="1"/>
              <a:t>earions</a:t>
            </a:r>
            <a:r>
              <a:rPr lang="es-ES"/>
              <a:t> </a:t>
            </a:r>
            <a:r>
              <a:rPr lang="es-ES" err="1"/>
              <a:t>equi</a:t>
            </a:r>
            <a:r>
              <a:rPr lang="es-ES"/>
              <a:t>. </a:t>
            </a:r>
            <a:br>
              <a:rPr lang="es-ES"/>
            </a:br>
            <a:r>
              <a:rPr lang="es-ES" err="1"/>
              <a:t>volorumqui</a:t>
            </a:r>
            <a:r>
              <a:rPr lang="es-ES"/>
              <a:t> con </a:t>
            </a:r>
            <a:r>
              <a:rPr lang="es-ES" err="1"/>
              <a:t>est</a:t>
            </a:r>
            <a:r>
              <a:rPr lang="es-ES"/>
              <a:t> </a:t>
            </a:r>
            <a:r>
              <a:rPr lang="es-ES" err="1"/>
              <a:t>rerferibus</a:t>
            </a:r>
            <a:r>
              <a:rPr lang="es-ES"/>
              <a:t> </a:t>
            </a:r>
            <a:r>
              <a:rPr lang="es-ES" err="1"/>
              <a:t>alit</a:t>
            </a:r>
            <a:r>
              <a:rPr lang="es-ES"/>
              <a:t> </a:t>
            </a:r>
            <a:r>
              <a:rPr lang="es-ES" err="1"/>
              <a:t>accabor</a:t>
            </a:r>
            <a:r>
              <a:rPr lang="es-ES"/>
              <a:t> </a:t>
            </a:r>
            <a:r>
              <a:rPr lang="es-ES" err="1"/>
              <a:t>itatem</a:t>
            </a:r>
            <a:r>
              <a:rPr lang="es-ES"/>
              <a:t> </a:t>
            </a:r>
            <a:r>
              <a:rPr lang="es-ES" err="1"/>
              <a:t>simolorio</a:t>
            </a:r>
            <a:r>
              <a:rPr lang="es-ES"/>
              <a:t> es </a:t>
            </a:r>
            <a:r>
              <a:rPr lang="es-ES" err="1"/>
              <a:t>etus</a:t>
            </a:r>
            <a:r>
              <a:rPr lang="es-ES"/>
              <a:t> </a:t>
            </a:r>
            <a:r>
              <a:rPr lang="es-ES" err="1"/>
              <a:t>esseque</a:t>
            </a:r>
            <a:r>
              <a:rPr lang="es-ES"/>
              <a:t> veles es </a:t>
            </a:r>
            <a:r>
              <a:rPr lang="es-ES" err="1"/>
              <a:t>dunt</a:t>
            </a:r>
            <a:r>
              <a:rPr lang="es-ES"/>
              <a:t> </a:t>
            </a:r>
            <a:r>
              <a:rPr lang="es-ES" err="1"/>
              <a:t>officta</a:t>
            </a:r>
            <a:r>
              <a:rPr lang="es-ES"/>
              <a:t> </a:t>
            </a:r>
            <a:r>
              <a:rPr lang="es-ES" err="1"/>
              <a:t>erupta</a:t>
            </a:r>
            <a:r>
              <a:rPr lang="es-ES"/>
              <a:t> </a:t>
            </a:r>
            <a:r>
              <a:rPr lang="es-ES" err="1"/>
              <a:t>ant</a:t>
            </a:r>
            <a:r>
              <a:rPr lang="es-ES"/>
              <a:t> </a:t>
            </a:r>
            <a:r>
              <a:rPr lang="es-ES" err="1"/>
              <a:t>omniment</a:t>
            </a:r>
            <a:r>
              <a:rPr lang="es-ES"/>
              <a:t> </a:t>
            </a:r>
            <a:r>
              <a:rPr lang="es-ES" err="1"/>
              <a:t>odi</a:t>
            </a:r>
            <a:r>
              <a:rPr lang="es-ES"/>
              <a:t> </a:t>
            </a:r>
            <a:r>
              <a:rPr lang="es-ES" err="1"/>
              <a:t>deria</a:t>
            </a:r>
            <a:r>
              <a:rPr lang="es-ES"/>
              <a:t> </a:t>
            </a:r>
            <a:r>
              <a:rPr lang="es-ES" err="1"/>
              <a:t>evelibuscia</a:t>
            </a:r>
            <a:r>
              <a:rPr lang="es-ES"/>
              <a:t> non re </a:t>
            </a:r>
            <a:r>
              <a:rPr lang="es-ES" err="1"/>
              <a:t>voleste</a:t>
            </a:r>
            <a:r>
              <a:rPr lang="es-ES"/>
              <a:t>.</a:t>
            </a:r>
          </a:p>
        </p:txBody>
      </p:sp>
      <p:sp>
        <p:nvSpPr>
          <p:cNvPr id="14" name="Marcador de texto 4">
            <a:extLst>
              <a:ext uri="{FF2B5EF4-FFF2-40B4-BE49-F238E27FC236}">
                <a16:creationId xmlns:a16="http://schemas.microsoft.com/office/drawing/2014/main" id="{0ECC3A71-70F1-4F9E-9CD7-1C3E338C9CD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06463" y="2172974"/>
            <a:ext cx="5672137" cy="594092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buNone/>
              <a:defRPr lang="es-ES" sz="2400" b="1" kern="1200" dirty="0">
                <a:solidFill>
                  <a:schemeClr val="bg1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r>
              <a:rPr lang="es-ES" sz="2400" err="1"/>
              <a:t>Aximinct</a:t>
            </a:r>
            <a:r>
              <a:rPr lang="es-ES" sz="2400"/>
              <a:t> </a:t>
            </a:r>
            <a:r>
              <a:rPr lang="es-ES" sz="2400" err="1"/>
              <a:t>emquibus</a:t>
            </a:r>
            <a:r>
              <a:rPr lang="es-ES" sz="2400"/>
              <a:t> et </a:t>
            </a:r>
            <a:r>
              <a:rPr lang="es-ES" sz="2400" err="1"/>
              <a:t>facium</a:t>
            </a:r>
            <a:r>
              <a:rPr lang="es-ES" sz="2400"/>
              <a:t> </a:t>
            </a:r>
            <a:r>
              <a:rPr lang="es-ES" sz="2400" err="1"/>
              <a:t>natur</a:t>
            </a:r>
            <a:endParaRPr lang="en-US" sz="2400"/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83DB3DAD-D72F-4850-A3E0-CE26DEBEAFC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68972"/>
          <a:stretch/>
        </p:blipFill>
        <p:spPr>
          <a:xfrm>
            <a:off x="524442" y="332974"/>
            <a:ext cx="434408" cy="38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52963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o 03 rojo">
    <p:bg>
      <p:bgPr>
        <a:solidFill>
          <a:srgbClr val="FF32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7CECDC97-706A-4416-9EA1-C9FD7EDD00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005B2D1-880E-4846-A216-7D6770BA1332}" type="slidenum">
              <a:rPr lang="es-ES" smtClean="0"/>
              <a:pPr/>
              <a:t>‹#›</a:t>
            </a:fld>
            <a:endParaRPr lang="es-ES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467852B2-2896-44F4-AF55-CEE871E748D2}"/>
              </a:ext>
            </a:extLst>
          </p:cNvPr>
          <p:cNvSpPr txBox="1"/>
          <p:nvPr userDrawn="1"/>
        </p:nvSpPr>
        <p:spPr>
          <a:xfrm>
            <a:off x="10179091" y="7772943"/>
            <a:ext cx="4043094" cy="2400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960">
                <a:solidFill>
                  <a:schemeClr val="bg1"/>
                </a:solidFill>
                <a:latin typeface="Century Gothic" panose="020B0502020202020204" pitchFamily="34" charset="0"/>
              </a:rPr>
              <a:t>© Copyright Universidad Europea. Todos los derechos reservados</a:t>
            </a:r>
            <a:endParaRPr lang="es-ES">
              <a:solidFill>
                <a:schemeClr val="bg1"/>
              </a:solidFill>
            </a:endParaRP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6B2DEAFB-F122-4779-B99A-FB582EAD7F9E}"/>
              </a:ext>
            </a:extLst>
          </p:cNvPr>
          <p:cNvSpPr/>
          <p:nvPr userDrawn="1"/>
        </p:nvSpPr>
        <p:spPr>
          <a:xfrm>
            <a:off x="521494" y="7570604"/>
            <a:ext cx="384969" cy="38496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EE88B220-024C-4A6F-95ED-05B93BF6E5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06463" y="1182159"/>
            <a:ext cx="6561949" cy="703086"/>
          </a:xfrm>
        </p:spPr>
        <p:txBody>
          <a:bodyPr lIns="0" anchor="t">
            <a:noAutofit/>
          </a:bodyPr>
          <a:lstStyle>
            <a:lvl1pPr>
              <a:defRPr sz="4330">
                <a:solidFill>
                  <a:schemeClr val="bg1"/>
                </a:solidFill>
              </a:defRPr>
            </a:lvl1pPr>
          </a:lstStyle>
          <a:p>
            <a:r>
              <a:rPr lang="es-ES" err="1"/>
              <a:t>Lorem</a:t>
            </a:r>
            <a:r>
              <a:rPr lang="es-ES"/>
              <a:t> </a:t>
            </a:r>
            <a:r>
              <a:rPr lang="es-ES" err="1"/>
              <a:t>ipsum</a:t>
            </a:r>
            <a:r>
              <a:rPr lang="es-ES"/>
              <a:t> dolor </a:t>
            </a:r>
            <a:r>
              <a:rPr lang="es-ES" err="1"/>
              <a:t>sit</a:t>
            </a:r>
            <a:endParaRPr lang="en-US"/>
          </a:p>
        </p:txBody>
      </p:sp>
      <p:sp>
        <p:nvSpPr>
          <p:cNvPr id="13" name="Marcador de texto 17">
            <a:extLst>
              <a:ext uri="{FF2B5EF4-FFF2-40B4-BE49-F238E27FC236}">
                <a16:creationId xmlns:a16="http://schemas.microsoft.com/office/drawing/2014/main" id="{525D2F5B-F353-422E-9605-F1AF80A8169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06463" y="2767066"/>
            <a:ext cx="8951912" cy="4551309"/>
          </a:xfrm>
        </p:spPr>
        <p:txBody>
          <a:bodyPr lIns="0">
            <a:noAutofit/>
          </a:bodyPr>
          <a:lstStyle>
            <a:lvl1pPr marL="0" indent="0">
              <a:lnSpc>
                <a:spcPts val="1700"/>
              </a:lnSpc>
              <a:spcBef>
                <a:spcPts val="900"/>
              </a:spcBef>
              <a:spcAft>
                <a:spcPts val="900"/>
              </a:spcAft>
              <a:buNone/>
              <a:defRPr sz="144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s-ES" err="1"/>
              <a:t>Poribus</a:t>
            </a:r>
            <a:r>
              <a:rPr lang="es-ES"/>
              <a:t> </a:t>
            </a:r>
            <a:r>
              <a:rPr lang="es-ES" err="1"/>
              <a:t>reiciis</a:t>
            </a:r>
            <a:r>
              <a:rPr lang="es-ES"/>
              <a:t> </a:t>
            </a:r>
            <a:r>
              <a:rPr lang="es-ES" err="1"/>
              <a:t>conseque</a:t>
            </a:r>
            <a:r>
              <a:rPr lang="es-ES"/>
              <a:t> </a:t>
            </a:r>
            <a:r>
              <a:rPr lang="es-ES" err="1"/>
              <a:t>conempo</a:t>
            </a:r>
            <a:r>
              <a:rPr lang="es-ES"/>
              <a:t> </a:t>
            </a:r>
            <a:r>
              <a:rPr lang="es-ES" err="1"/>
              <a:t>ribusam</a:t>
            </a:r>
            <a:r>
              <a:rPr lang="es-ES"/>
              <a:t> </a:t>
            </a:r>
            <a:r>
              <a:rPr lang="es-ES" err="1"/>
              <a:t>enimincil</a:t>
            </a:r>
            <a:r>
              <a:rPr lang="es-ES"/>
              <a:t> </a:t>
            </a:r>
            <a:r>
              <a:rPr lang="es-ES" err="1"/>
              <a:t>molupta</a:t>
            </a:r>
            <a:r>
              <a:rPr lang="es-ES"/>
              <a:t> </a:t>
            </a:r>
            <a:r>
              <a:rPr lang="es-ES" err="1"/>
              <a:t>tiatesed</a:t>
            </a:r>
            <a:r>
              <a:rPr lang="es-ES"/>
              <a:t> qui </a:t>
            </a:r>
            <a:r>
              <a:rPr lang="es-ES" err="1"/>
              <a:t>sit</a:t>
            </a:r>
            <a:r>
              <a:rPr lang="es-ES"/>
              <a:t> </a:t>
            </a:r>
            <a:r>
              <a:rPr lang="es-ES" err="1"/>
              <a:t>aut</a:t>
            </a:r>
            <a:r>
              <a:rPr lang="es-ES"/>
              <a:t> </a:t>
            </a:r>
            <a:r>
              <a:rPr lang="es-ES" err="1"/>
              <a:t>harit</a:t>
            </a:r>
            <a:r>
              <a:rPr lang="es-ES"/>
              <a:t>, </a:t>
            </a:r>
            <a:r>
              <a:rPr lang="es-ES" err="1"/>
              <a:t>quoditat</a:t>
            </a:r>
            <a:r>
              <a:rPr lang="es-ES"/>
              <a:t> mi, </a:t>
            </a:r>
            <a:r>
              <a:rPr lang="es-ES" err="1"/>
              <a:t>experum</a:t>
            </a:r>
            <a:r>
              <a:rPr lang="es-ES"/>
              <a:t> a </a:t>
            </a:r>
            <a:r>
              <a:rPr lang="es-ES" err="1"/>
              <a:t>conse</a:t>
            </a:r>
            <a:r>
              <a:rPr lang="es-ES"/>
              <a:t> </a:t>
            </a:r>
            <a:r>
              <a:rPr lang="es-ES" err="1"/>
              <a:t>sequamet</a:t>
            </a:r>
            <a:r>
              <a:rPr lang="es-ES"/>
              <a:t>, quid </a:t>
            </a:r>
            <a:r>
              <a:rPr lang="es-ES" err="1"/>
              <a:t>ullestrum</a:t>
            </a:r>
            <a:r>
              <a:rPr lang="es-ES"/>
              <a:t> quia </a:t>
            </a:r>
            <a:r>
              <a:rPr lang="es-ES" err="1"/>
              <a:t>estemqu</a:t>
            </a:r>
            <a:r>
              <a:rPr lang="es-ES"/>
              <a:t> </a:t>
            </a:r>
            <a:r>
              <a:rPr lang="es-ES" err="1"/>
              <a:t>idundam</a:t>
            </a:r>
            <a:r>
              <a:rPr lang="es-ES"/>
              <a:t> qui </a:t>
            </a:r>
            <a:r>
              <a:rPr lang="es-ES" err="1"/>
              <a:t>alitiis</a:t>
            </a:r>
            <a:r>
              <a:rPr lang="es-ES"/>
              <a:t> sitia quo </a:t>
            </a:r>
            <a:r>
              <a:rPr lang="es-ES" err="1"/>
              <a:t>totationsedi</a:t>
            </a:r>
            <a:r>
              <a:rPr lang="es-ES"/>
              <a:t> </a:t>
            </a:r>
            <a:r>
              <a:rPr lang="es-ES" err="1"/>
              <a:t>dolorpor</a:t>
            </a:r>
            <a:r>
              <a:rPr lang="es-ES"/>
              <a:t> </a:t>
            </a:r>
            <a:r>
              <a:rPr lang="es-ES" err="1"/>
              <a:t>samus</a:t>
            </a:r>
            <a:r>
              <a:rPr lang="es-ES"/>
              <a:t> am, </a:t>
            </a:r>
            <a:r>
              <a:rPr lang="es-ES" err="1"/>
              <a:t>ullabore</a:t>
            </a:r>
            <a:r>
              <a:rPr lang="es-ES"/>
              <a:t> </a:t>
            </a:r>
            <a:r>
              <a:rPr lang="es-ES" err="1"/>
              <a:t>nihicipsusa</a:t>
            </a:r>
            <a:r>
              <a:rPr lang="es-ES"/>
              <a:t> </a:t>
            </a:r>
            <a:r>
              <a:rPr lang="es-ES" err="1"/>
              <a:t>conse</a:t>
            </a:r>
            <a:r>
              <a:rPr lang="es-ES"/>
              <a:t> </a:t>
            </a:r>
            <a:r>
              <a:rPr lang="es-ES" err="1"/>
              <a:t>conet</a:t>
            </a:r>
            <a:r>
              <a:rPr lang="es-ES"/>
              <a:t> </a:t>
            </a:r>
            <a:r>
              <a:rPr lang="es-ES" err="1"/>
              <a:t>quuntin</a:t>
            </a:r>
            <a:r>
              <a:rPr lang="es-ES"/>
              <a:t> </a:t>
            </a:r>
            <a:r>
              <a:rPr lang="es-ES" err="1"/>
              <a:t>ullabor</a:t>
            </a:r>
            <a:r>
              <a:rPr lang="es-ES"/>
              <a:t> </a:t>
            </a:r>
            <a:r>
              <a:rPr lang="es-ES" err="1"/>
              <a:t>ionsequos</a:t>
            </a:r>
            <a:r>
              <a:rPr lang="es-ES"/>
              <a:t> es </a:t>
            </a:r>
            <a:r>
              <a:rPr lang="es-ES" err="1"/>
              <a:t>aut</a:t>
            </a:r>
            <a:r>
              <a:rPr lang="es-ES"/>
              <a:t> </a:t>
            </a:r>
            <a:r>
              <a:rPr lang="es-ES" err="1"/>
              <a:t>moloreptur</a:t>
            </a:r>
            <a:r>
              <a:rPr lang="es-ES"/>
              <a:t> </a:t>
            </a:r>
            <a:r>
              <a:rPr lang="es-ES" err="1"/>
              <a:t>molorep</a:t>
            </a:r>
            <a:r>
              <a:rPr lang="es-ES"/>
              <a:t> </a:t>
            </a:r>
            <a:r>
              <a:rPr lang="es-ES" err="1"/>
              <a:t>erspica</a:t>
            </a:r>
            <a:r>
              <a:rPr lang="es-ES"/>
              <a:t> </a:t>
            </a:r>
            <a:r>
              <a:rPr lang="es-ES" err="1"/>
              <a:t>tiossin</a:t>
            </a:r>
            <a:r>
              <a:rPr lang="es-ES"/>
              <a:t> </a:t>
            </a:r>
            <a:r>
              <a:rPr lang="es-ES" err="1"/>
              <a:t>vendae</a:t>
            </a:r>
            <a:r>
              <a:rPr lang="es-ES"/>
              <a:t> dolor as dolo </a:t>
            </a:r>
            <a:r>
              <a:rPr lang="es-ES" err="1"/>
              <a:t>consendit</a:t>
            </a:r>
            <a:r>
              <a:rPr lang="es-ES"/>
              <a:t>.</a:t>
            </a:r>
          </a:p>
          <a:p>
            <a:pPr lvl="0"/>
            <a:r>
              <a:rPr lang="es-ES" err="1"/>
              <a:t>Arupiet</a:t>
            </a:r>
            <a:r>
              <a:rPr lang="es-ES"/>
              <a:t> </a:t>
            </a:r>
            <a:r>
              <a:rPr lang="es-ES" err="1"/>
              <a:t>autest</a:t>
            </a:r>
            <a:r>
              <a:rPr lang="es-ES"/>
              <a:t> </a:t>
            </a:r>
            <a:r>
              <a:rPr lang="es-ES" err="1"/>
              <a:t>ent</a:t>
            </a:r>
            <a:r>
              <a:rPr lang="es-ES"/>
              <a:t> </a:t>
            </a:r>
            <a:r>
              <a:rPr lang="es-ES" err="1"/>
              <a:t>laudant</a:t>
            </a:r>
            <a:r>
              <a:rPr lang="es-ES"/>
              <a:t> ut </a:t>
            </a:r>
            <a:r>
              <a:rPr lang="es-ES" err="1"/>
              <a:t>eatur</a:t>
            </a:r>
            <a:r>
              <a:rPr lang="es-ES"/>
              <a:t>?</a:t>
            </a:r>
            <a:br>
              <a:rPr lang="es-ES"/>
            </a:br>
            <a:r>
              <a:rPr lang="es-ES" err="1"/>
              <a:t>Ehenima</a:t>
            </a:r>
            <a:r>
              <a:rPr lang="es-ES"/>
              <a:t> </a:t>
            </a:r>
            <a:r>
              <a:rPr lang="es-ES" err="1"/>
              <a:t>gniatis</a:t>
            </a:r>
            <a:r>
              <a:rPr lang="es-ES"/>
              <a:t> </a:t>
            </a:r>
            <a:r>
              <a:rPr lang="es-ES" err="1"/>
              <a:t>nus</a:t>
            </a:r>
            <a:r>
              <a:rPr lang="es-ES"/>
              <a:t> </a:t>
            </a:r>
            <a:r>
              <a:rPr lang="es-ES" err="1"/>
              <a:t>reped</a:t>
            </a:r>
            <a:r>
              <a:rPr lang="es-ES"/>
              <a:t> </a:t>
            </a:r>
            <a:r>
              <a:rPr lang="es-ES" err="1"/>
              <a:t>mint</a:t>
            </a:r>
            <a:r>
              <a:rPr lang="es-ES"/>
              <a:t> a </a:t>
            </a:r>
            <a:r>
              <a:rPr lang="es-ES" err="1"/>
              <a:t>velit</a:t>
            </a:r>
            <a:r>
              <a:rPr lang="es-ES"/>
              <a:t> </a:t>
            </a:r>
            <a:r>
              <a:rPr lang="es-ES" err="1"/>
              <a:t>aut</a:t>
            </a:r>
            <a:r>
              <a:rPr lang="es-ES"/>
              <a:t> </a:t>
            </a:r>
            <a:r>
              <a:rPr lang="es-ES" err="1"/>
              <a:t>est</a:t>
            </a:r>
            <a:r>
              <a:rPr lang="es-ES"/>
              <a:t>, </a:t>
            </a:r>
            <a:r>
              <a:rPr lang="es-ES" err="1"/>
              <a:t>cusdae</a:t>
            </a:r>
            <a:r>
              <a:rPr lang="es-ES"/>
              <a:t> </a:t>
            </a:r>
            <a:r>
              <a:rPr lang="es-ES" err="1"/>
              <a:t>etur</a:t>
            </a:r>
            <a:r>
              <a:rPr lang="es-ES"/>
              <a:t> </a:t>
            </a:r>
            <a:r>
              <a:rPr lang="es-ES" err="1"/>
              <a:t>apic</a:t>
            </a:r>
            <a:r>
              <a:rPr lang="es-ES"/>
              <a:t> </a:t>
            </a:r>
            <a:r>
              <a:rPr lang="es-ES" err="1"/>
              <a:t>to</a:t>
            </a:r>
            <a:r>
              <a:rPr lang="es-ES"/>
              <a:t> </a:t>
            </a:r>
            <a:r>
              <a:rPr lang="es-ES" err="1"/>
              <a:t>testi</a:t>
            </a:r>
            <a:r>
              <a:rPr lang="es-ES"/>
              <a:t> sed este </a:t>
            </a:r>
            <a:r>
              <a:rPr lang="es-ES" err="1"/>
              <a:t>eum</a:t>
            </a:r>
            <a:r>
              <a:rPr lang="es-ES"/>
              <a:t> fuga. </a:t>
            </a:r>
            <a:r>
              <a:rPr lang="es-ES" err="1"/>
              <a:t>Lenet</a:t>
            </a:r>
            <a:r>
              <a:rPr lang="es-ES"/>
              <a:t> et </a:t>
            </a:r>
            <a:r>
              <a:rPr lang="es-ES" err="1"/>
              <a:t>laborerum</a:t>
            </a:r>
            <a:r>
              <a:rPr lang="es-ES"/>
              <a:t> </a:t>
            </a:r>
            <a:r>
              <a:rPr lang="es-ES" err="1"/>
              <a:t>aut</a:t>
            </a:r>
            <a:r>
              <a:rPr lang="es-ES"/>
              <a:t> </a:t>
            </a:r>
            <a:r>
              <a:rPr lang="es-ES" err="1"/>
              <a:t>quamus</a:t>
            </a:r>
            <a:r>
              <a:rPr lang="es-ES"/>
              <a:t> </a:t>
            </a:r>
            <a:r>
              <a:rPr lang="es-ES" err="1"/>
              <a:t>sinventio</a:t>
            </a:r>
            <a:r>
              <a:rPr lang="es-ES"/>
              <a:t> </a:t>
            </a:r>
            <a:r>
              <a:rPr lang="es-ES" err="1"/>
              <a:t>molentur</a:t>
            </a:r>
            <a:r>
              <a:rPr lang="es-ES"/>
              <a:t> </a:t>
            </a:r>
            <a:r>
              <a:rPr lang="es-ES" err="1"/>
              <a:t>maio</a:t>
            </a:r>
            <a:r>
              <a:rPr lang="es-ES"/>
              <a:t> </a:t>
            </a:r>
            <a:r>
              <a:rPr lang="es-ES" err="1"/>
              <a:t>bernam</a:t>
            </a:r>
            <a:r>
              <a:rPr lang="es-ES"/>
              <a:t> </a:t>
            </a:r>
            <a:r>
              <a:rPr lang="es-ES" err="1"/>
              <a:t>dollandel</a:t>
            </a:r>
            <a:r>
              <a:rPr lang="es-ES"/>
              <a:t> </a:t>
            </a:r>
            <a:r>
              <a:rPr lang="es-ES" err="1"/>
              <a:t>experovit</a:t>
            </a:r>
            <a:r>
              <a:rPr lang="es-ES"/>
              <a:t>, </a:t>
            </a:r>
            <a:r>
              <a:rPr lang="es-ES" err="1"/>
              <a:t>odictatum</a:t>
            </a:r>
            <a:r>
              <a:rPr lang="es-ES"/>
              <a:t> re </a:t>
            </a:r>
            <a:r>
              <a:rPr lang="es-ES" err="1"/>
              <a:t>accus</a:t>
            </a:r>
            <a:r>
              <a:rPr lang="es-ES"/>
              <a:t> </a:t>
            </a:r>
            <a:r>
              <a:rPr lang="es-ES" err="1"/>
              <a:t>dolorruptium</a:t>
            </a:r>
            <a:r>
              <a:rPr lang="es-ES"/>
              <a:t> </a:t>
            </a:r>
            <a:r>
              <a:rPr lang="es-ES" err="1"/>
              <a:t>vel</a:t>
            </a:r>
            <a:r>
              <a:rPr lang="es-ES"/>
              <a:t> </a:t>
            </a:r>
            <a:r>
              <a:rPr lang="es-ES" err="1"/>
              <a:t>ma</a:t>
            </a:r>
            <a:r>
              <a:rPr lang="es-ES"/>
              <a:t> </a:t>
            </a:r>
            <a:r>
              <a:rPr lang="es-ES" err="1"/>
              <a:t>cus</a:t>
            </a:r>
            <a:r>
              <a:rPr lang="es-ES"/>
              <a:t>.</a:t>
            </a:r>
          </a:p>
          <a:p>
            <a:pPr lvl="0"/>
            <a:r>
              <a:rPr lang="es-ES" err="1"/>
              <a:t>Arupiet</a:t>
            </a:r>
            <a:r>
              <a:rPr lang="es-ES"/>
              <a:t> </a:t>
            </a:r>
            <a:r>
              <a:rPr lang="es-ES" err="1"/>
              <a:t>autest</a:t>
            </a:r>
            <a:r>
              <a:rPr lang="es-ES"/>
              <a:t> </a:t>
            </a:r>
            <a:r>
              <a:rPr lang="es-ES" err="1"/>
              <a:t>ent</a:t>
            </a:r>
            <a:r>
              <a:rPr lang="es-ES"/>
              <a:t> </a:t>
            </a:r>
            <a:r>
              <a:rPr lang="es-ES" err="1"/>
              <a:t>laudant</a:t>
            </a:r>
            <a:r>
              <a:rPr lang="es-ES"/>
              <a:t> ut </a:t>
            </a:r>
            <a:r>
              <a:rPr lang="es-ES" err="1"/>
              <a:t>eatur</a:t>
            </a:r>
            <a:r>
              <a:rPr lang="es-ES"/>
              <a:t>?</a:t>
            </a:r>
            <a:br>
              <a:rPr lang="es-ES"/>
            </a:br>
            <a:r>
              <a:rPr lang="es-ES" err="1"/>
              <a:t>Ommos</a:t>
            </a:r>
            <a:r>
              <a:rPr lang="es-ES"/>
              <a:t> </a:t>
            </a:r>
            <a:r>
              <a:rPr lang="es-ES" err="1"/>
              <a:t>num</a:t>
            </a:r>
            <a:r>
              <a:rPr lang="es-ES"/>
              <a:t> ad </a:t>
            </a:r>
            <a:r>
              <a:rPr lang="es-ES" err="1"/>
              <a:t>est</a:t>
            </a:r>
            <a:r>
              <a:rPr lang="es-ES"/>
              <a:t> </a:t>
            </a:r>
            <a:r>
              <a:rPr lang="es-ES" err="1"/>
              <a:t>ilitatur</a:t>
            </a:r>
            <a:r>
              <a:rPr lang="es-ES"/>
              <a:t> </a:t>
            </a:r>
            <a:r>
              <a:rPr lang="es-ES" err="1"/>
              <a:t>sitiam</a:t>
            </a:r>
            <a:r>
              <a:rPr lang="es-ES"/>
              <a:t> </a:t>
            </a:r>
            <a:r>
              <a:rPr lang="es-ES" err="1"/>
              <a:t>fugiamet</a:t>
            </a:r>
            <a:r>
              <a:rPr lang="es-ES"/>
              <a:t> </a:t>
            </a:r>
            <a:r>
              <a:rPr lang="es-ES" err="1"/>
              <a:t>dipsant</a:t>
            </a:r>
            <a:r>
              <a:rPr lang="es-ES"/>
              <a:t> </a:t>
            </a:r>
            <a:r>
              <a:rPr lang="es-ES" err="1"/>
              <a:t>incime</a:t>
            </a:r>
            <a:r>
              <a:rPr lang="es-ES"/>
              <a:t> </a:t>
            </a:r>
            <a:r>
              <a:rPr lang="es-ES" err="1"/>
              <a:t>voluptibus</a:t>
            </a:r>
            <a:r>
              <a:rPr lang="es-ES"/>
              <a:t> </a:t>
            </a:r>
            <a:r>
              <a:rPr lang="es-ES" err="1"/>
              <a:t>eumquo</a:t>
            </a:r>
            <a:r>
              <a:rPr lang="es-ES"/>
              <a:t> et </a:t>
            </a:r>
            <a:r>
              <a:rPr lang="es-ES" err="1"/>
              <a:t>elibusa</a:t>
            </a:r>
            <a:r>
              <a:rPr lang="es-ES"/>
              <a:t> </a:t>
            </a:r>
            <a:r>
              <a:rPr lang="es-ES" err="1"/>
              <a:t>consed</a:t>
            </a:r>
            <a:r>
              <a:rPr lang="es-ES"/>
              <a:t> </a:t>
            </a:r>
            <a:r>
              <a:rPr lang="es-ES" err="1"/>
              <a:t>quam</a:t>
            </a:r>
            <a:r>
              <a:rPr lang="es-ES"/>
              <a:t>, </a:t>
            </a:r>
            <a:r>
              <a:rPr lang="es-ES" err="1"/>
              <a:t>tecesciis</a:t>
            </a:r>
            <a:r>
              <a:rPr lang="es-ES"/>
              <a:t> </a:t>
            </a:r>
            <a:r>
              <a:rPr lang="es-ES" err="1"/>
              <a:t>velignimus</a:t>
            </a:r>
            <a:r>
              <a:rPr lang="es-ES"/>
              <a:t>, </a:t>
            </a:r>
            <a:r>
              <a:rPr lang="es-ES" err="1"/>
              <a:t>exped</a:t>
            </a:r>
            <a:r>
              <a:rPr lang="es-ES"/>
              <a:t> </a:t>
            </a:r>
            <a:r>
              <a:rPr lang="es-ES" err="1"/>
              <a:t>ma</a:t>
            </a:r>
            <a:r>
              <a:rPr lang="es-ES"/>
              <a:t> con </a:t>
            </a:r>
            <a:r>
              <a:rPr lang="es-ES" err="1"/>
              <a:t>nis</a:t>
            </a:r>
            <a:r>
              <a:rPr lang="es-ES"/>
              <a:t> dolor sunt opta qui </a:t>
            </a:r>
            <a:r>
              <a:rPr lang="es-ES" err="1"/>
              <a:t>bero</a:t>
            </a:r>
            <a:r>
              <a:rPr lang="es-ES"/>
              <a:t> con </a:t>
            </a:r>
            <a:r>
              <a:rPr lang="es-ES" err="1"/>
              <a:t>porum</a:t>
            </a:r>
            <a:r>
              <a:rPr lang="es-ES"/>
              <a:t> </a:t>
            </a:r>
            <a:r>
              <a:rPr lang="es-ES" err="1"/>
              <a:t>delique</a:t>
            </a:r>
            <a:r>
              <a:rPr lang="es-ES"/>
              <a:t> </a:t>
            </a:r>
            <a:r>
              <a:rPr lang="es-ES" err="1"/>
              <a:t>cus</a:t>
            </a:r>
            <a:r>
              <a:rPr lang="es-ES"/>
              <a:t> et </a:t>
            </a:r>
            <a:r>
              <a:rPr lang="es-ES" err="1"/>
              <a:t>et</a:t>
            </a:r>
            <a:r>
              <a:rPr lang="es-ES"/>
              <a:t> </a:t>
            </a:r>
            <a:r>
              <a:rPr lang="es-ES" err="1"/>
              <a:t>voloribus</a:t>
            </a:r>
            <a:r>
              <a:rPr lang="es-ES"/>
              <a:t> </a:t>
            </a:r>
            <a:r>
              <a:rPr lang="es-ES" err="1"/>
              <a:t>expella</a:t>
            </a:r>
            <a:r>
              <a:rPr lang="es-ES"/>
              <a:t> </a:t>
            </a:r>
            <a:r>
              <a:rPr lang="es-ES" err="1"/>
              <a:t>borepe</a:t>
            </a:r>
            <a:r>
              <a:rPr lang="es-ES"/>
              <a:t> </a:t>
            </a:r>
            <a:r>
              <a:rPr lang="es-ES" err="1"/>
              <a:t>ped</a:t>
            </a:r>
            <a:r>
              <a:rPr lang="es-ES"/>
              <a:t> </a:t>
            </a:r>
            <a:r>
              <a:rPr lang="es-ES" err="1"/>
              <a:t>eum</a:t>
            </a:r>
            <a:r>
              <a:rPr lang="es-ES"/>
              <a:t> </a:t>
            </a:r>
            <a:r>
              <a:rPr lang="es-ES" err="1"/>
              <a:t>endios</a:t>
            </a:r>
            <a:r>
              <a:rPr lang="es-ES"/>
              <a:t> </a:t>
            </a:r>
            <a:r>
              <a:rPr lang="es-ES" err="1"/>
              <a:t>exerat</a:t>
            </a:r>
            <a:r>
              <a:rPr lang="es-ES"/>
              <a:t> </a:t>
            </a:r>
            <a:r>
              <a:rPr lang="es-ES" err="1"/>
              <a:t>debiti</a:t>
            </a:r>
            <a:r>
              <a:rPr lang="es-ES"/>
              <a:t> </a:t>
            </a:r>
            <a:r>
              <a:rPr lang="es-ES" err="1"/>
              <a:t>doluptatur</a:t>
            </a:r>
            <a:r>
              <a:rPr lang="es-ES"/>
              <a:t>, que dicto </a:t>
            </a:r>
            <a:r>
              <a:rPr lang="es-ES" err="1"/>
              <a:t>consecume</a:t>
            </a:r>
            <a:r>
              <a:rPr lang="es-ES"/>
              <a:t> re, </a:t>
            </a:r>
            <a:r>
              <a:rPr lang="es-ES" err="1"/>
              <a:t>nusam</a:t>
            </a:r>
            <a:r>
              <a:rPr lang="es-ES"/>
              <a:t> et </a:t>
            </a:r>
            <a:r>
              <a:rPr lang="es-ES" err="1"/>
              <a:t>videllu</a:t>
            </a:r>
            <a:r>
              <a:rPr lang="es-ES"/>
              <a:t> </a:t>
            </a:r>
            <a:r>
              <a:rPr lang="es-ES" err="1"/>
              <a:t>picient</a:t>
            </a:r>
            <a:r>
              <a:rPr lang="es-ES"/>
              <a:t> </a:t>
            </a:r>
            <a:r>
              <a:rPr lang="es-ES" err="1"/>
              <a:t>iasperc</a:t>
            </a:r>
            <a:r>
              <a:rPr lang="es-ES"/>
              <a:t> </a:t>
            </a:r>
            <a:r>
              <a:rPr lang="es-ES" err="1"/>
              <a:t>hitatur</a:t>
            </a:r>
            <a:r>
              <a:rPr lang="es-ES"/>
              <a:t> </a:t>
            </a:r>
            <a:r>
              <a:rPr lang="es-ES" err="1"/>
              <a:t>ectibus</a:t>
            </a:r>
            <a:r>
              <a:rPr lang="es-ES"/>
              <a:t> </a:t>
            </a:r>
            <a:r>
              <a:rPr lang="es-ES" err="1"/>
              <a:t>eatenih</a:t>
            </a:r>
            <a:r>
              <a:rPr lang="es-ES"/>
              <a:t> </a:t>
            </a:r>
            <a:r>
              <a:rPr lang="es-ES" err="1"/>
              <a:t>iliquatibus</a:t>
            </a:r>
            <a:r>
              <a:rPr lang="es-ES"/>
              <a:t> </a:t>
            </a:r>
            <a:r>
              <a:rPr lang="es-ES" err="1"/>
              <a:t>volora</a:t>
            </a:r>
            <a:r>
              <a:rPr lang="es-ES"/>
              <a:t> </a:t>
            </a:r>
            <a:r>
              <a:rPr lang="es-ES" err="1"/>
              <a:t>vel</a:t>
            </a:r>
            <a:r>
              <a:rPr lang="es-ES"/>
              <a:t> </a:t>
            </a:r>
            <a:r>
              <a:rPr lang="es-ES" err="1"/>
              <a:t>earions</a:t>
            </a:r>
            <a:r>
              <a:rPr lang="es-ES"/>
              <a:t> </a:t>
            </a:r>
            <a:r>
              <a:rPr lang="es-ES" err="1"/>
              <a:t>equi</a:t>
            </a:r>
            <a:r>
              <a:rPr lang="es-ES"/>
              <a:t>. </a:t>
            </a:r>
            <a:br>
              <a:rPr lang="es-ES"/>
            </a:br>
            <a:r>
              <a:rPr lang="es-ES" err="1"/>
              <a:t>volorumqui</a:t>
            </a:r>
            <a:r>
              <a:rPr lang="es-ES"/>
              <a:t> con </a:t>
            </a:r>
            <a:r>
              <a:rPr lang="es-ES" err="1"/>
              <a:t>est</a:t>
            </a:r>
            <a:r>
              <a:rPr lang="es-ES"/>
              <a:t> </a:t>
            </a:r>
            <a:r>
              <a:rPr lang="es-ES" err="1"/>
              <a:t>rerferibus</a:t>
            </a:r>
            <a:r>
              <a:rPr lang="es-ES"/>
              <a:t> </a:t>
            </a:r>
            <a:r>
              <a:rPr lang="es-ES" err="1"/>
              <a:t>alit</a:t>
            </a:r>
            <a:r>
              <a:rPr lang="es-ES"/>
              <a:t> </a:t>
            </a:r>
            <a:r>
              <a:rPr lang="es-ES" err="1"/>
              <a:t>accabor</a:t>
            </a:r>
            <a:r>
              <a:rPr lang="es-ES"/>
              <a:t> </a:t>
            </a:r>
            <a:r>
              <a:rPr lang="es-ES" err="1"/>
              <a:t>itatem</a:t>
            </a:r>
            <a:r>
              <a:rPr lang="es-ES"/>
              <a:t> </a:t>
            </a:r>
            <a:r>
              <a:rPr lang="es-ES" err="1"/>
              <a:t>simolorio</a:t>
            </a:r>
            <a:r>
              <a:rPr lang="es-ES"/>
              <a:t> es </a:t>
            </a:r>
            <a:r>
              <a:rPr lang="es-ES" err="1"/>
              <a:t>etus</a:t>
            </a:r>
            <a:r>
              <a:rPr lang="es-ES"/>
              <a:t> </a:t>
            </a:r>
            <a:r>
              <a:rPr lang="es-ES" err="1"/>
              <a:t>esseque</a:t>
            </a:r>
            <a:r>
              <a:rPr lang="es-ES"/>
              <a:t> veles es </a:t>
            </a:r>
            <a:r>
              <a:rPr lang="es-ES" err="1"/>
              <a:t>dunt</a:t>
            </a:r>
            <a:r>
              <a:rPr lang="es-ES"/>
              <a:t> </a:t>
            </a:r>
            <a:r>
              <a:rPr lang="es-ES" err="1"/>
              <a:t>officta</a:t>
            </a:r>
            <a:r>
              <a:rPr lang="es-ES"/>
              <a:t> </a:t>
            </a:r>
            <a:r>
              <a:rPr lang="es-ES" err="1"/>
              <a:t>erupta</a:t>
            </a:r>
            <a:r>
              <a:rPr lang="es-ES"/>
              <a:t> </a:t>
            </a:r>
            <a:r>
              <a:rPr lang="es-ES" err="1"/>
              <a:t>ant</a:t>
            </a:r>
            <a:r>
              <a:rPr lang="es-ES"/>
              <a:t> </a:t>
            </a:r>
            <a:r>
              <a:rPr lang="es-ES" err="1"/>
              <a:t>omniment</a:t>
            </a:r>
            <a:r>
              <a:rPr lang="es-ES"/>
              <a:t> </a:t>
            </a:r>
            <a:r>
              <a:rPr lang="es-ES" err="1"/>
              <a:t>odi</a:t>
            </a:r>
            <a:r>
              <a:rPr lang="es-ES"/>
              <a:t> </a:t>
            </a:r>
            <a:r>
              <a:rPr lang="es-ES" err="1"/>
              <a:t>deria</a:t>
            </a:r>
            <a:r>
              <a:rPr lang="es-ES"/>
              <a:t> </a:t>
            </a:r>
            <a:r>
              <a:rPr lang="es-ES" err="1"/>
              <a:t>evelibuscia</a:t>
            </a:r>
            <a:r>
              <a:rPr lang="es-ES"/>
              <a:t> non re </a:t>
            </a:r>
            <a:r>
              <a:rPr lang="es-ES" err="1"/>
              <a:t>voleste</a:t>
            </a:r>
            <a:r>
              <a:rPr lang="es-ES"/>
              <a:t>.</a:t>
            </a:r>
          </a:p>
        </p:txBody>
      </p:sp>
      <p:sp>
        <p:nvSpPr>
          <p:cNvPr id="14" name="Marcador de texto 4">
            <a:extLst>
              <a:ext uri="{FF2B5EF4-FFF2-40B4-BE49-F238E27FC236}">
                <a16:creationId xmlns:a16="http://schemas.microsoft.com/office/drawing/2014/main" id="{11EAA480-88BC-4B4B-8411-1C08B9FF539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06463" y="2172974"/>
            <a:ext cx="5672137" cy="594092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buNone/>
              <a:defRPr lang="es-ES" sz="2400" b="1" kern="1200" dirty="0">
                <a:solidFill>
                  <a:schemeClr val="bg1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r>
              <a:rPr lang="es-ES" sz="2400" err="1"/>
              <a:t>Aximinct</a:t>
            </a:r>
            <a:r>
              <a:rPr lang="es-ES" sz="2400"/>
              <a:t> </a:t>
            </a:r>
            <a:r>
              <a:rPr lang="es-ES" sz="2400" err="1"/>
              <a:t>emquibus</a:t>
            </a:r>
            <a:r>
              <a:rPr lang="es-ES" sz="2400"/>
              <a:t> et </a:t>
            </a:r>
            <a:r>
              <a:rPr lang="es-ES" sz="2400" err="1"/>
              <a:t>facium</a:t>
            </a:r>
            <a:r>
              <a:rPr lang="es-ES" sz="2400"/>
              <a:t> </a:t>
            </a:r>
            <a:r>
              <a:rPr lang="es-ES" sz="2400" err="1"/>
              <a:t>natur</a:t>
            </a:r>
            <a:endParaRPr lang="en-US" sz="2400"/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1026A369-AC20-47D4-97D5-01CC5505B25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68972"/>
          <a:stretch/>
        </p:blipFill>
        <p:spPr>
          <a:xfrm>
            <a:off x="13723938" y="332974"/>
            <a:ext cx="434408" cy="38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891118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o 04 rojo">
    <p:bg>
      <p:bgPr>
        <a:solidFill>
          <a:srgbClr val="FF32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7CECDC97-706A-4416-9EA1-C9FD7EDD00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005B2D1-880E-4846-A216-7D6770BA1332}" type="slidenum">
              <a:rPr lang="es-ES" smtClean="0"/>
              <a:pPr/>
              <a:t>‹#›</a:t>
            </a:fld>
            <a:endParaRPr lang="es-ES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9B12B4E-C17A-41FB-86C3-4075B88FFB48}"/>
              </a:ext>
            </a:extLst>
          </p:cNvPr>
          <p:cNvSpPr txBox="1"/>
          <p:nvPr userDrawn="1"/>
        </p:nvSpPr>
        <p:spPr>
          <a:xfrm>
            <a:off x="432928" y="7772943"/>
            <a:ext cx="4043094" cy="2400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960">
                <a:solidFill>
                  <a:schemeClr val="bg1"/>
                </a:solidFill>
                <a:latin typeface="Century Gothic" panose="020B0502020202020204" pitchFamily="34" charset="0"/>
              </a:rPr>
              <a:t>© Copyright Universidad Europea. Todos los derechos reservados</a:t>
            </a:r>
            <a:endParaRPr lang="es-ES">
              <a:solidFill>
                <a:schemeClr val="bg1"/>
              </a:solidFill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5706FCFF-9E6C-4962-9DA8-44A85288D7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06463" y="1182159"/>
            <a:ext cx="6561949" cy="703086"/>
          </a:xfrm>
        </p:spPr>
        <p:txBody>
          <a:bodyPr lIns="0" anchor="t">
            <a:noAutofit/>
          </a:bodyPr>
          <a:lstStyle>
            <a:lvl1pPr>
              <a:defRPr sz="4330">
                <a:solidFill>
                  <a:schemeClr val="bg1"/>
                </a:solidFill>
              </a:defRPr>
            </a:lvl1pPr>
          </a:lstStyle>
          <a:p>
            <a:r>
              <a:rPr lang="es-ES" err="1"/>
              <a:t>Lorem</a:t>
            </a:r>
            <a:r>
              <a:rPr lang="es-ES"/>
              <a:t> </a:t>
            </a:r>
            <a:r>
              <a:rPr lang="es-ES" err="1"/>
              <a:t>ipsum</a:t>
            </a:r>
            <a:r>
              <a:rPr lang="es-ES"/>
              <a:t> dolor </a:t>
            </a:r>
            <a:r>
              <a:rPr lang="es-ES" err="1"/>
              <a:t>sit</a:t>
            </a:r>
            <a:endParaRPr lang="en-US"/>
          </a:p>
        </p:txBody>
      </p:sp>
      <p:sp>
        <p:nvSpPr>
          <p:cNvPr id="13" name="Marcador de texto 17">
            <a:extLst>
              <a:ext uri="{FF2B5EF4-FFF2-40B4-BE49-F238E27FC236}">
                <a16:creationId xmlns:a16="http://schemas.microsoft.com/office/drawing/2014/main" id="{DF1CF610-0197-46DC-ACAA-C9E24DA42B4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06463" y="2767066"/>
            <a:ext cx="8951912" cy="4551309"/>
          </a:xfrm>
        </p:spPr>
        <p:txBody>
          <a:bodyPr lIns="0">
            <a:noAutofit/>
          </a:bodyPr>
          <a:lstStyle>
            <a:lvl1pPr marL="0" indent="0">
              <a:lnSpc>
                <a:spcPts val="1700"/>
              </a:lnSpc>
              <a:spcBef>
                <a:spcPts val="900"/>
              </a:spcBef>
              <a:spcAft>
                <a:spcPts val="900"/>
              </a:spcAft>
              <a:buNone/>
              <a:defRPr sz="144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s-ES" err="1"/>
              <a:t>Poribus</a:t>
            </a:r>
            <a:r>
              <a:rPr lang="es-ES"/>
              <a:t> </a:t>
            </a:r>
            <a:r>
              <a:rPr lang="es-ES" err="1"/>
              <a:t>reiciis</a:t>
            </a:r>
            <a:r>
              <a:rPr lang="es-ES"/>
              <a:t> </a:t>
            </a:r>
            <a:r>
              <a:rPr lang="es-ES" err="1"/>
              <a:t>conseque</a:t>
            </a:r>
            <a:r>
              <a:rPr lang="es-ES"/>
              <a:t> </a:t>
            </a:r>
            <a:r>
              <a:rPr lang="es-ES" err="1"/>
              <a:t>conempo</a:t>
            </a:r>
            <a:r>
              <a:rPr lang="es-ES"/>
              <a:t> </a:t>
            </a:r>
            <a:r>
              <a:rPr lang="es-ES" err="1"/>
              <a:t>ribusam</a:t>
            </a:r>
            <a:r>
              <a:rPr lang="es-ES"/>
              <a:t> </a:t>
            </a:r>
            <a:r>
              <a:rPr lang="es-ES" err="1"/>
              <a:t>enimincil</a:t>
            </a:r>
            <a:r>
              <a:rPr lang="es-ES"/>
              <a:t> </a:t>
            </a:r>
            <a:r>
              <a:rPr lang="es-ES" err="1"/>
              <a:t>molupta</a:t>
            </a:r>
            <a:r>
              <a:rPr lang="es-ES"/>
              <a:t> </a:t>
            </a:r>
            <a:r>
              <a:rPr lang="es-ES" err="1"/>
              <a:t>tiatesed</a:t>
            </a:r>
            <a:r>
              <a:rPr lang="es-ES"/>
              <a:t> qui </a:t>
            </a:r>
            <a:r>
              <a:rPr lang="es-ES" err="1"/>
              <a:t>sit</a:t>
            </a:r>
            <a:r>
              <a:rPr lang="es-ES"/>
              <a:t> </a:t>
            </a:r>
            <a:r>
              <a:rPr lang="es-ES" err="1"/>
              <a:t>aut</a:t>
            </a:r>
            <a:r>
              <a:rPr lang="es-ES"/>
              <a:t> </a:t>
            </a:r>
            <a:r>
              <a:rPr lang="es-ES" err="1"/>
              <a:t>harit</a:t>
            </a:r>
            <a:r>
              <a:rPr lang="es-ES"/>
              <a:t>, </a:t>
            </a:r>
            <a:r>
              <a:rPr lang="es-ES" err="1"/>
              <a:t>quoditat</a:t>
            </a:r>
            <a:r>
              <a:rPr lang="es-ES"/>
              <a:t> mi, </a:t>
            </a:r>
            <a:r>
              <a:rPr lang="es-ES" err="1"/>
              <a:t>experum</a:t>
            </a:r>
            <a:r>
              <a:rPr lang="es-ES"/>
              <a:t> a </a:t>
            </a:r>
            <a:r>
              <a:rPr lang="es-ES" err="1"/>
              <a:t>conse</a:t>
            </a:r>
            <a:r>
              <a:rPr lang="es-ES"/>
              <a:t> </a:t>
            </a:r>
            <a:r>
              <a:rPr lang="es-ES" err="1"/>
              <a:t>sequamet</a:t>
            </a:r>
            <a:r>
              <a:rPr lang="es-ES"/>
              <a:t>, quid </a:t>
            </a:r>
            <a:r>
              <a:rPr lang="es-ES" err="1"/>
              <a:t>ullestrum</a:t>
            </a:r>
            <a:r>
              <a:rPr lang="es-ES"/>
              <a:t> quia </a:t>
            </a:r>
            <a:r>
              <a:rPr lang="es-ES" err="1"/>
              <a:t>estemqu</a:t>
            </a:r>
            <a:r>
              <a:rPr lang="es-ES"/>
              <a:t> </a:t>
            </a:r>
            <a:r>
              <a:rPr lang="es-ES" err="1"/>
              <a:t>idundam</a:t>
            </a:r>
            <a:r>
              <a:rPr lang="es-ES"/>
              <a:t> qui </a:t>
            </a:r>
            <a:r>
              <a:rPr lang="es-ES" err="1"/>
              <a:t>alitiis</a:t>
            </a:r>
            <a:r>
              <a:rPr lang="es-ES"/>
              <a:t> sitia quo </a:t>
            </a:r>
            <a:r>
              <a:rPr lang="es-ES" err="1"/>
              <a:t>totationsedi</a:t>
            </a:r>
            <a:r>
              <a:rPr lang="es-ES"/>
              <a:t> </a:t>
            </a:r>
            <a:r>
              <a:rPr lang="es-ES" err="1"/>
              <a:t>dolorpor</a:t>
            </a:r>
            <a:r>
              <a:rPr lang="es-ES"/>
              <a:t> </a:t>
            </a:r>
            <a:r>
              <a:rPr lang="es-ES" err="1"/>
              <a:t>samus</a:t>
            </a:r>
            <a:r>
              <a:rPr lang="es-ES"/>
              <a:t> am, </a:t>
            </a:r>
            <a:r>
              <a:rPr lang="es-ES" err="1"/>
              <a:t>ullabore</a:t>
            </a:r>
            <a:r>
              <a:rPr lang="es-ES"/>
              <a:t> </a:t>
            </a:r>
            <a:r>
              <a:rPr lang="es-ES" err="1"/>
              <a:t>nihicipsusa</a:t>
            </a:r>
            <a:r>
              <a:rPr lang="es-ES"/>
              <a:t> </a:t>
            </a:r>
            <a:r>
              <a:rPr lang="es-ES" err="1"/>
              <a:t>conse</a:t>
            </a:r>
            <a:r>
              <a:rPr lang="es-ES"/>
              <a:t> </a:t>
            </a:r>
            <a:r>
              <a:rPr lang="es-ES" err="1"/>
              <a:t>conet</a:t>
            </a:r>
            <a:r>
              <a:rPr lang="es-ES"/>
              <a:t> </a:t>
            </a:r>
            <a:r>
              <a:rPr lang="es-ES" err="1"/>
              <a:t>quuntin</a:t>
            </a:r>
            <a:r>
              <a:rPr lang="es-ES"/>
              <a:t> </a:t>
            </a:r>
            <a:r>
              <a:rPr lang="es-ES" err="1"/>
              <a:t>ullabor</a:t>
            </a:r>
            <a:r>
              <a:rPr lang="es-ES"/>
              <a:t> </a:t>
            </a:r>
            <a:r>
              <a:rPr lang="es-ES" err="1"/>
              <a:t>ionsequos</a:t>
            </a:r>
            <a:r>
              <a:rPr lang="es-ES"/>
              <a:t> es </a:t>
            </a:r>
            <a:r>
              <a:rPr lang="es-ES" err="1"/>
              <a:t>aut</a:t>
            </a:r>
            <a:r>
              <a:rPr lang="es-ES"/>
              <a:t> </a:t>
            </a:r>
            <a:r>
              <a:rPr lang="es-ES" err="1"/>
              <a:t>moloreptur</a:t>
            </a:r>
            <a:r>
              <a:rPr lang="es-ES"/>
              <a:t> </a:t>
            </a:r>
            <a:r>
              <a:rPr lang="es-ES" err="1"/>
              <a:t>molorep</a:t>
            </a:r>
            <a:r>
              <a:rPr lang="es-ES"/>
              <a:t> </a:t>
            </a:r>
            <a:r>
              <a:rPr lang="es-ES" err="1"/>
              <a:t>erspica</a:t>
            </a:r>
            <a:r>
              <a:rPr lang="es-ES"/>
              <a:t> </a:t>
            </a:r>
            <a:r>
              <a:rPr lang="es-ES" err="1"/>
              <a:t>tiossin</a:t>
            </a:r>
            <a:r>
              <a:rPr lang="es-ES"/>
              <a:t> </a:t>
            </a:r>
            <a:r>
              <a:rPr lang="es-ES" err="1"/>
              <a:t>vendae</a:t>
            </a:r>
            <a:r>
              <a:rPr lang="es-ES"/>
              <a:t> dolor as dolo </a:t>
            </a:r>
            <a:r>
              <a:rPr lang="es-ES" err="1"/>
              <a:t>consendit</a:t>
            </a:r>
            <a:r>
              <a:rPr lang="es-ES"/>
              <a:t>.</a:t>
            </a:r>
          </a:p>
          <a:p>
            <a:pPr lvl="0"/>
            <a:r>
              <a:rPr lang="es-ES" err="1"/>
              <a:t>Arupiet</a:t>
            </a:r>
            <a:r>
              <a:rPr lang="es-ES"/>
              <a:t> </a:t>
            </a:r>
            <a:r>
              <a:rPr lang="es-ES" err="1"/>
              <a:t>autest</a:t>
            </a:r>
            <a:r>
              <a:rPr lang="es-ES"/>
              <a:t> </a:t>
            </a:r>
            <a:r>
              <a:rPr lang="es-ES" err="1"/>
              <a:t>ent</a:t>
            </a:r>
            <a:r>
              <a:rPr lang="es-ES"/>
              <a:t> </a:t>
            </a:r>
            <a:r>
              <a:rPr lang="es-ES" err="1"/>
              <a:t>laudant</a:t>
            </a:r>
            <a:r>
              <a:rPr lang="es-ES"/>
              <a:t> ut </a:t>
            </a:r>
            <a:r>
              <a:rPr lang="es-ES" err="1"/>
              <a:t>eatur</a:t>
            </a:r>
            <a:r>
              <a:rPr lang="es-ES"/>
              <a:t>?</a:t>
            </a:r>
            <a:br>
              <a:rPr lang="es-ES"/>
            </a:br>
            <a:r>
              <a:rPr lang="es-ES" err="1"/>
              <a:t>Ehenima</a:t>
            </a:r>
            <a:r>
              <a:rPr lang="es-ES"/>
              <a:t> </a:t>
            </a:r>
            <a:r>
              <a:rPr lang="es-ES" err="1"/>
              <a:t>gniatis</a:t>
            </a:r>
            <a:r>
              <a:rPr lang="es-ES"/>
              <a:t> </a:t>
            </a:r>
            <a:r>
              <a:rPr lang="es-ES" err="1"/>
              <a:t>nus</a:t>
            </a:r>
            <a:r>
              <a:rPr lang="es-ES"/>
              <a:t> </a:t>
            </a:r>
            <a:r>
              <a:rPr lang="es-ES" err="1"/>
              <a:t>reped</a:t>
            </a:r>
            <a:r>
              <a:rPr lang="es-ES"/>
              <a:t> </a:t>
            </a:r>
            <a:r>
              <a:rPr lang="es-ES" err="1"/>
              <a:t>mint</a:t>
            </a:r>
            <a:r>
              <a:rPr lang="es-ES"/>
              <a:t> a </a:t>
            </a:r>
            <a:r>
              <a:rPr lang="es-ES" err="1"/>
              <a:t>velit</a:t>
            </a:r>
            <a:r>
              <a:rPr lang="es-ES"/>
              <a:t> </a:t>
            </a:r>
            <a:r>
              <a:rPr lang="es-ES" err="1"/>
              <a:t>aut</a:t>
            </a:r>
            <a:r>
              <a:rPr lang="es-ES"/>
              <a:t> </a:t>
            </a:r>
            <a:r>
              <a:rPr lang="es-ES" err="1"/>
              <a:t>est</a:t>
            </a:r>
            <a:r>
              <a:rPr lang="es-ES"/>
              <a:t>, </a:t>
            </a:r>
            <a:r>
              <a:rPr lang="es-ES" err="1"/>
              <a:t>cusdae</a:t>
            </a:r>
            <a:r>
              <a:rPr lang="es-ES"/>
              <a:t> </a:t>
            </a:r>
            <a:r>
              <a:rPr lang="es-ES" err="1"/>
              <a:t>etur</a:t>
            </a:r>
            <a:r>
              <a:rPr lang="es-ES"/>
              <a:t> </a:t>
            </a:r>
            <a:r>
              <a:rPr lang="es-ES" err="1"/>
              <a:t>apic</a:t>
            </a:r>
            <a:r>
              <a:rPr lang="es-ES"/>
              <a:t> </a:t>
            </a:r>
            <a:r>
              <a:rPr lang="es-ES" err="1"/>
              <a:t>to</a:t>
            </a:r>
            <a:r>
              <a:rPr lang="es-ES"/>
              <a:t> </a:t>
            </a:r>
            <a:r>
              <a:rPr lang="es-ES" err="1"/>
              <a:t>testi</a:t>
            </a:r>
            <a:r>
              <a:rPr lang="es-ES"/>
              <a:t> sed este </a:t>
            </a:r>
            <a:r>
              <a:rPr lang="es-ES" err="1"/>
              <a:t>eum</a:t>
            </a:r>
            <a:r>
              <a:rPr lang="es-ES"/>
              <a:t> fuga. </a:t>
            </a:r>
            <a:r>
              <a:rPr lang="es-ES" err="1"/>
              <a:t>Lenet</a:t>
            </a:r>
            <a:r>
              <a:rPr lang="es-ES"/>
              <a:t> et </a:t>
            </a:r>
            <a:r>
              <a:rPr lang="es-ES" err="1"/>
              <a:t>laborerum</a:t>
            </a:r>
            <a:r>
              <a:rPr lang="es-ES"/>
              <a:t> </a:t>
            </a:r>
            <a:r>
              <a:rPr lang="es-ES" err="1"/>
              <a:t>aut</a:t>
            </a:r>
            <a:r>
              <a:rPr lang="es-ES"/>
              <a:t> </a:t>
            </a:r>
            <a:r>
              <a:rPr lang="es-ES" err="1"/>
              <a:t>quamus</a:t>
            </a:r>
            <a:r>
              <a:rPr lang="es-ES"/>
              <a:t> </a:t>
            </a:r>
            <a:r>
              <a:rPr lang="es-ES" err="1"/>
              <a:t>sinventio</a:t>
            </a:r>
            <a:r>
              <a:rPr lang="es-ES"/>
              <a:t> </a:t>
            </a:r>
            <a:r>
              <a:rPr lang="es-ES" err="1"/>
              <a:t>molentur</a:t>
            </a:r>
            <a:r>
              <a:rPr lang="es-ES"/>
              <a:t> </a:t>
            </a:r>
            <a:r>
              <a:rPr lang="es-ES" err="1"/>
              <a:t>maio</a:t>
            </a:r>
            <a:r>
              <a:rPr lang="es-ES"/>
              <a:t> </a:t>
            </a:r>
            <a:r>
              <a:rPr lang="es-ES" err="1"/>
              <a:t>bernam</a:t>
            </a:r>
            <a:r>
              <a:rPr lang="es-ES"/>
              <a:t> </a:t>
            </a:r>
            <a:r>
              <a:rPr lang="es-ES" err="1"/>
              <a:t>dollandel</a:t>
            </a:r>
            <a:r>
              <a:rPr lang="es-ES"/>
              <a:t> </a:t>
            </a:r>
            <a:r>
              <a:rPr lang="es-ES" err="1"/>
              <a:t>experovit</a:t>
            </a:r>
            <a:r>
              <a:rPr lang="es-ES"/>
              <a:t>, </a:t>
            </a:r>
            <a:r>
              <a:rPr lang="es-ES" err="1"/>
              <a:t>odictatum</a:t>
            </a:r>
            <a:r>
              <a:rPr lang="es-ES"/>
              <a:t> re </a:t>
            </a:r>
            <a:r>
              <a:rPr lang="es-ES" err="1"/>
              <a:t>accus</a:t>
            </a:r>
            <a:r>
              <a:rPr lang="es-ES"/>
              <a:t> </a:t>
            </a:r>
            <a:r>
              <a:rPr lang="es-ES" err="1"/>
              <a:t>dolorruptium</a:t>
            </a:r>
            <a:r>
              <a:rPr lang="es-ES"/>
              <a:t> </a:t>
            </a:r>
            <a:r>
              <a:rPr lang="es-ES" err="1"/>
              <a:t>vel</a:t>
            </a:r>
            <a:r>
              <a:rPr lang="es-ES"/>
              <a:t> </a:t>
            </a:r>
            <a:r>
              <a:rPr lang="es-ES" err="1"/>
              <a:t>ma</a:t>
            </a:r>
            <a:r>
              <a:rPr lang="es-ES"/>
              <a:t> </a:t>
            </a:r>
            <a:r>
              <a:rPr lang="es-ES" err="1"/>
              <a:t>cus</a:t>
            </a:r>
            <a:r>
              <a:rPr lang="es-ES"/>
              <a:t>.</a:t>
            </a:r>
          </a:p>
          <a:p>
            <a:pPr lvl="0"/>
            <a:r>
              <a:rPr lang="es-ES" err="1"/>
              <a:t>Arupiet</a:t>
            </a:r>
            <a:r>
              <a:rPr lang="es-ES"/>
              <a:t> </a:t>
            </a:r>
            <a:r>
              <a:rPr lang="es-ES" err="1"/>
              <a:t>autest</a:t>
            </a:r>
            <a:r>
              <a:rPr lang="es-ES"/>
              <a:t> </a:t>
            </a:r>
            <a:r>
              <a:rPr lang="es-ES" err="1"/>
              <a:t>ent</a:t>
            </a:r>
            <a:r>
              <a:rPr lang="es-ES"/>
              <a:t> </a:t>
            </a:r>
            <a:r>
              <a:rPr lang="es-ES" err="1"/>
              <a:t>laudant</a:t>
            </a:r>
            <a:r>
              <a:rPr lang="es-ES"/>
              <a:t> ut </a:t>
            </a:r>
            <a:r>
              <a:rPr lang="es-ES" err="1"/>
              <a:t>eatur</a:t>
            </a:r>
            <a:r>
              <a:rPr lang="es-ES"/>
              <a:t>?</a:t>
            </a:r>
            <a:br>
              <a:rPr lang="es-ES"/>
            </a:br>
            <a:r>
              <a:rPr lang="es-ES" err="1"/>
              <a:t>Ommos</a:t>
            </a:r>
            <a:r>
              <a:rPr lang="es-ES"/>
              <a:t> </a:t>
            </a:r>
            <a:r>
              <a:rPr lang="es-ES" err="1"/>
              <a:t>num</a:t>
            </a:r>
            <a:r>
              <a:rPr lang="es-ES"/>
              <a:t> ad </a:t>
            </a:r>
            <a:r>
              <a:rPr lang="es-ES" err="1"/>
              <a:t>est</a:t>
            </a:r>
            <a:r>
              <a:rPr lang="es-ES"/>
              <a:t> </a:t>
            </a:r>
            <a:r>
              <a:rPr lang="es-ES" err="1"/>
              <a:t>ilitatur</a:t>
            </a:r>
            <a:r>
              <a:rPr lang="es-ES"/>
              <a:t> </a:t>
            </a:r>
            <a:r>
              <a:rPr lang="es-ES" err="1"/>
              <a:t>sitiam</a:t>
            </a:r>
            <a:r>
              <a:rPr lang="es-ES"/>
              <a:t> </a:t>
            </a:r>
            <a:r>
              <a:rPr lang="es-ES" err="1"/>
              <a:t>fugiamet</a:t>
            </a:r>
            <a:r>
              <a:rPr lang="es-ES"/>
              <a:t> </a:t>
            </a:r>
            <a:r>
              <a:rPr lang="es-ES" err="1"/>
              <a:t>dipsant</a:t>
            </a:r>
            <a:r>
              <a:rPr lang="es-ES"/>
              <a:t> </a:t>
            </a:r>
            <a:r>
              <a:rPr lang="es-ES" err="1"/>
              <a:t>incime</a:t>
            </a:r>
            <a:r>
              <a:rPr lang="es-ES"/>
              <a:t> </a:t>
            </a:r>
            <a:r>
              <a:rPr lang="es-ES" err="1"/>
              <a:t>voluptibus</a:t>
            </a:r>
            <a:r>
              <a:rPr lang="es-ES"/>
              <a:t> </a:t>
            </a:r>
            <a:r>
              <a:rPr lang="es-ES" err="1"/>
              <a:t>eumquo</a:t>
            </a:r>
            <a:r>
              <a:rPr lang="es-ES"/>
              <a:t> et </a:t>
            </a:r>
            <a:r>
              <a:rPr lang="es-ES" err="1"/>
              <a:t>elibusa</a:t>
            </a:r>
            <a:r>
              <a:rPr lang="es-ES"/>
              <a:t> </a:t>
            </a:r>
            <a:r>
              <a:rPr lang="es-ES" err="1"/>
              <a:t>consed</a:t>
            </a:r>
            <a:r>
              <a:rPr lang="es-ES"/>
              <a:t> </a:t>
            </a:r>
            <a:r>
              <a:rPr lang="es-ES" err="1"/>
              <a:t>quam</a:t>
            </a:r>
            <a:r>
              <a:rPr lang="es-ES"/>
              <a:t>, </a:t>
            </a:r>
            <a:r>
              <a:rPr lang="es-ES" err="1"/>
              <a:t>tecesciis</a:t>
            </a:r>
            <a:r>
              <a:rPr lang="es-ES"/>
              <a:t> </a:t>
            </a:r>
            <a:r>
              <a:rPr lang="es-ES" err="1"/>
              <a:t>velignimus</a:t>
            </a:r>
            <a:r>
              <a:rPr lang="es-ES"/>
              <a:t>, </a:t>
            </a:r>
            <a:r>
              <a:rPr lang="es-ES" err="1"/>
              <a:t>exped</a:t>
            </a:r>
            <a:r>
              <a:rPr lang="es-ES"/>
              <a:t> </a:t>
            </a:r>
            <a:r>
              <a:rPr lang="es-ES" err="1"/>
              <a:t>ma</a:t>
            </a:r>
            <a:r>
              <a:rPr lang="es-ES"/>
              <a:t> con </a:t>
            </a:r>
            <a:r>
              <a:rPr lang="es-ES" err="1"/>
              <a:t>nis</a:t>
            </a:r>
            <a:r>
              <a:rPr lang="es-ES"/>
              <a:t> dolor sunt opta qui </a:t>
            </a:r>
            <a:r>
              <a:rPr lang="es-ES" err="1"/>
              <a:t>bero</a:t>
            </a:r>
            <a:r>
              <a:rPr lang="es-ES"/>
              <a:t> con </a:t>
            </a:r>
            <a:r>
              <a:rPr lang="es-ES" err="1"/>
              <a:t>porum</a:t>
            </a:r>
            <a:r>
              <a:rPr lang="es-ES"/>
              <a:t> </a:t>
            </a:r>
            <a:r>
              <a:rPr lang="es-ES" err="1"/>
              <a:t>delique</a:t>
            </a:r>
            <a:r>
              <a:rPr lang="es-ES"/>
              <a:t> </a:t>
            </a:r>
            <a:r>
              <a:rPr lang="es-ES" err="1"/>
              <a:t>cus</a:t>
            </a:r>
            <a:r>
              <a:rPr lang="es-ES"/>
              <a:t> et </a:t>
            </a:r>
            <a:r>
              <a:rPr lang="es-ES" err="1"/>
              <a:t>et</a:t>
            </a:r>
            <a:r>
              <a:rPr lang="es-ES"/>
              <a:t> </a:t>
            </a:r>
            <a:r>
              <a:rPr lang="es-ES" err="1"/>
              <a:t>voloribus</a:t>
            </a:r>
            <a:r>
              <a:rPr lang="es-ES"/>
              <a:t> </a:t>
            </a:r>
            <a:r>
              <a:rPr lang="es-ES" err="1"/>
              <a:t>expella</a:t>
            </a:r>
            <a:r>
              <a:rPr lang="es-ES"/>
              <a:t> </a:t>
            </a:r>
            <a:r>
              <a:rPr lang="es-ES" err="1"/>
              <a:t>borepe</a:t>
            </a:r>
            <a:r>
              <a:rPr lang="es-ES"/>
              <a:t> </a:t>
            </a:r>
            <a:r>
              <a:rPr lang="es-ES" err="1"/>
              <a:t>ped</a:t>
            </a:r>
            <a:r>
              <a:rPr lang="es-ES"/>
              <a:t> </a:t>
            </a:r>
            <a:r>
              <a:rPr lang="es-ES" err="1"/>
              <a:t>eum</a:t>
            </a:r>
            <a:r>
              <a:rPr lang="es-ES"/>
              <a:t> </a:t>
            </a:r>
            <a:r>
              <a:rPr lang="es-ES" err="1"/>
              <a:t>endios</a:t>
            </a:r>
            <a:r>
              <a:rPr lang="es-ES"/>
              <a:t> </a:t>
            </a:r>
            <a:r>
              <a:rPr lang="es-ES" err="1"/>
              <a:t>exerat</a:t>
            </a:r>
            <a:r>
              <a:rPr lang="es-ES"/>
              <a:t> </a:t>
            </a:r>
            <a:r>
              <a:rPr lang="es-ES" err="1"/>
              <a:t>debiti</a:t>
            </a:r>
            <a:r>
              <a:rPr lang="es-ES"/>
              <a:t> </a:t>
            </a:r>
            <a:r>
              <a:rPr lang="es-ES" err="1"/>
              <a:t>doluptatur</a:t>
            </a:r>
            <a:r>
              <a:rPr lang="es-ES"/>
              <a:t>, que dicto </a:t>
            </a:r>
            <a:r>
              <a:rPr lang="es-ES" err="1"/>
              <a:t>consecume</a:t>
            </a:r>
            <a:r>
              <a:rPr lang="es-ES"/>
              <a:t> re, </a:t>
            </a:r>
            <a:r>
              <a:rPr lang="es-ES" err="1"/>
              <a:t>nusam</a:t>
            </a:r>
            <a:r>
              <a:rPr lang="es-ES"/>
              <a:t> et </a:t>
            </a:r>
            <a:r>
              <a:rPr lang="es-ES" err="1"/>
              <a:t>videllu</a:t>
            </a:r>
            <a:r>
              <a:rPr lang="es-ES"/>
              <a:t> </a:t>
            </a:r>
            <a:r>
              <a:rPr lang="es-ES" err="1"/>
              <a:t>picient</a:t>
            </a:r>
            <a:r>
              <a:rPr lang="es-ES"/>
              <a:t> </a:t>
            </a:r>
            <a:r>
              <a:rPr lang="es-ES" err="1"/>
              <a:t>iasperc</a:t>
            </a:r>
            <a:r>
              <a:rPr lang="es-ES"/>
              <a:t> </a:t>
            </a:r>
            <a:r>
              <a:rPr lang="es-ES" err="1"/>
              <a:t>hitatur</a:t>
            </a:r>
            <a:r>
              <a:rPr lang="es-ES"/>
              <a:t> </a:t>
            </a:r>
            <a:r>
              <a:rPr lang="es-ES" err="1"/>
              <a:t>ectibus</a:t>
            </a:r>
            <a:r>
              <a:rPr lang="es-ES"/>
              <a:t> </a:t>
            </a:r>
            <a:r>
              <a:rPr lang="es-ES" err="1"/>
              <a:t>eatenih</a:t>
            </a:r>
            <a:r>
              <a:rPr lang="es-ES"/>
              <a:t> </a:t>
            </a:r>
            <a:r>
              <a:rPr lang="es-ES" err="1"/>
              <a:t>iliquatibus</a:t>
            </a:r>
            <a:r>
              <a:rPr lang="es-ES"/>
              <a:t> </a:t>
            </a:r>
            <a:r>
              <a:rPr lang="es-ES" err="1"/>
              <a:t>volora</a:t>
            </a:r>
            <a:r>
              <a:rPr lang="es-ES"/>
              <a:t> </a:t>
            </a:r>
            <a:r>
              <a:rPr lang="es-ES" err="1"/>
              <a:t>vel</a:t>
            </a:r>
            <a:r>
              <a:rPr lang="es-ES"/>
              <a:t> </a:t>
            </a:r>
            <a:r>
              <a:rPr lang="es-ES" err="1"/>
              <a:t>earions</a:t>
            </a:r>
            <a:r>
              <a:rPr lang="es-ES"/>
              <a:t> </a:t>
            </a:r>
            <a:r>
              <a:rPr lang="es-ES" err="1"/>
              <a:t>equi</a:t>
            </a:r>
            <a:r>
              <a:rPr lang="es-ES"/>
              <a:t>. </a:t>
            </a:r>
            <a:br>
              <a:rPr lang="es-ES"/>
            </a:br>
            <a:r>
              <a:rPr lang="es-ES" err="1"/>
              <a:t>volorumqui</a:t>
            </a:r>
            <a:r>
              <a:rPr lang="es-ES"/>
              <a:t> con </a:t>
            </a:r>
            <a:r>
              <a:rPr lang="es-ES" err="1"/>
              <a:t>est</a:t>
            </a:r>
            <a:r>
              <a:rPr lang="es-ES"/>
              <a:t> </a:t>
            </a:r>
            <a:r>
              <a:rPr lang="es-ES" err="1"/>
              <a:t>rerferibus</a:t>
            </a:r>
            <a:r>
              <a:rPr lang="es-ES"/>
              <a:t> </a:t>
            </a:r>
            <a:r>
              <a:rPr lang="es-ES" err="1"/>
              <a:t>alit</a:t>
            </a:r>
            <a:r>
              <a:rPr lang="es-ES"/>
              <a:t> </a:t>
            </a:r>
            <a:r>
              <a:rPr lang="es-ES" err="1"/>
              <a:t>accabor</a:t>
            </a:r>
            <a:r>
              <a:rPr lang="es-ES"/>
              <a:t> </a:t>
            </a:r>
            <a:r>
              <a:rPr lang="es-ES" err="1"/>
              <a:t>itatem</a:t>
            </a:r>
            <a:r>
              <a:rPr lang="es-ES"/>
              <a:t> </a:t>
            </a:r>
            <a:r>
              <a:rPr lang="es-ES" err="1"/>
              <a:t>simolorio</a:t>
            </a:r>
            <a:r>
              <a:rPr lang="es-ES"/>
              <a:t> es </a:t>
            </a:r>
            <a:r>
              <a:rPr lang="es-ES" err="1"/>
              <a:t>etus</a:t>
            </a:r>
            <a:r>
              <a:rPr lang="es-ES"/>
              <a:t> </a:t>
            </a:r>
            <a:r>
              <a:rPr lang="es-ES" err="1"/>
              <a:t>esseque</a:t>
            </a:r>
            <a:r>
              <a:rPr lang="es-ES"/>
              <a:t> veles es </a:t>
            </a:r>
            <a:r>
              <a:rPr lang="es-ES" err="1"/>
              <a:t>dunt</a:t>
            </a:r>
            <a:r>
              <a:rPr lang="es-ES"/>
              <a:t> </a:t>
            </a:r>
            <a:r>
              <a:rPr lang="es-ES" err="1"/>
              <a:t>officta</a:t>
            </a:r>
            <a:r>
              <a:rPr lang="es-ES"/>
              <a:t> </a:t>
            </a:r>
            <a:r>
              <a:rPr lang="es-ES" err="1"/>
              <a:t>erupta</a:t>
            </a:r>
            <a:r>
              <a:rPr lang="es-ES"/>
              <a:t> </a:t>
            </a:r>
            <a:r>
              <a:rPr lang="es-ES" err="1"/>
              <a:t>ant</a:t>
            </a:r>
            <a:r>
              <a:rPr lang="es-ES"/>
              <a:t> </a:t>
            </a:r>
            <a:r>
              <a:rPr lang="es-ES" err="1"/>
              <a:t>omniment</a:t>
            </a:r>
            <a:r>
              <a:rPr lang="es-ES"/>
              <a:t> </a:t>
            </a:r>
            <a:r>
              <a:rPr lang="es-ES" err="1"/>
              <a:t>odi</a:t>
            </a:r>
            <a:r>
              <a:rPr lang="es-ES"/>
              <a:t> </a:t>
            </a:r>
            <a:r>
              <a:rPr lang="es-ES" err="1"/>
              <a:t>deria</a:t>
            </a:r>
            <a:r>
              <a:rPr lang="es-ES"/>
              <a:t> </a:t>
            </a:r>
            <a:r>
              <a:rPr lang="es-ES" err="1"/>
              <a:t>evelibuscia</a:t>
            </a:r>
            <a:r>
              <a:rPr lang="es-ES"/>
              <a:t> non re </a:t>
            </a:r>
            <a:r>
              <a:rPr lang="es-ES" err="1"/>
              <a:t>voleste</a:t>
            </a:r>
            <a:r>
              <a:rPr lang="es-ES"/>
              <a:t>.</a:t>
            </a:r>
          </a:p>
        </p:txBody>
      </p:sp>
      <p:sp>
        <p:nvSpPr>
          <p:cNvPr id="14" name="Marcador de texto 4">
            <a:extLst>
              <a:ext uri="{FF2B5EF4-FFF2-40B4-BE49-F238E27FC236}">
                <a16:creationId xmlns:a16="http://schemas.microsoft.com/office/drawing/2014/main" id="{1753BB2D-AECF-4736-AA6B-9AF7C261A1F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06463" y="2172974"/>
            <a:ext cx="5672137" cy="594092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buNone/>
              <a:defRPr lang="es-ES" sz="2400" b="1" kern="1200" dirty="0">
                <a:solidFill>
                  <a:schemeClr val="bg1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r>
              <a:rPr lang="es-ES" sz="2400" err="1"/>
              <a:t>Aximinct</a:t>
            </a:r>
            <a:r>
              <a:rPr lang="es-ES" sz="2400"/>
              <a:t> </a:t>
            </a:r>
            <a:r>
              <a:rPr lang="es-ES" sz="2400" err="1"/>
              <a:t>emquibus</a:t>
            </a:r>
            <a:r>
              <a:rPr lang="es-ES" sz="2400"/>
              <a:t> et </a:t>
            </a:r>
            <a:r>
              <a:rPr lang="es-ES" sz="2400" err="1"/>
              <a:t>facium</a:t>
            </a:r>
            <a:r>
              <a:rPr lang="es-ES" sz="2400"/>
              <a:t> </a:t>
            </a:r>
            <a:r>
              <a:rPr lang="es-ES" sz="2400" err="1"/>
              <a:t>natur</a:t>
            </a:r>
            <a:endParaRPr lang="en-US" sz="2400"/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42A10F5B-11C6-48F8-9EAA-370554DFFAE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323884" y="7585901"/>
            <a:ext cx="1400054" cy="385200"/>
          </a:xfrm>
          <a:prstGeom prst="rect">
            <a:avLst/>
          </a:prstGeom>
        </p:spPr>
      </p:pic>
      <p:sp>
        <p:nvSpPr>
          <p:cNvPr id="15" name="Rectángulo 14">
            <a:extLst>
              <a:ext uri="{FF2B5EF4-FFF2-40B4-BE49-F238E27FC236}">
                <a16:creationId xmlns:a16="http://schemas.microsoft.com/office/drawing/2014/main" id="{BC4989A0-1D0E-4D93-8B1B-B431C090B65A}"/>
              </a:ext>
            </a:extLst>
          </p:cNvPr>
          <p:cNvSpPr/>
          <p:nvPr userDrawn="1"/>
        </p:nvSpPr>
        <p:spPr>
          <a:xfrm>
            <a:off x="524442" y="332974"/>
            <a:ext cx="384969" cy="38496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3372267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566B11CE-7366-4F19-900A-BF1BD3EF2B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630399" cy="82296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06463" y="1182159"/>
            <a:ext cx="6561949" cy="703086"/>
          </a:xfrm>
        </p:spPr>
        <p:txBody>
          <a:bodyPr lIns="0" anchor="t">
            <a:noAutofit/>
          </a:bodyPr>
          <a:lstStyle>
            <a:lvl1pPr>
              <a:defRPr sz="4330"/>
            </a:lvl1pPr>
          </a:lstStyle>
          <a:p>
            <a:r>
              <a:rPr lang="es-ES" err="1"/>
              <a:t>Lorem</a:t>
            </a:r>
            <a:r>
              <a:rPr lang="es-ES"/>
              <a:t> </a:t>
            </a:r>
            <a:r>
              <a:rPr lang="es-ES" err="1"/>
              <a:t>ipsum</a:t>
            </a:r>
            <a:r>
              <a:rPr lang="es-ES"/>
              <a:t> dolor </a:t>
            </a:r>
            <a:r>
              <a:rPr lang="es-ES" err="1"/>
              <a:t>sit</a:t>
            </a:r>
            <a:endParaRPr lang="en-US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298F2FCB-7E2F-400B-81B1-18B456AE6C0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B005B2D1-880E-4846-A216-7D6770BA1332}" type="slidenum">
              <a:rPr lang="es-ES" smtClean="0"/>
              <a:pPr/>
              <a:t>‹#›</a:t>
            </a:fld>
            <a:endParaRPr lang="es-ES"/>
          </a:p>
        </p:txBody>
      </p:sp>
      <p:sp>
        <p:nvSpPr>
          <p:cNvPr id="17" name="Marcador de texto 17">
            <a:extLst>
              <a:ext uri="{FF2B5EF4-FFF2-40B4-BE49-F238E27FC236}">
                <a16:creationId xmlns:a16="http://schemas.microsoft.com/office/drawing/2014/main" id="{ED651845-DE33-4174-8EA2-DF23E49F4C4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06463" y="2767066"/>
            <a:ext cx="8951912" cy="4551309"/>
          </a:xfrm>
        </p:spPr>
        <p:txBody>
          <a:bodyPr lIns="0">
            <a:noAutofit/>
          </a:bodyPr>
          <a:lstStyle>
            <a:lvl1pPr marL="0" indent="0">
              <a:lnSpc>
                <a:spcPts val="1700"/>
              </a:lnSpc>
              <a:spcBef>
                <a:spcPts val="900"/>
              </a:spcBef>
              <a:spcAft>
                <a:spcPts val="900"/>
              </a:spcAft>
              <a:buNone/>
              <a:defRPr sz="1440" b="0">
                <a:solidFill>
                  <a:srgbClr val="1E1E1E"/>
                </a:solidFill>
              </a:defRPr>
            </a:lvl1pPr>
          </a:lstStyle>
          <a:p>
            <a:pPr lvl="0"/>
            <a:r>
              <a:rPr lang="es-ES" err="1"/>
              <a:t>Poribus</a:t>
            </a:r>
            <a:r>
              <a:rPr lang="es-ES"/>
              <a:t> </a:t>
            </a:r>
            <a:r>
              <a:rPr lang="es-ES" err="1"/>
              <a:t>reiciis</a:t>
            </a:r>
            <a:r>
              <a:rPr lang="es-ES"/>
              <a:t> </a:t>
            </a:r>
            <a:r>
              <a:rPr lang="es-ES" err="1"/>
              <a:t>conseque</a:t>
            </a:r>
            <a:r>
              <a:rPr lang="es-ES"/>
              <a:t> </a:t>
            </a:r>
            <a:r>
              <a:rPr lang="es-ES" err="1"/>
              <a:t>conempo</a:t>
            </a:r>
            <a:r>
              <a:rPr lang="es-ES"/>
              <a:t> </a:t>
            </a:r>
            <a:r>
              <a:rPr lang="es-ES" err="1"/>
              <a:t>ribusam</a:t>
            </a:r>
            <a:r>
              <a:rPr lang="es-ES"/>
              <a:t> </a:t>
            </a:r>
            <a:r>
              <a:rPr lang="es-ES" err="1"/>
              <a:t>enimincil</a:t>
            </a:r>
            <a:r>
              <a:rPr lang="es-ES"/>
              <a:t> </a:t>
            </a:r>
            <a:r>
              <a:rPr lang="es-ES" err="1"/>
              <a:t>molupta</a:t>
            </a:r>
            <a:r>
              <a:rPr lang="es-ES"/>
              <a:t> </a:t>
            </a:r>
            <a:r>
              <a:rPr lang="es-ES" err="1"/>
              <a:t>tiatesed</a:t>
            </a:r>
            <a:r>
              <a:rPr lang="es-ES"/>
              <a:t> qui </a:t>
            </a:r>
            <a:r>
              <a:rPr lang="es-ES" err="1"/>
              <a:t>sit</a:t>
            </a:r>
            <a:r>
              <a:rPr lang="es-ES"/>
              <a:t> </a:t>
            </a:r>
            <a:r>
              <a:rPr lang="es-ES" err="1"/>
              <a:t>aut</a:t>
            </a:r>
            <a:r>
              <a:rPr lang="es-ES"/>
              <a:t> </a:t>
            </a:r>
            <a:r>
              <a:rPr lang="es-ES" err="1"/>
              <a:t>harit</a:t>
            </a:r>
            <a:r>
              <a:rPr lang="es-ES"/>
              <a:t>, </a:t>
            </a:r>
            <a:r>
              <a:rPr lang="es-ES" err="1"/>
              <a:t>quoditat</a:t>
            </a:r>
            <a:r>
              <a:rPr lang="es-ES"/>
              <a:t> mi, </a:t>
            </a:r>
            <a:r>
              <a:rPr lang="es-ES" err="1"/>
              <a:t>experum</a:t>
            </a:r>
            <a:r>
              <a:rPr lang="es-ES"/>
              <a:t> a </a:t>
            </a:r>
            <a:r>
              <a:rPr lang="es-ES" err="1"/>
              <a:t>conse</a:t>
            </a:r>
            <a:r>
              <a:rPr lang="es-ES"/>
              <a:t> </a:t>
            </a:r>
            <a:r>
              <a:rPr lang="es-ES" err="1"/>
              <a:t>sequamet</a:t>
            </a:r>
            <a:r>
              <a:rPr lang="es-ES"/>
              <a:t>, quid </a:t>
            </a:r>
            <a:r>
              <a:rPr lang="es-ES" err="1"/>
              <a:t>ullestrum</a:t>
            </a:r>
            <a:r>
              <a:rPr lang="es-ES"/>
              <a:t> quia </a:t>
            </a:r>
            <a:r>
              <a:rPr lang="es-ES" err="1"/>
              <a:t>estemqu</a:t>
            </a:r>
            <a:r>
              <a:rPr lang="es-ES"/>
              <a:t> </a:t>
            </a:r>
            <a:r>
              <a:rPr lang="es-ES" err="1"/>
              <a:t>idundam</a:t>
            </a:r>
            <a:r>
              <a:rPr lang="es-ES"/>
              <a:t> qui </a:t>
            </a:r>
            <a:r>
              <a:rPr lang="es-ES" err="1"/>
              <a:t>alitiis</a:t>
            </a:r>
            <a:r>
              <a:rPr lang="es-ES"/>
              <a:t> sitia quo </a:t>
            </a:r>
            <a:r>
              <a:rPr lang="es-ES" err="1"/>
              <a:t>totationsedi</a:t>
            </a:r>
            <a:r>
              <a:rPr lang="es-ES"/>
              <a:t> </a:t>
            </a:r>
            <a:r>
              <a:rPr lang="es-ES" err="1"/>
              <a:t>dolorpor</a:t>
            </a:r>
            <a:r>
              <a:rPr lang="es-ES"/>
              <a:t> </a:t>
            </a:r>
            <a:r>
              <a:rPr lang="es-ES" err="1"/>
              <a:t>samus</a:t>
            </a:r>
            <a:r>
              <a:rPr lang="es-ES"/>
              <a:t> am, </a:t>
            </a:r>
            <a:r>
              <a:rPr lang="es-ES" err="1"/>
              <a:t>ullabore</a:t>
            </a:r>
            <a:r>
              <a:rPr lang="es-ES"/>
              <a:t> </a:t>
            </a:r>
            <a:r>
              <a:rPr lang="es-ES" err="1"/>
              <a:t>nihicipsusa</a:t>
            </a:r>
            <a:r>
              <a:rPr lang="es-ES"/>
              <a:t> </a:t>
            </a:r>
            <a:r>
              <a:rPr lang="es-ES" err="1"/>
              <a:t>conse</a:t>
            </a:r>
            <a:r>
              <a:rPr lang="es-ES"/>
              <a:t> </a:t>
            </a:r>
            <a:r>
              <a:rPr lang="es-ES" err="1"/>
              <a:t>conet</a:t>
            </a:r>
            <a:r>
              <a:rPr lang="es-ES"/>
              <a:t> </a:t>
            </a:r>
            <a:r>
              <a:rPr lang="es-ES" err="1"/>
              <a:t>quuntin</a:t>
            </a:r>
            <a:r>
              <a:rPr lang="es-ES"/>
              <a:t> </a:t>
            </a:r>
            <a:r>
              <a:rPr lang="es-ES" err="1"/>
              <a:t>ullabor</a:t>
            </a:r>
            <a:r>
              <a:rPr lang="es-ES"/>
              <a:t> </a:t>
            </a:r>
            <a:r>
              <a:rPr lang="es-ES" err="1"/>
              <a:t>ionsequos</a:t>
            </a:r>
            <a:r>
              <a:rPr lang="es-ES"/>
              <a:t> es </a:t>
            </a:r>
            <a:r>
              <a:rPr lang="es-ES" err="1"/>
              <a:t>aut</a:t>
            </a:r>
            <a:r>
              <a:rPr lang="es-ES"/>
              <a:t> </a:t>
            </a:r>
            <a:r>
              <a:rPr lang="es-ES" err="1"/>
              <a:t>moloreptur</a:t>
            </a:r>
            <a:r>
              <a:rPr lang="es-ES"/>
              <a:t> </a:t>
            </a:r>
            <a:r>
              <a:rPr lang="es-ES" err="1"/>
              <a:t>molorep</a:t>
            </a:r>
            <a:r>
              <a:rPr lang="es-ES"/>
              <a:t> </a:t>
            </a:r>
            <a:r>
              <a:rPr lang="es-ES" err="1"/>
              <a:t>erspica</a:t>
            </a:r>
            <a:r>
              <a:rPr lang="es-ES"/>
              <a:t> </a:t>
            </a:r>
            <a:r>
              <a:rPr lang="es-ES" err="1"/>
              <a:t>tiossin</a:t>
            </a:r>
            <a:r>
              <a:rPr lang="es-ES"/>
              <a:t> </a:t>
            </a:r>
            <a:r>
              <a:rPr lang="es-ES" err="1"/>
              <a:t>vendae</a:t>
            </a:r>
            <a:r>
              <a:rPr lang="es-ES"/>
              <a:t> dolor as dolo </a:t>
            </a:r>
            <a:r>
              <a:rPr lang="es-ES" err="1"/>
              <a:t>consendit</a:t>
            </a:r>
            <a:r>
              <a:rPr lang="es-ES"/>
              <a:t>.</a:t>
            </a:r>
          </a:p>
          <a:p>
            <a:pPr lvl="0"/>
            <a:r>
              <a:rPr lang="es-ES" err="1"/>
              <a:t>Arupiet</a:t>
            </a:r>
            <a:r>
              <a:rPr lang="es-ES"/>
              <a:t> </a:t>
            </a:r>
            <a:r>
              <a:rPr lang="es-ES" err="1"/>
              <a:t>autest</a:t>
            </a:r>
            <a:r>
              <a:rPr lang="es-ES"/>
              <a:t> </a:t>
            </a:r>
            <a:r>
              <a:rPr lang="es-ES" err="1"/>
              <a:t>ent</a:t>
            </a:r>
            <a:r>
              <a:rPr lang="es-ES"/>
              <a:t> </a:t>
            </a:r>
            <a:r>
              <a:rPr lang="es-ES" err="1"/>
              <a:t>laudant</a:t>
            </a:r>
            <a:r>
              <a:rPr lang="es-ES"/>
              <a:t> ut </a:t>
            </a:r>
            <a:r>
              <a:rPr lang="es-ES" err="1"/>
              <a:t>eatur</a:t>
            </a:r>
            <a:r>
              <a:rPr lang="es-ES"/>
              <a:t>?</a:t>
            </a:r>
            <a:br>
              <a:rPr lang="es-ES"/>
            </a:br>
            <a:r>
              <a:rPr lang="es-ES" err="1"/>
              <a:t>Ehenima</a:t>
            </a:r>
            <a:r>
              <a:rPr lang="es-ES"/>
              <a:t> </a:t>
            </a:r>
            <a:r>
              <a:rPr lang="es-ES" err="1"/>
              <a:t>gniatis</a:t>
            </a:r>
            <a:r>
              <a:rPr lang="es-ES"/>
              <a:t> </a:t>
            </a:r>
            <a:r>
              <a:rPr lang="es-ES" err="1"/>
              <a:t>nus</a:t>
            </a:r>
            <a:r>
              <a:rPr lang="es-ES"/>
              <a:t> </a:t>
            </a:r>
            <a:r>
              <a:rPr lang="es-ES" err="1"/>
              <a:t>reped</a:t>
            </a:r>
            <a:r>
              <a:rPr lang="es-ES"/>
              <a:t> </a:t>
            </a:r>
            <a:r>
              <a:rPr lang="es-ES" err="1"/>
              <a:t>mint</a:t>
            </a:r>
            <a:r>
              <a:rPr lang="es-ES"/>
              <a:t> a </a:t>
            </a:r>
            <a:r>
              <a:rPr lang="es-ES" err="1"/>
              <a:t>velit</a:t>
            </a:r>
            <a:r>
              <a:rPr lang="es-ES"/>
              <a:t> </a:t>
            </a:r>
            <a:r>
              <a:rPr lang="es-ES" err="1"/>
              <a:t>aut</a:t>
            </a:r>
            <a:r>
              <a:rPr lang="es-ES"/>
              <a:t> </a:t>
            </a:r>
            <a:r>
              <a:rPr lang="es-ES" err="1"/>
              <a:t>est</a:t>
            </a:r>
            <a:r>
              <a:rPr lang="es-ES"/>
              <a:t>, </a:t>
            </a:r>
            <a:r>
              <a:rPr lang="es-ES" err="1"/>
              <a:t>cusdae</a:t>
            </a:r>
            <a:r>
              <a:rPr lang="es-ES"/>
              <a:t> </a:t>
            </a:r>
            <a:r>
              <a:rPr lang="es-ES" err="1"/>
              <a:t>etur</a:t>
            </a:r>
            <a:r>
              <a:rPr lang="es-ES"/>
              <a:t> </a:t>
            </a:r>
            <a:r>
              <a:rPr lang="es-ES" err="1"/>
              <a:t>apic</a:t>
            </a:r>
            <a:r>
              <a:rPr lang="es-ES"/>
              <a:t> </a:t>
            </a:r>
            <a:r>
              <a:rPr lang="es-ES" err="1"/>
              <a:t>to</a:t>
            </a:r>
            <a:r>
              <a:rPr lang="es-ES"/>
              <a:t> </a:t>
            </a:r>
            <a:r>
              <a:rPr lang="es-ES" err="1"/>
              <a:t>testi</a:t>
            </a:r>
            <a:r>
              <a:rPr lang="es-ES"/>
              <a:t> sed este </a:t>
            </a:r>
            <a:r>
              <a:rPr lang="es-ES" err="1"/>
              <a:t>eum</a:t>
            </a:r>
            <a:r>
              <a:rPr lang="es-ES"/>
              <a:t> fuga. </a:t>
            </a:r>
            <a:r>
              <a:rPr lang="es-ES" err="1"/>
              <a:t>Lenet</a:t>
            </a:r>
            <a:r>
              <a:rPr lang="es-ES"/>
              <a:t> et </a:t>
            </a:r>
            <a:r>
              <a:rPr lang="es-ES" err="1"/>
              <a:t>laborerum</a:t>
            </a:r>
            <a:r>
              <a:rPr lang="es-ES"/>
              <a:t> </a:t>
            </a:r>
            <a:r>
              <a:rPr lang="es-ES" err="1"/>
              <a:t>aut</a:t>
            </a:r>
            <a:r>
              <a:rPr lang="es-ES"/>
              <a:t> </a:t>
            </a:r>
            <a:r>
              <a:rPr lang="es-ES" err="1"/>
              <a:t>quamus</a:t>
            </a:r>
            <a:r>
              <a:rPr lang="es-ES"/>
              <a:t> </a:t>
            </a:r>
            <a:r>
              <a:rPr lang="es-ES" err="1"/>
              <a:t>sinventio</a:t>
            </a:r>
            <a:r>
              <a:rPr lang="es-ES"/>
              <a:t> </a:t>
            </a:r>
            <a:r>
              <a:rPr lang="es-ES" err="1"/>
              <a:t>molentur</a:t>
            </a:r>
            <a:r>
              <a:rPr lang="es-ES"/>
              <a:t> </a:t>
            </a:r>
            <a:r>
              <a:rPr lang="es-ES" err="1"/>
              <a:t>maio</a:t>
            </a:r>
            <a:r>
              <a:rPr lang="es-ES"/>
              <a:t> </a:t>
            </a:r>
            <a:r>
              <a:rPr lang="es-ES" err="1"/>
              <a:t>bernam</a:t>
            </a:r>
            <a:r>
              <a:rPr lang="es-ES"/>
              <a:t> </a:t>
            </a:r>
            <a:r>
              <a:rPr lang="es-ES" err="1"/>
              <a:t>dollandel</a:t>
            </a:r>
            <a:r>
              <a:rPr lang="es-ES"/>
              <a:t> </a:t>
            </a:r>
            <a:r>
              <a:rPr lang="es-ES" err="1"/>
              <a:t>experovit</a:t>
            </a:r>
            <a:r>
              <a:rPr lang="es-ES"/>
              <a:t>, </a:t>
            </a:r>
            <a:r>
              <a:rPr lang="es-ES" err="1"/>
              <a:t>odictatum</a:t>
            </a:r>
            <a:r>
              <a:rPr lang="es-ES"/>
              <a:t> re </a:t>
            </a:r>
            <a:r>
              <a:rPr lang="es-ES" err="1"/>
              <a:t>accus</a:t>
            </a:r>
            <a:r>
              <a:rPr lang="es-ES"/>
              <a:t> </a:t>
            </a:r>
            <a:r>
              <a:rPr lang="es-ES" err="1"/>
              <a:t>dolorruptium</a:t>
            </a:r>
            <a:r>
              <a:rPr lang="es-ES"/>
              <a:t> </a:t>
            </a:r>
            <a:r>
              <a:rPr lang="es-ES" err="1"/>
              <a:t>vel</a:t>
            </a:r>
            <a:r>
              <a:rPr lang="es-ES"/>
              <a:t> </a:t>
            </a:r>
            <a:r>
              <a:rPr lang="es-ES" err="1"/>
              <a:t>ma</a:t>
            </a:r>
            <a:r>
              <a:rPr lang="es-ES"/>
              <a:t> </a:t>
            </a:r>
            <a:r>
              <a:rPr lang="es-ES" err="1"/>
              <a:t>cus</a:t>
            </a:r>
            <a:r>
              <a:rPr lang="es-ES"/>
              <a:t>.</a:t>
            </a:r>
          </a:p>
          <a:p>
            <a:pPr lvl="0"/>
            <a:r>
              <a:rPr lang="es-ES" err="1"/>
              <a:t>Arupiet</a:t>
            </a:r>
            <a:r>
              <a:rPr lang="es-ES"/>
              <a:t> </a:t>
            </a:r>
            <a:r>
              <a:rPr lang="es-ES" err="1"/>
              <a:t>autest</a:t>
            </a:r>
            <a:r>
              <a:rPr lang="es-ES"/>
              <a:t> </a:t>
            </a:r>
            <a:r>
              <a:rPr lang="es-ES" err="1"/>
              <a:t>ent</a:t>
            </a:r>
            <a:r>
              <a:rPr lang="es-ES"/>
              <a:t> </a:t>
            </a:r>
            <a:r>
              <a:rPr lang="es-ES" err="1"/>
              <a:t>laudant</a:t>
            </a:r>
            <a:r>
              <a:rPr lang="es-ES"/>
              <a:t> ut </a:t>
            </a:r>
            <a:r>
              <a:rPr lang="es-ES" err="1"/>
              <a:t>eatur</a:t>
            </a:r>
            <a:r>
              <a:rPr lang="es-ES"/>
              <a:t>?</a:t>
            </a:r>
            <a:br>
              <a:rPr lang="es-ES"/>
            </a:br>
            <a:r>
              <a:rPr lang="es-ES" err="1"/>
              <a:t>Ommos</a:t>
            </a:r>
            <a:r>
              <a:rPr lang="es-ES"/>
              <a:t> </a:t>
            </a:r>
            <a:r>
              <a:rPr lang="es-ES" err="1"/>
              <a:t>num</a:t>
            </a:r>
            <a:r>
              <a:rPr lang="es-ES"/>
              <a:t> ad </a:t>
            </a:r>
            <a:r>
              <a:rPr lang="es-ES" err="1"/>
              <a:t>est</a:t>
            </a:r>
            <a:r>
              <a:rPr lang="es-ES"/>
              <a:t> </a:t>
            </a:r>
            <a:r>
              <a:rPr lang="es-ES" err="1"/>
              <a:t>ilitatur</a:t>
            </a:r>
            <a:r>
              <a:rPr lang="es-ES"/>
              <a:t> </a:t>
            </a:r>
            <a:r>
              <a:rPr lang="es-ES" err="1"/>
              <a:t>sitiam</a:t>
            </a:r>
            <a:r>
              <a:rPr lang="es-ES"/>
              <a:t> </a:t>
            </a:r>
            <a:r>
              <a:rPr lang="es-ES" err="1"/>
              <a:t>fugiamet</a:t>
            </a:r>
            <a:r>
              <a:rPr lang="es-ES"/>
              <a:t> </a:t>
            </a:r>
            <a:r>
              <a:rPr lang="es-ES" err="1"/>
              <a:t>dipsant</a:t>
            </a:r>
            <a:r>
              <a:rPr lang="es-ES"/>
              <a:t> </a:t>
            </a:r>
            <a:r>
              <a:rPr lang="es-ES" err="1"/>
              <a:t>incime</a:t>
            </a:r>
            <a:r>
              <a:rPr lang="es-ES"/>
              <a:t> </a:t>
            </a:r>
            <a:r>
              <a:rPr lang="es-ES" err="1"/>
              <a:t>voluptibus</a:t>
            </a:r>
            <a:r>
              <a:rPr lang="es-ES"/>
              <a:t> </a:t>
            </a:r>
            <a:r>
              <a:rPr lang="es-ES" err="1"/>
              <a:t>eumquo</a:t>
            </a:r>
            <a:r>
              <a:rPr lang="es-ES"/>
              <a:t> et </a:t>
            </a:r>
            <a:r>
              <a:rPr lang="es-ES" err="1"/>
              <a:t>elibusa</a:t>
            </a:r>
            <a:r>
              <a:rPr lang="es-ES"/>
              <a:t> </a:t>
            </a:r>
            <a:r>
              <a:rPr lang="es-ES" err="1"/>
              <a:t>consed</a:t>
            </a:r>
            <a:r>
              <a:rPr lang="es-ES"/>
              <a:t> </a:t>
            </a:r>
            <a:r>
              <a:rPr lang="es-ES" err="1"/>
              <a:t>quam</a:t>
            </a:r>
            <a:r>
              <a:rPr lang="es-ES"/>
              <a:t>, </a:t>
            </a:r>
            <a:r>
              <a:rPr lang="es-ES" err="1"/>
              <a:t>tecesciis</a:t>
            </a:r>
            <a:r>
              <a:rPr lang="es-ES"/>
              <a:t> </a:t>
            </a:r>
            <a:r>
              <a:rPr lang="es-ES" err="1"/>
              <a:t>velignimus</a:t>
            </a:r>
            <a:r>
              <a:rPr lang="es-ES"/>
              <a:t>, </a:t>
            </a:r>
            <a:r>
              <a:rPr lang="es-ES" err="1"/>
              <a:t>exped</a:t>
            </a:r>
            <a:r>
              <a:rPr lang="es-ES"/>
              <a:t> </a:t>
            </a:r>
            <a:r>
              <a:rPr lang="es-ES" err="1"/>
              <a:t>ma</a:t>
            </a:r>
            <a:r>
              <a:rPr lang="es-ES"/>
              <a:t> con </a:t>
            </a:r>
            <a:r>
              <a:rPr lang="es-ES" err="1"/>
              <a:t>nis</a:t>
            </a:r>
            <a:r>
              <a:rPr lang="es-ES"/>
              <a:t> dolor sunt opta qui </a:t>
            </a:r>
            <a:r>
              <a:rPr lang="es-ES" err="1"/>
              <a:t>bero</a:t>
            </a:r>
            <a:r>
              <a:rPr lang="es-ES"/>
              <a:t> con </a:t>
            </a:r>
            <a:r>
              <a:rPr lang="es-ES" err="1"/>
              <a:t>porum</a:t>
            </a:r>
            <a:r>
              <a:rPr lang="es-ES"/>
              <a:t> </a:t>
            </a:r>
            <a:r>
              <a:rPr lang="es-ES" err="1"/>
              <a:t>delique</a:t>
            </a:r>
            <a:r>
              <a:rPr lang="es-ES"/>
              <a:t> </a:t>
            </a:r>
            <a:r>
              <a:rPr lang="es-ES" err="1"/>
              <a:t>cus</a:t>
            </a:r>
            <a:r>
              <a:rPr lang="es-ES"/>
              <a:t> et </a:t>
            </a:r>
            <a:r>
              <a:rPr lang="es-ES" err="1"/>
              <a:t>et</a:t>
            </a:r>
            <a:r>
              <a:rPr lang="es-ES"/>
              <a:t> </a:t>
            </a:r>
            <a:r>
              <a:rPr lang="es-ES" err="1"/>
              <a:t>voloribus</a:t>
            </a:r>
            <a:r>
              <a:rPr lang="es-ES"/>
              <a:t> </a:t>
            </a:r>
            <a:r>
              <a:rPr lang="es-ES" err="1"/>
              <a:t>expella</a:t>
            </a:r>
            <a:r>
              <a:rPr lang="es-ES"/>
              <a:t> </a:t>
            </a:r>
            <a:r>
              <a:rPr lang="es-ES" err="1"/>
              <a:t>borepe</a:t>
            </a:r>
            <a:r>
              <a:rPr lang="es-ES"/>
              <a:t> </a:t>
            </a:r>
            <a:r>
              <a:rPr lang="es-ES" err="1"/>
              <a:t>ped</a:t>
            </a:r>
            <a:r>
              <a:rPr lang="es-ES"/>
              <a:t> </a:t>
            </a:r>
            <a:r>
              <a:rPr lang="es-ES" err="1"/>
              <a:t>eum</a:t>
            </a:r>
            <a:r>
              <a:rPr lang="es-ES"/>
              <a:t> </a:t>
            </a:r>
            <a:r>
              <a:rPr lang="es-ES" err="1"/>
              <a:t>endios</a:t>
            </a:r>
            <a:r>
              <a:rPr lang="es-ES"/>
              <a:t> </a:t>
            </a:r>
            <a:r>
              <a:rPr lang="es-ES" err="1"/>
              <a:t>exerat</a:t>
            </a:r>
            <a:r>
              <a:rPr lang="es-ES"/>
              <a:t> </a:t>
            </a:r>
            <a:r>
              <a:rPr lang="es-ES" err="1"/>
              <a:t>debiti</a:t>
            </a:r>
            <a:r>
              <a:rPr lang="es-ES"/>
              <a:t> </a:t>
            </a:r>
            <a:r>
              <a:rPr lang="es-ES" err="1"/>
              <a:t>doluptatur</a:t>
            </a:r>
            <a:r>
              <a:rPr lang="es-ES"/>
              <a:t>, que dicto </a:t>
            </a:r>
            <a:r>
              <a:rPr lang="es-ES" err="1"/>
              <a:t>consecume</a:t>
            </a:r>
            <a:r>
              <a:rPr lang="es-ES"/>
              <a:t> re, </a:t>
            </a:r>
            <a:r>
              <a:rPr lang="es-ES" err="1"/>
              <a:t>nusam</a:t>
            </a:r>
            <a:r>
              <a:rPr lang="es-ES"/>
              <a:t> et </a:t>
            </a:r>
            <a:r>
              <a:rPr lang="es-ES" err="1"/>
              <a:t>videllu</a:t>
            </a:r>
            <a:r>
              <a:rPr lang="es-ES"/>
              <a:t> </a:t>
            </a:r>
            <a:r>
              <a:rPr lang="es-ES" err="1"/>
              <a:t>picient</a:t>
            </a:r>
            <a:r>
              <a:rPr lang="es-ES"/>
              <a:t> </a:t>
            </a:r>
            <a:r>
              <a:rPr lang="es-ES" err="1"/>
              <a:t>iasperc</a:t>
            </a:r>
            <a:r>
              <a:rPr lang="es-ES"/>
              <a:t> </a:t>
            </a:r>
            <a:r>
              <a:rPr lang="es-ES" err="1"/>
              <a:t>hitatur</a:t>
            </a:r>
            <a:r>
              <a:rPr lang="es-ES"/>
              <a:t> </a:t>
            </a:r>
            <a:r>
              <a:rPr lang="es-ES" err="1"/>
              <a:t>ectibus</a:t>
            </a:r>
            <a:r>
              <a:rPr lang="es-ES"/>
              <a:t> </a:t>
            </a:r>
            <a:r>
              <a:rPr lang="es-ES" err="1"/>
              <a:t>eatenih</a:t>
            </a:r>
            <a:r>
              <a:rPr lang="es-ES"/>
              <a:t> </a:t>
            </a:r>
            <a:r>
              <a:rPr lang="es-ES" err="1"/>
              <a:t>iliquatibus</a:t>
            </a:r>
            <a:r>
              <a:rPr lang="es-ES"/>
              <a:t> </a:t>
            </a:r>
            <a:r>
              <a:rPr lang="es-ES" err="1"/>
              <a:t>volora</a:t>
            </a:r>
            <a:r>
              <a:rPr lang="es-ES"/>
              <a:t> </a:t>
            </a:r>
            <a:r>
              <a:rPr lang="es-ES" err="1"/>
              <a:t>vel</a:t>
            </a:r>
            <a:r>
              <a:rPr lang="es-ES"/>
              <a:t> </a:t>
            </a:r>
            <a:r>
              <a:rPr lang="es-ES" err="1"/>
              <a:t>earions</a:t>
            </a:r>
            <a:r>
              <a:rPr lang="es-ES"/>
              <a:t> </a:t>
            </a:r>
            <a:r>
              <a:rPr lang="es-ES" err="1"/>
              <a:t>equi</a:t>
            </a:r>
            <a:r>
              <a:rPr lang="es-ES"/>
              <a:t>. </a:t>
            </a:r>
            <a:br>
              <a:rPr lang="es-ES"/>
            </a:br>
            <a:r>
              <a:rPr lang="es-ES" err="1"/>
              <a:t>volorumqui</a:t>
            </a:r>
            <a:r>
              <a:rPr lang="es-ES"/>
              <a:t> con </a:t>
            </a:r>
            <a:r>
              <a:rPr lang="es-ES" err="1"/>
              <a:t>est</a:t>
            </a:r>
            <a:r>
              <a:rPr lang="es-ES"/>
              <a:t> </a:t>
            </a:r>
            <a:r>
              <a:rPr lang="es-ES" err="1"/>
              <a:t>rerferibus</a:t>
            </a:r>
            <a:r>
              <a:rPr lang="es-ES"/>
              <a:t> </a:t>
            </a:r>
            <a:r>
              <a:rPr lang="es-ES" err="1"/>
              <a:t>alit</a:t>
            </a:r>
            <a:r>
              <a:rPr lang="es-ES"/>
              <a:t> </a:t>
            </a:r>
            <a:r>
              <a:rPr lang="es-ES" err="1"/>
              <a:t>accabor</a:t>
            </a:r>
            <a:r>
              <a:rPr lang="es-ES"/>
              <a:t> </a:t>
            </a:r>
            <a:r>
              <a:rPr lang="es-ES" err="1"/>
              <a:t>itatem</a:t>
            </a:r>
            <a:r>
              <a:rPr lang="es-ES"/>
              <a:t> </a:t>
            </a:r>
            <a:r>
              <a:rPr lang="es-ES" err="1"/>
              <a:t>simolorio</a:t>
            </a:r>
            <a:r>
              <a:rPr lang="es-ES"/>
              <a:t> es </a:t>
            </a:r>
            <a:r>
              <a:rPr lang="es-ES" err="1"/>
              <a:t>etus</a:t>
            </a:r>
            <a:r>
              <a:rPr lang="es-ES"/>
              <a:t> </a:t>
            </a:r>
            <a:r>
              <a:rPr lang="es-ES" err="1"/>
              <a:t>esseque</a:t>
            </a:r>
            <a:r>
              <a:rPr lang="es-ES"/>
              <a:t> veles es </a:t>
            </a:r>
            <a:r>
              <a:rPr lang="es-ES" err="1"/>
              <a:t>dunt</a:t>
            </a:r>
            <a:r>
              <a:rPr lang="es-ES"/>
              <a:t> </a:t>
            </a:r>
            <a:r>
              <a:rPr lang="es-ES" err="1"/>
              <a:t>officta</a:t>
            </a:r>
            <a:r>
              <a:rPr lang="es-ES"/>
              <a:t> </a:t>
            </a:r>
            <a:r>
              <a:rPr lang="es-ES" err="1"/>
              <a:t>erupta</a:t>
            </a:r>
            <a:r>
              <a:rPr lang="es-ES"/>
              <a:t> </a:t>
            </a:r>
            <a:r>
              <a:rPr lang="es-ES" err="1"/>
              <a:t>ant</a:t>
            </a:r>
            <a:r>
              <a:rPr lang="es-ES"/>
              <a:t> </a:t>
            </a:r>
            <a:r>
              <a:rPr lang="es-ES" err="1"/>
              <a:t>omniment</a:t>
            </a:r>
            <a:r>
              <a:rPr lang="es-ES"/>
              <a:t> </a:t>
            </a:r>
            <a:r>
              <a:rPr lang="es-ES" err="1"/>
              <a:t>odi</a:t>
            </a:r>
            <a:r>
              <a:rPr lang="es-ES"/>
              <a:t> </a:t>
            </a:r>
            <a:r>
              <a:rPr lang="es-ES" err="1"/>
              <a:t>deria</a:t>
            </a:r>
            <a:r>
              <a:rPr lang="es-ES"/>
              <a:t> </a:t>
            </a:r>
            <a:r>
              <a:rPr lang="es-ES" err="1"/>
              <a:t>evelibuscia</a:t>
            </a:r>
            <a:r>
              <a:rPr lang="es-ES"/>
              <a:t> non re </a:t>
            </a:r>
            <a:r>
              <a:rPr lang="es-ES" err="1"/>
              <a:t>voleste</a:t>
            </a:r>
            <a:r>
              <a:rPr lang="es-ES"/>
              <a:t>.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D2CA20B9-F60F-45EA-A71A-63C33406C8E7}"/>
              </a:ext>
            </a:extLst>
          </p:cNvPr>
          <p:cNvSpPr txBox="1"/>
          <p:nvPr userDrawn="1"/>
        </p:nvSpPr>
        <p:spPr>
          <a:xfrm>
            <a:off x="432928" y="7772943"/>
            <a:ext cx="4043094" cy="2400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960">
                <a:solidFill>
                  <a:srgbClr val="1E1E1E"/>
                </a:solidFill>
                <a:latin typeface="Century Gothic" panose="020B0502020202020204" pitchFamily="34" charset="0"/>
              </a:rPr>
              <a:t>© Copyright Universidad Europea. Todos los derechos reservados</a:t>
            </a:r>
            <a:endParaRPr lang="es-ES">
              <a:solidFill>
                <a:srgbClr val="1E1E1E"/>
              </a:solidFill>
            </a:endParaRPr>
          </a:p>
        </p:txBody>
      </p:sp>
      <p:sp>
        <p:nvSpPr>
          <p:cNvPr id="14" name="Marcador de texto 4">
            <a:extLst>
              <a:ext uri="{FF2B5EF4-FFF2-40B4-BE49-F238E27FC236}">
                <a16:creationId xmlns:a16="http://schemas.microsoft.com/office/drawing/2014/main" id="{5F7258E8-5EEE-41BC-A766-C5459F5AE71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06463" y="2172974"/>
            <a:ext cx="5672137" cy="594092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buNone/>
              <a:defRPr lang="es-ES" sz="2400" b="1" kern="1200" dirty="0">
                <a:solidFill>
                  <a:srgbClr val="1E1E1E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r>
              <a:rPr lang="es-ES" sz="2400" err="1"/>
              <a:t>Aximinct</a:t>
            </a:r>
            <a:r>
              <a:rPr lang="es-ES" sz="2400"/>
              <a:t> </a:t>
            </a:r>
            <a:r>
              <a:rPr lang="es-ES" sz="2400" err="1"/>
              <a:t>emquibus</a:t>
            </a:r>
            <a:r>
              <a:rPr lang="es-ES" sz="2400"/>
              <a:t> et </a:t>
            </a:r>
            <a:r>
              <a:rPr lang="es-ES" sz="2400" err="1"/>
              <a:t>facium</a:t>
            </a:r>
            <a:r>
              <a:rPr lang="es-ES" sz="2400"/>
              <a:t> </a:t>
            </a:r>
            <a:r>
              <a:rPr lang="es-ES" sz="2400" err="1"/>
              <a:t>natur</a:t>
            </a:r>
            <a:endParaRPr lang="en-US" sz="2400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CB975C40-683D-4BF3-A2D4-C7AC360FC51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323884" y="7585901"/>
            <a:ext cx="1400054" cy="385200"/>
          </a:xfrm>
          <a:prstGeom prst="rect">
            <a:avLst/>
          </a:prstGeom>
        </p:spPr>
      </p:pic>
      <p:sp>
        <p:nvSpPr>
          <p:cNvPr id="15" name="Rectángulo 14">
            <a:extLst>
              <a:ext uri="{FF2B5EF4-FFF2-40B4-BE49-F238E27FC236}">
                <a16:creationId xmlns:a16="http://schemas.microsoft.com/office/drawing/2014/main" id="{9304000E-70C0-40A1-AA99-159C4A36121B}"/>
              </a:ext>
            </a:extLst>
          </p:cNvPr>
          <p:cNvSpPr/>
          <p:nvPr userDrawn="1"/>
        </p:nvSpPr>
        <p:spPr>
          <a:xfrm>
            <a:off x="524442" y="332974"/>
            <a:ext cx="384969" cy="38496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0284836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rojo">
    <p:bg>
      <p:bgPr>
        <a:solidFill>
          <a:srgbClr val="FF32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46C5DE1-03AD-457A-98FC-D90BEC62DC5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630399" cy="8229600"/>
          </a:xfrm>
          <a:prstGeom prst="rect">
            <a:avLst/>
          </a:prstGeom>
        </p:spPr>
      </p:pic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7CECDC97-706A-4416-9EA1-C9FD7EDD00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005B2D1-880E-4846-A216-7D6770BA1332}" type="slidenum">
              <a:rPr lang="es-ES" smtClean="0"/>
              <a:pPr/>
              <a:t>‹#›</a:t>
            </a:fld>
            <a:endParaRPr lang="es-ES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9B12B4E-C17A-41FB-86C3-4075B88FFB48}"/>
              </a:ext>
            </a:extLst>
          </p:cNvPr>
          <p:cNvSpPr txBox="1"/>
          <p:nvPr userDrawn="1"/>
        </p:nvSpPr>
        <p:spPr>
          <a:xfrm>
            <a:off x="432928" y="7772943"/>
            <a:ext cx="4043094" cy="2400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960">
                <a:solidFill>
                  <a:schemeClr val="bg1"/>
                </a:solidFill>
                <a:latin typeface="Century Gothic" panose="020B0502020202020204" pitchFamily="34" charset="0"/>
              </a:rPr>
              <a:t>© Copyright Universidad Europea. Todos los derechos reservados</a:t>
            </a:r>
            <a:endParaRPr lang="es-ES">
              <a:solidFill>
                <a:schemeClr val="bg1"/>
              </a:solidFill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EF3A0E82-FF4A-4767-8F46-4CEFBC357853}"/>
              </a:ext>
            </a:extLst>
          </p:cNvPr>
          <p:cNvSpPr/>
          <p:nvPr userDrawn="1"/>
        </p:nvSpPr>
        <p:spPr>
          <a:xfrm>
            <a:off x="524442" y="332974"/>
            <a:ext cx="384969" cy="38496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C2F6031E-C802-4044-BF57-B5270148E9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06463" y="1182159"/>
            <a:ext cx="6561949" cy="703086"/>
          </a:xfrm>
        </p:spPr>
        <p:txBody>
          <a:bodyPr lIns="0" anchor="t">
            <a:noAutofit/>
          </a:bodyPr>
          <a:lstStyle>
            <a:lvl1pPr>
              <a:defRPr sz="4330">
                <a:solidFill>
                  <a:schemeClr val="bg1"/>
                </a:solidFill>
              </a:defRPr>
            </a:lvl1pPr>
          </a:lstStyle>
          <a:p>
            <a:r>
              <a:rPr lang="es-ES" err="1"/>
              <a:t>Lorem</a:t>
            </a:r>
            <a:r>
              <a:rPr lang="es-ES"/>
              <a:t> </a:t>
            </a:r>
            <a:r>
              <a:rPr lang="es-ES" err="1"/>
              <a:t>ipsum</a:t>
            </a:r>
            <a:r>
              <a:rPr lang="es-ES"/>
              <a:t> dolor </a:t>
            </a:r>
            <a:r>
              <a:rPr lang="es-ES" err="1"/>
              <a:t>sit</a:t>
            </a:r>
            <a:endParaRPr lang="en-US"/>
          </a:p>
        </p:txBody>
      </p:sp>
      <p:sp>
        <p:nvSpPr>
          <p:cNvPr id="11" name="Marcador de texto 17">
            <a:extLst>
              <a:ext uri="{FF2B5EF4-FFF2-40B4-BE49-F238E27FC236}">
                <a16:creationId xmlns:a16="http://schemas.microsoft.com/office/drawing/2014/main" id="{8541B8B5-4A34-4941-9A02-3D8AEA86CD1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06463" y="2767066"/>
            <a:ext cx="8951912" cy="4551309"/>
          </a:xfrm>
        </p:spPr>
        <p:txBody>
          <a:bodyPr lIns="0">
            <a:noAutofit/>
          </a:bodyPr>
          <a:lstStyle>
            <a:lvl1pPr marL="0" indent="0">
              <a:lnSpc>
                <a:spcPts val="1700"/>
              </a:lnSpc>
              <a:spcBef>
                <a:spcPts val="900"/>
              </a:spcBef>
              <a:spcAft>
                <a:spcPts val="900"/>
              </a:spcAft>
              <a:buNone/>
              <a:defRPr sz="144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s-ES" err="1"/>
              <a:t>Poribus</a:t>
            </a:r>
            <a:r>
              <a:rPr lang="es-ES"/>
              <a:t> </a:t>
            </a:r>
            <a:r>
              <a:rPr lang="es-ES" err="1"/>
              <a:t>reiciis</a:t>
            </a:r>
            <a:r>
              <a:rPr lang="es-ES"/>
              <a:t> </a:t>
            </a:r>
            <a:r>
              <a:rPr lang="es-ES" err="1"/>
              <a:t>conseque</a:t>
            </a:r>
            <a:r>
              <a:rPr lang="es-ES"/>
              <a:t> </a:t>
            </a:r>
            <a:r>
              <a:rPr lang="es-ES" err="1"/>
              <a:t>conempo</a:t>
            </a:r>
            <a:r>
              <a:rPr lang="es-ES"/>
              <a:t> </a:t>
            </a:r>
            <a:r>
              <a:rPr lang="es-ES" err="1"/>
              <a:t>ribusam</a:t>
            </a:r>
            <a:r>
              <a:rPr lang="es-ES"/>
              <a:t> </a:t>
            </a:r>
            <a:r>
              <a:rPr lang="es-ES" err="1"/>
              <a:t>enimincil</a:t>
            </a:r>
            <a:r>
              <a:rPr lang="es-ES"/>
              <a:t> </a:t>
            </a:r>
            <a:r>
              <a:rPr lang="es-ES" err="1"/>
              <a:t>molupta</a:t>
            </a:r>
            <a:r>
              <a:rPr lang="es-ES"/>
              <a:t> </a:t>
            </a:r>
            <a:r>
              <a:rPr lang="es-ES" err="1"/>
              <a:t>tiatesed</a:t>
            </a:r>
            <a:r>
              <a:rPr lang="es-ES"/>
              <a:t> qui </a:t>
            </a:r>
            <a:r>
              <a:rPr lang="es-ES" err="1"/>
              <a:t>sit</a:t>
            </a:r>
            <a:r>
              <a:rPr lang="es-ES"/>
              <a:t> </a:t>
            </a:r>
            <a:r>
              <a:rPr lang="es-ES" err="1"/>
              <a:t>aut</a:t>
            </a:r>
            <a:r>
              <a:rPr lang="es-ES"/>
              <a:t> </a:t>
            </a:r>
            <a:r>
              <a:rPr lang="es-ES" err="1"/>
              <a:t>harit</a:t>
            </a:r>
            <a:r>
              <a:rPr lang="es-ES"/>
              <a:t>, </a:t>
            </a:r>
            <a:r>
              <a:rPr lang="es-ES" err="1"/>
              <a:t>quoditat</a:t>
            </a:r>
            <a:r>
              <a:rPr lang="es-ES"/>
              <a:t> mi, </a:t>
            </a:r>
            <a:r>
              <a:rPr lang="es-ES" err="1"/>
              <a:t>experum</a:t>
            </a:r>
            <a:r>
              <a:rPr lang="es-ES"/>
              <a:t> a </a:t>
            </a:r>
            <a:r>
              <a:rPr lang="es-ES" err="1"/>
              <a:t>conse</a:t>
            </a:r>
            <a:r>
              <a:rPr lang="es-ES"/>
              <a:t> </a:t>
            </a:r>
            <a:r>
              <a:rPr lang="es-ES" err="1"/>
              <a:t>sequamet</a:t>
            </a:r>
            <a:r>
              <a:rPr lang="es-ES"/>
              <a:t>, quid </a:t>
            </a:r>
            <a:r>
              <a:rPr lang="es-ES" err="1"/>
              <a:t>ullestrum</a:t>
            </a:r>
            <a:r>
              <a:rPr lang="es-ES"/>
              <a:t> quia </a:t>
            </a:r>
            <a:r>
              <a:rPr lang="es-ES" err="1"/>
              <a:t>estemqu</a:t>
            </a:r>
            <a:r>
              <a:rPr lang="es-ES"/>
              <a:t> </a:t>
            </a:r>
            <a:r>
              <a:rPr lang="es-ES" err="1"/>
              <a:t>idundam</a:t>
            </a:r>
            <a:r>
              <a:rPr lang="es-ES"/>
              <a:t> qui </a:t>
            </a:r>
            <a:r>
              <a:rPr lang="es-ES" err="1"/>
              <a:t>alitiis</a:t>
            </a:r>
            <a:r>
              <a:rPr lang="es-ES"/>
              <a:t> sitia quo </a:t>
            </a:r>
            <a:r>
              <a:rPr lang="es-ES" err="1"/>
              <a:t>totationsedi</a:t>
            </a:r>
            <a:r>
              <a:rPr lang="es-ES"/>
              <a:t> </a:t>
            </a:r>
            <a:r>
              <a:rPr lang="es-ES" err="1"/>
              <a:t>dolorpor</a:t>
            </a:r>
            <a:r>
              <a:rPr lang="es-ES"/>
              <a:t> </a:t>
            </a:r>
            <a:r>
              <a:rPr lang="es-ES" err="1"/>
              <a:t>samus</a:t>
            </a:r>
            <a:r>
              <a:rPr lang="es-ES"/>
              <a:t> am, </a:t>
            </a:r>
            <a:r>
              <a:rPr lang="es-ES" err="1"/>
              <a:t>ullabore</a:t>
            </a:r>
            <a:r>
              <a:rPr lang="es-ES"/>
              <a:t> </a:t>
            </a:r>
            <a:r>
              <a:rPr lang="es-ES" err="1"/>
              <a:t>nihicipsusa</a:t>
            </a:r>
            <a:r>
              <a:rPr lang="es-ES"/>
              <a:t> </a:t>
            </a:r>
            <a:r>
              <a:rPr lang="es-ES" err="1"/>
              <a:t>conse</a:t>
            </a:r>
            <a:r>
              <a:rPr lang="es-ES"/>
              <a:t> </a:t>
            </a:r>
            <a:r>
              <a:rPr lang="es-ES" err="1"/>
              <a:t>conet</a:t>
            </a:r>
            <a:r>
              <a:rPr lang="es-ES"/>
              <a:t> </a:t>
            </a:r>
            <a:r>
              <a:rPr lang="es-ES" err="1"/>
              <a:t>quuntin</a:t>
            </a:r>
            <a:r>
              <a:rPr lang="es-ES"/>
              <a:t> </a:t>
            </a:r>
            <a:r>
              <a:rPr lang="es-ES" err="1"/>
              <a:t>ullabor</a:t>
            </a:r>
            <a:r>
              <a:rPr lang="es-ES"/>
              <a:t> </a:t>
            </a:r>
            <a:r>
              <a:rPr lang="es-ES" err="1"/>
              <a:t>ionsequos</a:t>
            </a:r>
            <a:r>
              <a:rPr lang="es-ES"/>
              <a:t> es </a:t>
            </a:r>
            <a:r>
              <a:rPr lang="es-ES" err="1"/>
              <a:t>aut</a:t>
            </a:r>
            <a:r>
              <a:rPr lang="es-ES"/>
              <a:t> </a:t>
            </a:r>
            <a:r>
              <a:rPr lang="es-ES" err="1"/>
              <a:t>moloreptur</a:t>
            </a:r>
            <a:r>
              <a:rPr lang="es-ES"/>
              <a:t> </a:t>
            </a:r>
            <a:r>
              <a:rPr lang="es-ES" err="1"/>
              <a:t>molorep</a:t>
            </a:r>
            <a:r>
              <a:rPr lang="es-ES"/>
              <a:t> </a:t>
            </a:r>
            <a:r>
              <a:rPr lang="es-ES" err="1"/>
              <a:t>erspica</a:t>
            </a:r>
            <a:r>
              <a:rPr lang="es-ES"/>
              <a:t> </a:t>
            </a:r>
            <a:r>
              <a:rPr lang="es-ES" err="1"/>
              <a:t>tiossin</a:t>
            </a:r>
            <a:r>
              <a:rPr lang="es-ES"/>
              <a:t> </a:t>
            </a:r>
            <a:r>
              <a:rPr lang="es-ES" err="1"/>
              <a:t>vendae</a:t>
            </a:r>
            <a:r>
              <a:rPr lang="es-ES"/>
              <a:t> dolor as dolo </a:t>
            </a:r>
            <a:r>
              <a:rPr lang="es-ES" err="1"/>
              <a:t>consendit</a:t>
            </a:r>
            <a:r>
              <a:rPr lang="es-ES"/>
              <a:t>.</a:t>
            </a:r>
          </a:p>
          <a:p>
            <a:pPr lvl="0"/>
            <a:r>
              <a:rPr lang="es-ES" err="1"/>
              <a:t>Arupiet</a:t>
            </a:r>
            <a:r>
              <a:rPr lang="es-ES"/>
              <a:t> </a:t>
            </a:r>
            <a:r>
              <a:rPr lang="es-ES" err="1"/>
              <a:t>autest</a:t>
            </a:r>
            <a:r>
              <a:rPr lang="es-ES"/>
              <a:t> </a:t>
            </a:r>
            <a:r>
              <a:rPr lang="es-ES" err="1"/>
              <a:t>ent</a:t>
            </a:r>
            <a:r>
              <a:rPr lang="es-ES"/>
              <a:t> </a:t>
            </a:r>
            <a:r>
              <a:rPr lang="es-ES" err="1"/>
              <a:t>laudant</a:t>
            </a:r>
            <a:r>
              <a:rPr lang="es-ES"/>
              <a:t> ut </a:t>
            </a:r>
            <a:r>
              <a:rPr lang="es-ES" err="1"/>
              <a:t>eatur</a:t>
            </a:r>
            <a:r>
              <a:rPr lang="es-ES"/>
              <a:t>?</a:t>
            </a:r>
            <a:br>
              <a:rPr lang="es-ES"/>
            </a:br>
            <a:r>
              <a:rPr lang="es-ES" err="1"/>
              <a:t>Ehenima</a:t>
            </a:r>
            <a:r>
              <a:rPr lang="es-ES"/>
              <a:t> </a:t>
            </a:r>
            <a:r>
              <a:rPr lang="es-ES" err="1"/>
              <a:t>gniatis</a:t>
            </a:r>
            <a:r>
              <a:rPr lang="es-ES"/>
              <a:t> </a:t>
            </a:r>
            <a:r>
              <a:rPr lang="es-ES" err="1"/>
              <a:t>nus</a:t>
            </a:r>
            <a:r>
              <a:rPr lang="es-ES"/>
              <a:t> </a:t>
            </a:r>
            <a:r>
              <a:rPr lang="es-ES" err="1"/>
              <a:t>reped</a:t>
            </a:r>
            <a:r>
              <a:rPr lang="es-ES"/>
              <a:t> </a:t>
            </a:r>
            <a:r>
              <a:rPr lang="es-ES" err="1"/>
              <a:t>mint</a:t>
            </a:r>
            <a:r>
              <a:rPr lang="es-ES"/>
              <a:t> a </a:t>
            </a:r>
            <a:r>
              <a:rPr lang="es-ES" err="1"/>
              <a:t>velit</a:t>
            </a:r>
            <a:r>
              <a:rPr lang="es-ES"/>
              <a:t> </a:t>
            </a:r>
            <a:r>
              <a:rPr lang="es-ES" err="1"/>
              <a:t>aut</a:t>
            </a:r>
            <a:r>
              <a:rPr lang="es-ES"/>
              <a:t> </a:t>
            </a:r>
            <a:r>
              <a:rPr lang="es-ES" err="1"/>
              <a:t>est</a:t>
            </a:r>
            <a:r>
              <a:rPr lang="es-ES"/>
              <a:t>, </a:t>
            </a:r>
            <a:r>
              <a:rPr lang="es-ES" err="1"/>
              <a:t>cusdae</a:t>
            </a:r>
            <a:r>
              <a:rPr lang="es-ES"/>
              <a:t> </a:t>
            </a:r>
            <a:r>
              <a:rPr lang="es-ES" err="1"/>
              <a:t>etur</a:t>
            </a:r>
            <a:r>
              <a:rPr lang="es-ES"/>
              <a:t> </a:t>
            </a:r>
            <a:r>
              <a:rPr lang="es-ES" err="1"/>
              <a:t>apic</a:t>
            </a:r>
            <a:r>
              <a:rPr lang="es-ES"/>
              <a:t> </a:t>
            </a:r>
            <a:r>
              <a:rPr lang="es-ES" err="1"/>
              <a:t>to</a:t>
            </a:r>
            <a:r>
              <a:rPr lang="es-ES"/>
              <a:t> </a:t>
            </a:r>
            <a:r>
              <a:rPr lang="es-ES" err="1"/>
              <a:t>testi</a:t>
            </a:r>
            <a:r>
              <a:rPr lang="es-ES"/>
              <a:t> sed este </a:t>
            </a:r>
            <a:r>
              <a:rPr lang="es-ES" err="1"/>
              <a:t>eum</a:t>
            </a:r>
            <a:r>
              <a:rPr lang="es-ES"/>
              <a:t> fuga. </a:t>
            </a:r>
            <a:r>
              <a:rPr lang="es-ES" err="1"/>
              <a:t>Lenet</a:t>
            </a:r>
            <a:r>
              <a:rPr lang="es-ES"/>
              <a:t> et </a:t>
            </a:r>
            <a:r>
              <a:rPr lang="es-ES" err="1"/>
              <a:t>laborerum</a:t>
            </a:r>
            <a:r>
              <a:rPr lang="es-ES"/>
              <a:t> </a:t>
            </a:r>
            <a:r>
              <a:rPr lang="es-ES" err="1"/>
              <a:t>aut</a:t>
            </a:r>
            <a:r>
              <a:rPr lang="es-ES"/>
              <a:t> </a:t>
            </a:r>
            <a:r>
              <a:rPr lang="es-ES" err="1"/>
              <a:t>quamus</a:t>
            </a:r>
            <a:r>
              <a:rPr lang="es-ES"/>
              <a:t> </a:t>
            </a:r>
            <a:r>
              <a:rPr lang="es-ES" err="1"/>
              <a:t>sinventio</a:t>
            </a:r>
            <a:r>
              <a:rPr lang="es-ES"/>
              <a:t> </a:t>
            </a:r>
            <a:r>
              <a:rPr lang="es-ES" err="1"/>
              <a:t>molentur</a:t>
            </a:r>
            <a:r>
              <a:rPr lang="es-ES"/>
              <a:t> </a:t>
            </a:r>
            <a:r>
              <a:rPr lang="es-ES" err="1"/>
              <a:t>maio</a:t>
            </a:r>
            <a:r>
              <a:rPr lang="es-ES"/>
              <a:t> </a:t>
            </a:r>
            <a:r>
              <a:rPr lang="es-ES" err="1"/>
              <a:t>bernam</a:t>
            </a:r>
            <a:r>
              <a:rPr lang="es-ES"/>
              <a:t> </a:t>
            </a:r>
            <a:r>
              <a:rPr lang="es-ES" err="1"/>
              <a:t>dollandel</a:t>
            </a:r>
            <a:r>
              <a:rPr lang="es-ES"/>
              <a:t> </a:t>
            </a:r>
            <a:r>
              <a:rPr lang="es-ES" err="1"/>
              <a:t>experovit</a:t>
            </a:r>
            <a:r>
              <a:rPr lang="es-ES"/>
              <a:t>, </a:t>
            </a:r>
            <a:r>
              <a:rPr lang="es-ES" err="1"/>
              <a:t>odictatum</a:t>
            </a:r>
            <a:r>
              <a:rPr lang="es-ES"/>
              <a:t> re </a:t>
            </a:r>
            <a:r>
              <a:rPr lang="es-ES" err="1"/>
              <a:t>accus</a:t>
            </a:r>
            <a:r>
              <a:rPr lang="es-ES"/>
              <a:t> </a:t>
            </a:r>
            <a:r>
              <a:rPr lang="es-ES" err="1"/>
              <a:t>dolorruptium</a:t>
            </a:r>
            <a:r>
              <a:rPr lang="es-ES"/>
              <a:t> </a:t>
            </a:r>
            <a:r>
              <a:rPr lang="es-ES" err="1"/>
              <a:t>vel</a:t>
            </a:r>
            <a:r>
              <a:rPr lang="es-ES"/>
              <a:t> </a:t>
            </a:r>
            <a:r>
              <a:rPr lang="es-ES" err="1"/>
              <a:t>ma</a:t>
            </a:r>
            <a:r>
              <a:rPr lang="es-ES"/>
              <a:t> </a:t>
            </a:r>
            <a:r>
              <a:rPr lang="es-ES" err="1"/>
              <a:t>cus</a:t>
            </a:r>
            <a:r>
              <a:rPr lang="es-ES"/>
              <a:t>.</a:t>
            </a:r>
          </a:p>
          <a:p>
            <a:pPr lvl="0"/>
            <a:r>
              <a:rPr lang="es-ES" err="1"/>
              <a:t>Arupiet</a:t>
            </a:r>
            <a:r>
              <a:rPr lang="es-ES"/>
              <a:t> </a:t>
            </a:r>
            <a:r>
              <a:rPr lang="es-ES" err="1"/>
              <a:t>autest</a:t>
            </a:r>
            <a:r>
              <a:rPr lang="es-ES"/>
              <a:t> </a:t>
            </a:r>
            <a:r>
              <a:rPr lang="es-ES" err="1"/>
              <a:t>ent</a:t>
            </a:r>
            <a:r>
              <a:rPr lang="es-ES"/>
              <a:t> </a:t>
            </a:r>
            <a:r>
              <a:rPr lang="es-ES" err="1"/>
              <a:t>laudant</a:t>
            </a:r>
            <a:r>
              <a:rPr lang="es-ES"/>
              <a:t> ut </a:t>
            </a:r>
            <a:r>
              <a:rPr lang="es-ES" err="1"/>
              <a:t>eatur</a:t>
            </a:r>
            <a:r>
              <a:rPr lang="es-ES"/>
              <a:t>?</a:t>
            </a:r>
            <a:br>
              <a:rPr lang="es-ES"/>
            </a:br>
            <a:r>
              <a:rPr lang="es-ES" err="1"/>
              <a:t>Ommos</a:t>
            </a:r>
            <a:r>
              <a:rPr lang="es-ES"/>
              <a:t> </a:t>
            </a:r>
            <a:r>
              <a:rPr lang="es-ES" err="1"/>
              <a:t>num</a:t>
            </a:r>
            <a:r>
              <a:rPr lang="es-ES"/>
              <a:t> ad </a:t>
            </a:r>
            <a:r>
              <a:rPr lang="es-ES" err="1"/>
              <a:t>est</a:t>
            </a:r>
            <a:r>
              <a:rPr lang="es-ES"/>
              <a:t> </a:t>
            </a:r>
            <a:r>
              <a:rPr lang="es-ES" err="1"/>
              <a:t>ilitatur</a:t>
            </a:r>
            <a:r>
              <a:rPr lang="es-ES"/>
              <a:t> </a:t>
            </a:r>
            <a:r>
              <a:rPr lang="es-ES" err="1"/>
              <a:t>sitiam</a:t>
            </a:r>
            <a:r>
              <a:rPr lang="es-ES"/>
              <a:t> </a:t>
            </a:r>
            <a:r>
              <a:rPr lang="es-ES" err="1"/>
              <a:t>fugiamet</a:t>
            </a:r>
            <a:r>
              <a:rPr lang="es-ES"/>
              <a:t> </a:t>
            </a:r>
            <a:r>
              <a:rPr lang="es-ES" err="1"/>
              <a:t>dipsant</a:t>
            </a:r>
            <a:r>
              <a:rPr lang="es-ES"/>
              <a:t> </a:t>
            </a:r>
            <a:r>
              <a:rPr lang="es-ES" err="1"/>
              <a:t>incime</a:t>
            </a:r>
            <a:r>
              <a:rPr lang="es-ES"/>
              <a:t> </a:t>
            </a:r>
            <a:r>
              <a:rPr lang="es-ES" err="1"/>
              <a:t>voluptibus</a:t>
            </a:r>
            <a:r>
              <a:rPr lang="es-ES"/>
              <a:t> </a:t>
            </a:r>
            <a:r>
              <a:rPr lang="es-ES" err="1"/>
              <a:t>eumquo</a:t>
            </a:r>
            <a:r>
              <a:rPr lang="es-ES"/>
              <a:t> et </a:t>
            </a:r>
            <a:r>
              <a:rPr lang="es-ES" err="1"/>
              <a:t>elibusa</a:t>
            </a:r>
            <a:r>
              <a:rPr lang="es-ES"/>
              <a:t> </a:t>
            </a:r>
            <a:r>
              <a:rPr lang="es-ES" err="1"/>
              <a:t>consed</a:t>
            </a:r>
            <a:r>
              <a:rPr lang="es-ES"/>
              <a:t> </a:t>
            </a:r>
            <a:r>
              <a:rPr lang="es-ES" err="1"/>
              <a:t>quam</a:t>
            </a:r>
            <a:r>
              <a:rPr lang="es-ES"/>
              <a:t>, </a:t>
            </a:r>
            <a:r>
              <a:rPr lang="es-ES" err="1"/>
              <a:t>tecesciis</a:t>
            </a:r>
            <a:r>
              <a:rPr lang="es-ES"/>
              <a:t> </a:t>
            </a:r>
            <a:r>
              <a:rPr lang="es-ES" err="1"/>
              <a:t>velignimus</a:t>
            </a:r>
            <a:r>
              <a:rPr lang="es-ES"/>
              <a:t>, </a:t>
            </a:r>
            <a:r>
              <a:rPr lang="es-ES" err="1"/>
              <a:t>exped</a:t>
            </a:r>
            <a:r>
              <a:rPr lang="es-ES"/>
              <a:t> </a:t>
            </a:r>
            <a:r>
              <a:rPr lang="es-ES" err="1"/>
              <a:t>ma</a:t>
            </a:r>
            <a:r>
              <a:rPr lang="es-ES"/>
              <a:t> con </a:t>
            </a:r>
            <a:r>
              <a:rPr lang="es-ES" err="1"/>
              <a:t>nis</a:t>
            </a:r>
            <a:r>
              <a:rPr lang="es-ES"/>
              <a:t> dolor sunt opta qui </a:t>
            </a:r>
            <a:r>
              <a:rPr lang="es-ES" err="1"/>
              <a:t>bero</a:t>
            </a:r>
            <a:r>
              <a:rPr lang="es-ES"/>
              <a:t> con </a:t>
            </a:r>
            <a:r>
              <a:rPr lang="es-ES" err="1"/>
              <a:t>porum</a:t>
            </a:r>
            <a:r>
              <a:rPr lang="es-ES"/>
              <a:t> </a:t>
            </a:r>
            <a:r>
              <a:rPr lang="es-ES" err="1"/>
              <a:t>delique</a:t>
            </a:r>
            <a:r>
              <a:rPr lang="es-ES"/>
              <a:t> </a:t>
            </a:r>
            <a:r>
              <a:rPr lang="es-ES" err="1"/>
              <a:t>cus</a:t>
            </a:r>
            <a:r>
              <a:rPr lang="es-ES"/>
              <a:t> et </a:t>
            </a:r>
            <a:r>
              <a:rPr lang="es-ES" err="1"/>
              <a:t>et</a:t>
            </a:r>
            <a:r>
              <a:rPr lang="es-ES"/>
              <a:t> </a:t>
            </a:r>
            <a:r>
              <a:rPr lang="es-ES" err="1"/>
              <a:t>voloribus</a:t>
            </a:r>
            <a:r>
              <a:rPr lang="es-ES"/>
              <a:t> </a:t>
            </a:r>
            <a:r>
              <a:rPr lang="es-ES" err="1"/>
              <a:t>expella</a:t>
            </a:r>
            <a:r>
              <a:rPr lang="es-ES"/>
              <a:t> </a:t>
            </a:r>
            <a:r>
              <a:rPr lang="es-ES" err="1"/>
              <a:t>borepe</a:t>
            </a:r>
            <a:r>
              <a:rPr lang="es-ES"/>
              <a:t> </a:t>
            </a:r>
            <a:r>
              <a:rPr lang="es-ES" err="1"/>
              <a:t>ped</a:t>
            </a:r>
            <a:r>
              <a:rPr lang="es-ES"/>
              <a:t> </a:t>
            </a:r>
            <a:r>
              <a:rPr lang="es-ES" err="1"/>
              <a:t>eum</a:t>
            </a:r>
            <a:r>
              <a:rPr lang="es-ES"/>
              <a:t> </a:t>
            </a:r>
            <a:r>
              <a:rPr lang="es-ES" err="1"/>
              <a:t>endios</a:t>
            </a:r>
            <a:r>
              <a:rPr lang="es-ES"/>
              <a:t> </a:t>
            </a:r>
            <a:r>
              <a:rPr lang="es-ES" err="1"/>
              <a:t>exerat</a:t>
            </a:r>
            <a:r>
              <a:rPr lang="es-ES"/>
              <a:t> </a:t>
            </a:r>
            <a:r>
              <a:rPr lang="es-ES" err="1"/>
              <a:t>debiti</a:t>
            </a:r>
            <a:r>
              <a:rPr lang="es-ES"/>
              <a:t> </a:t>
            </a:r>
            <a:r>
              <a:rPr lang="es-ES" err="1"/>
              <a:t>doluptatur</a:t>
            </a:r>
            <a:r>
              <a:rPr lang="es-ES"/>
              <a:t>, que dicto </a:t>
            </a:r>
            <a:r>
              <a:rPr lang="es-ES" err="1"/>
              <a:t>consecume</a:t>
            </a:r>
            <a:r>
              <a:rPr lang="es-ES"/>
              <a:t> re, </a:t>
            </a:r>
            <a:r>
              <a:rPr lang="es-ES" err="1"/>
              <a:t>nusam</a:t>
            </a:r>
            <a:r>
              <a:rPr lang="es-ES"/>
              <a:t> et </a:t>
            </a:r>
            <a:r>
              <a:rPr lang="es-ES" err="1"/>
              <a:t>videllu</a:t>
            </a:r>
            <a:r>
              <a:rPr lang="es-ES"/>
              <a:t> </a:t>
            </a:r>
            <a:r>
              <a:rPr lang="es-ES" err="1"/>
              <a:t>picient</a:t>
            </a:r>
            <a:r>
              <a:rPr lang="es-ES"/>
              <a:t> </a:t>
            </a:r>
            <a:r>
              <a:rPr lang="es-ES" err="1"/>
              <a:t>iasperc</a:t>
            </a:r>
            <a:r>
              <a:rPr lang="es-ES"/>
              <a:t> </a:t>
            </a:r>
            <a:r>
              <a:rPr lang="es-ES" err="1"/>
              <a:t>hitatur</a:t>
            </a:r>
            <a:r>
              <a:rPr lang="es-ES"/>
              <a:t> </a:t>
            </a:r>
            <a:r>
              <a:rPr lang="es-ES" err="1"/>
              <a:t>ectibus</a:t>
            </a:r>
            <a:r>
              <a:rPr lang="es-ES"/>
              <a:t> </a:t>
            </a:r>
            <a:r>
              <a:rPr lang="es-ES" err="1"/>
              <a:t>eatenih</a:t>
            </a:r>
            <a:r>
              <a:rPr lang="es-ES"/>
              <a:t> </a:t>
            </a:r>
            <a:r>
              <a:rPr lang="es-ES" err="1"/>
              <a:t>iliquatibus</a:t>
            </a:r>
            <a:r>
              <a:rPr lang="es-ES"/>
              <a:t> </a:t>
            </a:r>
            <a:r>
              <a:rPr lang="es-ES" err="1"/>
              <a:t>volora</a:t>
            </a:r>
            <a:r>
              <a:rPr lang="es-ES"/>
              <a:t> </a:t>
            </a:r>
            <a:r>
              <a:rPr lang="es-ES" err="1"/>
              <a:t>vel</a:t>
            </a:r>
            <a:r>
              <a:rPr lang="es-ES"/>
              <a:t> </a:t>
            </a:r>
            <a:r>
              <a:rPr lang="es-ES" err="1"/>
              <a:t>earions</a:t>
            </a:r>
            <a:r>
              <a:rPr lang="es-ES"/>
              <a:t> </a:t>
            </a:r>
            <a:r>
              <a:rPr lang="es-ES" err="1"/>
              <a:t>equi</a:t>
            </a:r>
            <a:r>
              <a:rPr lang="es-ES"/>
              <a:t>. </a:t>
            </a:r>
            <a:br>
              <a:rPr lang="es-ES"/>
            </a:br>
            <a:r>
              <a:rPr lang="es-ES" err="1"/>
              <a:t>volorumqui</a:t>
            </a:r>
            <a:r>
              <a:rPr lang="es-ES"/>
              <a:t> con </a:t>
            </a:r>
            <a:r>
              <a:rPr lang="es-ES" err="1"/>
              <a:t>est</a:t>
            </a:r>
            <a:r>
              <a:rPr lang="es-ES"/>
              <a:t> </a:t>
            </a:r>
            <a:r>
              <a:rPr lang="es-ES" err="1"/>
              <a:t>rerferibus</a:t>
            </a:r>
            <a:r>
              <a:rPr lang="es-ES"/>
              <a:t> </a:t>
            </a:r>
            <a:r>
              <a:rPr lang="es-ES" err="1"/>
              <a:t>alit</a:t>
            </a:r>
            <a:r>
              <a:rPr lang="es-ES"/>
              <a:t> </a:t>
            </a:r>
            <a:r>
              <a:rPr lang="es-ES" err="1"/>
              <a:t>accabor</a:t>
            </a:r>
            <a:r>
              <a:rPr lang="es-ES"/>
              <a:t> </a:t>
            </a:r>
            <a:r>
              <a:rPr lang="es-ES" err="1"/>
              <a:t>itatem</a:t>
            </a:r>
            <a:r>
              <a:rPr lang="es-ES"/>
              <a:t> </a:t>
            </a:r>
            <a:r>
              <a:rPr lang="es-ES" err="1"/>
              <a:t>simolorio</a:t>
            </a:r>
            <a:r>
              <a:rPr lang="es-ES"/>
              <a:t> es </a:t>
            </a:r>
            <a:r>
              <a:rPr lang="es-ES" err="1"/>
              <a:t>etus</a:t>
            </a:r>
            <a:r>
              <a:rPr lang="es-ES"/>
              <a:t> </a:t>
            </a:r>
            <a:r>
              <a:rPr lang="es-ES" err="1"/>
              <a:t>esseque</a:t>
            </a:r>
            <a:r>
              <a:rPr lang="es-ES"/>
              <a:t> veles es </a:t>
            </a:r>
            <a:r>
              <a:rPr lang="es-ES" err="1"/>
              <a:t>dunt</a:t>
            </a:r>
            <a:r>
              <a:rPr lang="es-ES"/>
              <a:t> </a:t>
            </a:r>
            <a:r>
              <a:rPr lang="es-ES" err="1"/>
              <a:t>officta</a:t>
            </a:r>
            <a:r>
              <a:rPr lang="es-ES"/>
              <a:t> </a:t>
            </a:r>
            <a:r>
              <a:rPr lang="es-ES" err="1"/>
              <a:t>erupta</a:t>
            </a:r>
            <a:r>
              <a:rPr lang="es-ES"/>
              <a:t> </a:t>
            </a:r>
            <a:r>
              <a:rPr lang="es-ES" err="1"/>
              <a:t>ant</a:t>
            </a:r>
            <a:r>
              <a:rPr lang="es-ES"/>
              <a:t> </a:t>
            </a:r>
            <a:r>
              <a:rPr lang="es-ES" err="1"/>
              <a:t>omniment</a:t>
            </a:r>
            <a:r>
              <a:rPr lang="es-ES"/>
              <a:t> </a:t>
            </a:r>
            <a:r>
              <a:rPr lang="es-ES" err="1"/>
              <a:t>odi</a:t>
            </a:r>
            <a:r>
              <a:rPr lang="es-ES"/>
              <a:t> </a:t>
            </a:r>
            <a:r>
              <a:rPr lang="es-ES" err="1"/>
              <a:t>deria</a:t>
            </a:r>
            <a:r>
              <a:rPr lang="es-ES"/>
              <a:t> </a:t>
            </a:r>
            <a:r>
              <a:rPr lang="es-ES" err="1"/>
              <a:t>evelibuscia</a:t>
            </a:r>
            <a:r>
              <a:rPr lang="es-ES"/>
              <a:t> non re </a:t>
            </a:r>
            <a:r>
              <a:rPr lang="es-ES" err="1"/>
              <a:t>voleste</a:t>
            </a:r>
            <a:r>
              <a:rPr lang="es-ES"/>
              <a:t>.</a:t>
            </a:r>
          </a:p>
        </p:txBody>
      </p:sp>
      <p:sp>
        <p:nvSpPr>
          <p:cNvPr id="12" name="Marcador de texto 4">
            <a:extLst>
              <a:ext uri="{FF2B5EF4-FFF2-40B4-BE49-F238E27FC236}">
                <a16:creationId xmlns:a16="http://schemas.microsoft.com/office/drawing/2014/main" id="{570181F8-E3DA-40CA-993C-3FA1859900A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06463" y="2172974"/>
            <a:ext cx="5672137" cy="594092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buNone/>
              <a:defRPr lang="es-ES" sz="2400" b="1" kern="1200" dirty="0">
                <a:solidFill>
                  <a:schemeClr val="bg1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r>
              <a:rPr lang="es-ES" sz="2400" err="1"/>
              <a:t>Aximinct</a:t>
            </a:r>
            <a:r>
              <a:rPr lang="es-ES" sz="2400"/>
              <a:t> </a:t>
            </a:r>
            <a:r>
              <a:rPr lang="es-ES" sz="2400" err="1"/>
              <a:t>emquibus</a:t>
            </a:r>
            <a:r>
              <a:rPr lang="es-ES" sz="2400"/>
              <a:t> et </a:t>
            </a:r>
            <a:r>
              <a:rPr lang="es-ES" sz="2400" err="1"/>
              <a:t>facium</a:t>
            </a:r>
            <a:r>
              <a:rPr lang="es-ES" sz="2400"/>
              <a:t> </a:t>
            </a:r>
            <a:r>
              <a:rPr lang="es-ES" sz="2400" err="1"/>
              <a:t>natur</a:t>
            </a:r>
            <a:endParaRPr lang="en-US" sz="2400"/>
          </a:p>
        </p:txBody>
      </p:sp>
      <p:pic>
        <p:nvPicPr>
          <p:cNvPr id="13" name="Gráfico 12">
            <a:extLst>
              <a:ext uri="{FF2B5EF4-FFF2-40B4-BE49-F238E27FC236}">
                <a16:creationId xmlns:a16="http://schemas.microsoft.com/office/drawing/2014/main" id="{094E685F-C14D-482F-9A0A-9F0AB3CA733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323884" y="7585901"/>
            <a:ext cx="1400054" cy="38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508053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2 colum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01EB0F94-859D-44E4-A1AF-507F3F6D3C4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630399" cy="82296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06463" y="1182159"/>
            <a:ext cx="6561949" cy="703086"/>
          </a:xfrm>
        </p:spPr>
        <p:txBody>
          <a:bodyPr lIns="0" anchor="t">
            <a:noAutofit/>
          </a:bodyPr>
          <a:lstStyle>
            <a:lvl1pPr>
              <a:defRPr sz="4330"/>
            </a:lvl1pPr>
          </a:lstStyle>
          <a:p>
            <a:r>
              <a:rPr lang="es-ES" err="1"/>
              <a:t>Lorem</a:t>
            </a:r>
            <a:r>
              <a:rPr lang="es-ES"/>
              <a:t> </a:t>
            </a:r>
            <a:r>
              <a:rPr lang="es-ES" err="1"/>
              <a:t>ipsum</a:t>
            </a:r>
            <a:r>
              <a:rPr lang="es-ES"/>
              <a:t> dolor </a:t>
            </a:r>
            <a:r>
              <a:rPr lang="es-ES" err="1"/>
              <a:t>sit</a:t>
            </a:r>
            <a:endParaRPr lang="en-US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298F2FCB-7E2F-400B-81B1-18B456AE6C0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B005B2D1-880E-4846-A216-7D6770BA1332}" type="slidenum">
              <a:rPr lang="es-ES" smtClean="0"/>
              <a:pPr/>
              <a:t>‹#›</a:t>
            </a:fld>
            <a:endParaRPr lang="es-ES"/>
          </a:p>
        </p:txBody>
      </p:sp>
      <p:sp>
        <p:nvSpPr>
          <p:cNvPr id="17" name="Marcador de texto 17">
            <a:extLst>
              <a:ext uri="{FF2B5EF4-FFF2-40B4-BE49-F238E27FC236}">
                <a16:creationId xmlns:a16="http://schemas.microsoft.com/office/drawing/2014/main" id="{ED651845-DE33-4174-8EA2-DF23E49F4C4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06463" y="3115112"/>
            <a:ext cx="4872037" cy="1660088"/>
          </a:xfrm>
        </p:spPr>
        <p:txBody>
          <a:bodyPr lIns="0">
            <a:noAutofit/>
          </a:bodyPr>
          <a:lstStyle>
            <a:lvl1pPr marL="0" indent="0">
              <a:lnSpc>
                <a:spcPts val="1700"/>
              </a:lnSpc>
              <a:spcBef>
                <a:spcPts val="900"/>
              </a:spcBef>
              <a:spcAft>
                <a:spcPts val="900"/>
              </a:spcAft>
              <a:buNone/>
              <a:defRPr sz="1440" b="0">
                <a:solidFill>
                  <a:srgbClr val="1E1E1E"/>
                </a:solidFill>
              </a:defRPr>
            </a:lvl1pPr>
          </a:lstStyle>
          <a:p>
            <a:pPr lvl="0"/>
            <a:r>
              <a:rPr lang="es-ES" err="1"/>
              <a:t>Poribus</a:t>
            </a:r>
            <a:r>
              <a:rPr lang="es-ES"/>
              <a:t> </a:t>
            </a:r>
            <a:r>
              <a:rPr lang="es-ES" err="1"/>
              <a:t>reiciis</a:t>
            </a:r>
            <a:r>
              <a:rPr lang="es-ES"/>
              <a:t> </a:t>
            </a:r>
            <a:r>
              <a:rPr lang="es-ES" err="1"/>
              <a:t>conseque</a:t>
            </a:r>
            <a:r>
              <a:rPr lang="es-ES"/>
              <a:t> </a:t>
            </a:r>
            <a:r>
              <a:rPr lang="es-ES" err="1"/>
              <a:t>conempo</a:t>
            </a:r>
            <a:r>
              <a:rPr lang="es-ES"/>
              <a:t> </a:t>
            </a:r>
            <a:r>
              <a:rPr lang="es-ES" err="1"/>
              <a:t>ribusam</a:t>
            </a:r>
            <a:r>
              <a:rPr lang="es-ES"/>
              <a:t> </a:t>
            </a:r>
            <a:r>
              <a:rPr lang="es-ES" err="1"/>
              <a:t>enimincil</a:t>
            </a:r>
            <a:r>
              <a:rPr lang="es-ES"/>
              <a:t> </a:t>
            </a:r>
            <a:r>
              <a:rPr lang="es-ES" err="1"/>
              <a:t>molupta</a:t>
            </a:r>
            <a:r>
              <a:rPr lang="es-ES"/>
              <a:t> </a:t>
            </a:r>
            <a:r>
              <a:rPr lang="es-ES" err="1"/>
              <a:t>tiatesed</a:t>
            </a:r>
            <a:r>
              <a:rPr lang="es-ES"/>
              <a:t> qui </a:t>
            </a:r>
            <a:r>
              <a:rPr lang="es-ES" err="1"/>
              <a:t>sit</a:t>
            </a:r>
            <a:r>
              <a:rPr lang="es-ES"/>
              <a:t> </a:t>
            </a:r>
            <a:r>
              <a:rPr lang="es-ES" err="1"/>
              <a:t>aut</a:t>
            </a:r>
            <a:r>
              <a:rPr lang="es-ES"/>
              <a:t> </a:t>
            </a:r>
            <a:r>
              <a:rPr lang="es-ES" err="1"/>
              <a:t>harit</a:t>
            </a:r>
            <a:r>
              <a:rPr lang="es-ES"/>
              <a:t>, </a:t>
            </a:r>
            <a:r>
              <a:rPr lang="es-ES" err="1"/>
              <a:t>quoditat</a:t>
            </a:r>
            <a:r>
              <a:rPr lang="es-ES"/>
              <a:t> mi, </a:t>
            </a:r>
            <a:r>
              <a:rPr lang="es-ES" err="1"/>
              <a:t>experum</a:t>
            </a:r>
            <a:r>
              <a:rPr lang="es-ES"/>
              <a:t> a </a:t>
            </a:r>
            <a:r>
              <a:rPr lang="es-ES" err="1"/>
              <a:t>conse</a:t>
            </a:r>
            <a:r>
              <a:rPr lang="es-ES"/>
              <a:t> </a:t>
            </a:r>
            <a:r>
              <a:rPr lang="es-ES" err="1"/>
              <a:t>sequamet</a:t>
            </a:r>
            <a:r>
              <a:rPr lang="es-ES"/>
              <a:t>, quid </a:t>
            </a:r>
            <a:r>
              <a:rPr lang="es-ES" err="1"/>
              <a:t>ullestrum</a:t>
            </a:r>
            <a:r>
              <a:rPr lang="es-ES"/>
              <a:t> quia </a:t>
            </a:r>
            <a:r>
              <a:rPr lang="es-ES" err="1"/>
              <a:t>estemqu</a:t>
            </a:r>
            <a:r>
              <a:rPr lang="es-ES"/>
              <a:t> </a:t>
            </a:r>
            <a:r>
              <a:rPr lang="es-ES" err="1"/>
              <a:t>idundam</a:t>
            </a:r>
            <a:r>
              <a:rPr lang="es-ES"/>
              <a:t> qui </a:t>
            </a:r>
            <a:r>
              <a:rPr lang="es-ES" err="1"/>
              <a:t>alitiis</a:t>
            </a:r>
            <a:r>
              <a:rPr lang="es-ES"/>
              <a:t> sitia quo </a:t>
            </a:r>
            <a:r>
              <a:rPr lang="es-ES" err="1"/>
              <a:t>totationsedi</a:t>
            </a:r>
            <a:r>
              <a:rPr lang="es-ES"/>
              <a:t> </a:t>
            </a:r>
            <a:r>
              <a:rPr lang="es-ES" err="1"/>
              <a:t>dolorpor</a:t>
            </a:r>
            <a:r>
              <a:rPr lang="es-ES"/>
              <a:t> </a:t>
            </a:r>
            <a:r>
              <a:rPr lang="es-ES" err="1"/>
              <a:t>samus</a:t>
            </a:r>
            <a:r>
              <a:rPr lang="es-ES"/>
              <a:t> am, </a:t>
            </a:r>
            <a:r>
              <a:rPr lang="es-ES" err="1"/>
              <a:t>ullabore</a:t>
            </a:r>
            <a:r>
              <a:rPr lang="es-ES"/>
              <a:t> </a:t>
            </a:r>
            <a:r>
              <a:rPr lang="es-ES" err="1"/>
              <a:t>nihicipsusa</a:t>
            </a:r>
            <a:r>
              <a:rPr lang="es-ES"/>
              <a:t> </a:t>
            </a:r>
            <a:r>
              <a:rPr lang="es-ES" err="1"/>
              <a:t>conse</a:t>
            </a:r>
            <a:r>
              <a:rPr lang="es-ES"/>
              <a:t> </a:t>
            </a:r>
            <a:r>
              <a:rPr lang="es-ES" err="1"/>
              <a:t>conet</a:t>
            </a:r>
            <a:r>
              <a:rPr lang="es-ES"/>
              <a:t> </a:t>
            </a:r>
            <a:r>
              <a:rPr lang="es-ES" err="1"/>
              <a:t>quuntin</a:t>
            </a:r>
            <a:r>
              <a:rPr lang="es-ES"/>
              <a:t> </a:t>
            </a:r>
            <a:r>
              <a:rPr lang="es-ES" err="1"/>
              <a:t>ullabor</a:t>
            </a:r>
            <a:r>
              <a:rPr lang="es-ES"/>
              <a:t> </a:t>
            </a:r>
            <a:r>
              <a:rPr lang="es-ES" err="1"/>
              <a:t>ionsequos</a:t>
            </a:r>
            <a:r>
              <a:rPr lang="es-ES"/>
              <a:t> es </a:t>
            </a:r>
            <a:r>
              <a:rPr lang="es-ES" err="1"/>
              <a:t>aut</a:t>
            </a:r>
            <a:r>
              <a:rPr lang="es-ES"/>
              <a:t> </a:t>
            </a:r>
            <a:r>
              <a:rPr lang="es-ES" err="1"/>
              <a:t>moloreptur</a:t>
            </a:r>
            <a:r>
              <a:rPr lang="es-ES"/>
              <a:t> </a:t>
            </a:r>
            <a:r>
              <a:rPr lang="es-ES" err="1"/>
              <a:t>molorep</a:t>
            </a:r>
            <a:r>
              <a:rPr lang="es-ES"/>
              <a:t> </a:t>
            </a:r>
            <a:r>
              <a:rPr lang="es-ES" err="1"/>
              <a:t>erspica</a:t>
            </a:r>
            <a:r>
              <a:rPr lang="es-ES"/>
              <a:t> </a:t>
            </a:r>
            <a:r>
              <a:rPr lang="es-ES" err="1"/>
              <a:t>tiossin</a:t>
            </a:r>
            <a:r>
              <a:rPr lang="es-ES"/>
              <a:t> </a:t>
            </a:r>
            <a:r>
              <a:rPr lang="es-ES" err="1"/>
              <a:t>vendae</a:t>
            </a:r>
            <a:r>
              <a:rPr lang="es-ES"/>
              <a:t> dolor as dolo </a:t>
            </a:r>
            <a:r>
              <a:rPr lang="es-ES" err="1"/>
              <a:t>consendit</a:t>
            </a:r>
            <a:r>
              <a:rPr lang="es-ES"/>
              <a:t>.		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D2CA20B9-F60F-45EA-A71A-63C33406C8E7}"/>
              </a:ext>
            </a:extLst>
          </p:cNvPr>
          <p:cNvSpPr txBox="1"/>
          <p:nvPr userDrawn="1"/>
        </p:nvSpPr>
        <p:spPr>
          <a:xfrm>
            <a:off x="432928" y="7772943"/>
            <a:ext cx="4043094" cy="2400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960">
                <a:solidFill>
                  <a:srgbClr val="1E1E1E"/>
                </a:solidFill>
                <a:latin typeface="Century Gothic" panose="020B0502020202020204" pitchFamily="34" charset="0"/>
              </a:rPr>
              <a:t>© Copyright Universidad Europea. Todos los derechos reservados</a:t>
            </a:r>
            <a:endParaRPr lang="es-ES">
              <a:solidFill>
                <a:srgbClr val="1E1E1E"/>
              </a:solidFill>
            </a:endParaRPr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B65DF388-3408-4AF2-9B3A-3FEA357FE26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06463" y="5209791"/>
            <a:ext cx="4872038" cy="1324359"/>
          </a:xfrm>
        </p:spPr>
        <p:txBody>
          <a:bodyPr lIns="0">
            <a:normAutofit/>
          </a:bodyPr>
          <a:lstStyle>
            <a:lvl1pPr marL="273050" indent="-187325">
              <a:lnSpc>
                <a:spcPts val="1700"/>
              </a:lnSpc>
              <a:spcBef>
                <a:spcPts val="0"/>
              </a:spcBef>
              <a:buSzPct val="120000"/>
              <a:defRPr sz="1440"/>
            </a:lvl1pPr>
          </a:lstStyle>
          <a:p>
            <a:pPr lvl="0"/>
            <a:r>
              <a:rPr lang="es-ES" err="1"/>
              <a:t>Ehenima</a:t>
            </a:r>
            <a:r>
              <a:rPr lang="es-ES"/>
              <a:t> </a:t>
            </a:r>
            <a:r>
              <a:rPr lang="es-ES" err="1"/>
              <a:t>gniatis</a:t>
            </a:r>
            <a:r>
              <a:rPr lang="es-ES"/>
              <a:t> </a:t>
            </a:r>
            <a:r>
              <a:rPr lang="es-ES" err="1"/>
              <a:t>nus</a:t>
            </a:r>
            <a:r>
              <a:rPr lang="es-ES"/>
              <a:t> </a:t>
            </a:r>
            <a:r>
              <a:rPr lang="es-ES" err="1"/>
              <a:t>reped</a:t>
            </a:r>
            <a:r>
              <a:rPr lang="es-ES"/>
              <a:t> </a:t>
            </a:r>
            <a:r>
              <a:rPr lang="es-ES" err="1"/>
              <a:t>mint</a:t>
            </a:r>
            <a:r>
              <a:rPr lang="es-ES"/>
              <a:t> a </a:t>
            </a:r>
            <a:r>
              <a:rPr lang="es-ES" err="1"/>
              <a:t>velit</a:t>
            </a:r>
            <a:r>
              <a:rPr lang="es-ES"/>
              <a:t>.</a:t>
            </a:r>
          </a:p>
          <a:p>
            <a:pPr lvl="0"/>
            <a:r>
              <a:rPr lang="es-ES" err="1"/>
              <a:t>Ehenima</a:t>
            </a:r>
            <a:r>
              <a:rPr lang="es-ES"/>
              <a:t> </a:t>
            </a:r>
            <a:r>
              <a:rPr lang="es-ES" err="1"/>
              <a:t>gniatis</a:t>
            </a:r>
            <a:r>
              <a:rPr lang="es-ES"/>
              <a:t> </a:t>
            </a:r>
            <a:r>
              <a:rPr lang="es-ES" err="1"/>
              <a:t>nus</a:t>
            </a:r>
            <a:r>
              <a:rPr lang="es-ES"/>
              <a:t> </a:t>
            </a:r>
            <a:r>
              <a:rPr lang="es-ES" err="1"/>
              <a:t>reped</a:t>
            </a:r>
            <a:r>
              <a:rPr lang="es-ES"/>
              <a:t> </a:t>
            </a:r>
            <a:r>
              <a:rPr lang="es-ES" err="1"/>
              <a:t>mint</a:t>
            </a:r>
            <a:r>
              <a:rPr lang="es-ES"/>
              <a:t> a </a:t>
            </a:r>
            <a:r>
              <a:rPr lang="es-ES" err="1"/>
              <a:t>velit</a:t>
            </a:r>
            <a:r>
              <a:rPr lang="es-ES"/>
              <a:t>.</a:t>
            </a:r>
          </a:p>
          <a:p>
            <a:pPr lvl="0"/>
            <a:r>
              <a:rPr lang="es-ES" err="1"/>
              <a:t>Ehenima</a:t>
            </a:r>
            <a:r>
              <a:rPr lang="es-ES"/>
              <a:t> </a:t>
            </a:r>
            <a:r>
              <a:rPr lang="es-ES" err="1"/>
              <a:t>gniatis</a:t>
            </a:r>
            <a:r>
              <a:rPr lang="es-ES"/>
              <a:t> </a:t>
            </a:r>
            <a:r>
              <a:rPr lang="es-ES" err="1"/>
              <a:t>nus</a:t>
            </a:r>
            <a:r>
              <a:rPr lang="es-ES"/>
              <a:t> </a:t>
            </a:r>
            <a:r>
              <a:rPr lang="es-ES" err="1"/>
              <a:t>reped</a:t>
            </a:r>
            <a:r>
              <a:rPr lang="es-ES"/>
              <a:t> </a:t>
            </a:r>
            <a:r>
              <a:rPr lang="es-ES" err="1"/>
              <a:t>mint</a:t>
            </a:r>
            <a:r>
              <a:rPr lang="es-ES"/>
              <a:t> a </a:t>
            </a:r>
            <a:r>
              <a:rPr lang="es-ES" err="1"/>
              <a:t>velit</a:t>
            </a:r>
            <a:r>
              <a:rPr lang="es-ES"/>
              <a:t>.</a:t>
            </a:r>
          </a:p>
          <a:p>
            <a:pPr lvl="0"/>
            <a:r>
              <a:rPr lang="es-ES" err="1"/>
              <a:t>Ehenima</a:t>
            </a:r>
            <a:r>
              <a:rPr lang="es-ES"/>
              <a:t> </a:t>
            </a:r>
            <a:r>
              <a:rPr lang="es-ES" err="1"/>
              <a:t>gniatis</a:t>
            </a:r>
            <a:r>
              <a:rPr lang="es-ES"/>
              <a:t> </a:t>
            </a:r>
            <a:r>
              <a:rPr lang="es-ES" err="1"/>
              <a:t>nus</a:t>
            </a:r>
            <a:r>
              <a:rPr lang="es-ES"/>
              <a:t> </a:t>
            </a:r>
            <a:r>
              <a:rPr lang="es-ES" err="1"/>
              <a:t>reped</a:t>
            </a:r>
            <a:r>
              <a:rPr lang="es-ES"/>
              <a:t> </a:t>
            </a:r>
            <a:r>
              <a:rPr lang="es-ES" err="1"/>
              <a:t>mint</a:t>
            </a:r>
            <a:r>
              <a:rPr lang="es-ES"/>
              <a:t> a </a:t>
            </a:r>
            <a:r>
              <a:rPr lang="es-ES" err="1"/>
              <a:t>velit</a:t>
            </a:r>
            <a:r>
              <a:rPr lang="es-ES"/>
              <a:t>.</a:t>
            </a:r>
          </a:p>
          <a:p>
            <a:pPr lvl="0"/>
            <a:endParaRPr lang="es-ES"/>
          </a:p>
        </p:txBody>
      </p:sp>
      <p:sp>
        <p:nvSpPr>
          <p:cNvPr id="24" name="Marcador de texto 17">
            <a:extLst>
              <a:ext uri="{FF2B5EF4-FFF2-40B4-BE49-F238E27FC236}">
                <a16:creationId xmlns:a16="http://schemas.microsoft.com/office/drawing/2014/main" id="{1B566430-C516-4659-9CF0-413B3888474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517040" y="3115112"/>
            <a:ext cx="4872037" cy="1660088"/>
          </a:xfrm>
        </p:spPr>
        <p:txBody>
          <a:bodyPr lIns="0">
            <a:noAutofit/>
          </a:bodyPr>
          <a:lstStyle>
            <a:lvl1pPr marL="0" indent="0">
              <a:lnSpc>
                <a:spcPts val="1700"/>
              </a:lnSpc>
              <a:spcBef>
                <a:spcPts val="900"/>
              </a:spcBef>
              <a:spcAft>
                <a:spcPts val="900"/>
              </a:spcAft>
              <a:buNone/>
              <a:defRPr sz="1440" b="0">
                <a:solidFill>
                  <a:srgbClr val="1E1E1E"/>
                </a:solidFill>
              </a:defRPr>
            </a:lvl1pPr>
          </a:lstStyle>
          <a:p>
            <a:pPr lvl="0"/>
            <a:r>
              <a:rPr lang="es-ES" err="1"/>
              <a:t>Poribus</a:t>
            </a:r>
            <a:r>
              <a:rPr lang="es-ES"/>
              <a:t> </a:t>
            </a:r>
            <a:r>
              <a:rPr lang="es-ES" err="1"/>
              <a:t>reiciis</a:t>
            </a:r>
            <a:r>
              <a:rPr lang="es-ES"/>
              <a:t> </a:t>
            </a:r>
            <a:r>
              <a:rPr lang="es-ES" err="1"/>
              <a:t>conseque</a:t>
            </a:r>
            <a:r>
              <a:rPr lang="es-ES"/>
              <a:t> </a:t>
            </a:r>
            <a:r>
              <a:rPr lang="es-ES" err="1"/>
              <a:t>conempo</a:t>
            </a:r>
            <a:r>
              <a:rPr lang="es-ES"/>
              <a:t> </a:t>
            </a:r>
            <a:r>
              <a:rPr lang="es-ES" err="1"/>
              <a:t>ribusam</a:t>
            </a:r>
            <a:r>
              <a:rPr lang="es-ES"/>
              <a:t> </a:t>
            </a:r>
            <a:r>
              <a:rPr lang="es-ES" err="1"/>
              <a:t>enimincil</a:t>
            </a:r>
            <a:r>
              <a:rPr lang="es-ES"/>
              <a:t> </a:t>
            </a:r>
            <a:r>
              <a:rPr lang="es-ES" err="1"/>
              <a:t>molupta</a:t>
            </a:r>
            <a:r>
              <a:rPr lang="es-ES"/>
              <a:t> </a:t>
            </a:r>
            <a:r>
              <a:rPr lang="es-ES" err="1"/>
              <a:t>tiatesed</a:t>
            </a:r>
            <a:r>
              <a:rPr lang="es-ES"/>
              <a:t> qui </a:t>
            </a:r>
            <a:r>
              <a:rPr lang="es-ES" err="1"/>
              <a:t>sit</a:t>
            </a:r>
            <a:r>
              <a:rPr lang="es-ES"/>
              <a:t> </a:t>
            </a:r>
            <a:r>
              <a:rPr lang="es-ES" err="1"/>
              <a:t>aut</a:t>
            </a:r>
            <a:r>
              <a:rPr lang="es-ES"/>
              <a:t> </a:t>
            </a:r>
            <a:r>
              <a:rPr lang="es-ES" err="1"/>
              <a:t>harit</a:t>
            </a:r>
            <a:r>
              <a:rPr lang="es-ES"/>
              <a:t>, </a:t>
            </a:r>
            <a:r>
              <a:rPr lang="es-ES" err="1"/>
              <a:t>quoditat</a:t>
            </a:r>
            <a:r>
              <a:rPr lang="es-ES"/>
              <a:t> mi, </a:t>
            </a:r>
            <a:r>
              <a:rPr lang="es-ES" err="1"/>
              <a:t>experum</a:t>
            </a:r>
            <a:r>
              <a:rPr lang="es-ES"/>
              <a:t> a </a:t>
            </a:r>
            <a:r>
              <a:rPr lang="es-ES" err="1"/>
              <a:t>conse</a:t>
            </a:r>
            <a:r>
              <a:rPr lang="es-ES"/>
              <a:t> </a:t>
            </a:r>
            <a:r>
              <a:rPr lang="es-ES" err="1"/>
              <a:t>sequamet</a:t>
            </a:r>
            <a:r>
              <a:rPr lang="es-ES"/>
              <a:t>, quid </a:t>
            </a:r>
            <a:r>
              <a:rPr lang="es-ES" err="1"/>
              <a:t>ullestrum</a:t>
            </a:r>
            <a:r>
              <a:rPr lang="es-ES"/>
              <a:t> quia </a:t>
            </a:r>
            <a:r>
              <a:rPr lang="es-ES" err="1"/>
              <a:t>estemqu</a:t>
            </a:r>
            <a:r>
              <a:rPr lang="es-ES"/>
              <a:t> </a:t>
            </a:r>
            <a:r>
              <a:rPr lang="es-ES" err="1"/>
              <a:t>idundam</a:t>
            </a:r>
            <a:r>
              <a:rPr lang="es-ES"/>
              <a:t> qui </a:t>
            </a:r>
            <a:r>
              <a:rPr lang="es-ES" err="1"/>
              <a:t>alitiis</a:t>
            </a:r>
            <a:r>
              <a:rPr lang="es-ES"/>
              <a:t> sitia quo </a:t>
            </a:r>
            <a:r>
              <a:rPr lang="es-ES" err="1"/>
              <a:t>totationsedi</a:t>
            </a:r>
            <a:r>
              <a:rPr lang="es-ES"/>
              <a:t> </a:t>
            </a:r>
            <a:r>
              <a:rPr lang="es-ES" err="1"/>
              <a:t>dolorpor</a:t>
            </a:r>
            <a:r>
              <a:rPr lang="es-ES"/>
              <a:t> </a:t>
            </a:r>
            <a:r>
              <a:rPr lang="es-ES" err="1"/>
              <a:t>samus</a:t>
            </a:r>
            <a:r>
              <a:rPr lang="es-ES"/>
              <a:t> am, </a:t>
            </a:r>
            <a:r>
              <a:rPr lang="es-ES" err="1"/>
              <a:t>ullabore</a:t>
            </a:r>
            <a:r>
              <a:rPr lang="es-ES"/>
              <a:t> </a:t>
            </a:r>
            <a:r>
              <a:rPr lang="es-ES" err="1"/>
              <a:t>nihicipsusa</a:t>
            </a:r>
            <a:r>
              <a:rPr lang="es-ES"/>
              <a:t> </a:t>
            </a:r>
            <a:r>
              <a:rPr lang="es-ES" err="1"/>
              <a:t>conse</a:t>
            </a:r>
            <a:r>
              <a:rPr lang="es-ES"/>
              <a:t> </a:t>
            </a:r>
            <a:r>
              <a:rPr lang="es-ES" err="1"/>
              <a:t>conet</a:t>
            </a:r>
            <a:r>
              <a:rPr lang="es-ES"/>
              <a:t> </a:t>
            </a:r>
            <a:r>
              <a:rPr lang="es-ES" err="1"/>
              <a:t>quuntin</a:t>
            </a:r>
            <a:r>
              <a:rPr lang="es-ES"/>
              <a:t> </a:t>
            </a:r>
            <a:r>
              <a:rPr lang="es-ES" err="1"/>
              <a:t>ullabor</a:t>
            </a:r>
            <a:r>
              <a:rPr lang="es-ES"/>
              <a:t> </a:t>
            </a:r>
            <a:r>
              <a:rPr lang="es-ES" err="1"/>
              <a:t>ionsequos</a:t>
            </a:r>
            <a:r>
              <a:rPr lang="es-ES"/>
              <a:t> es </a:t>
            </a:r>
            <a:r>
              <a:rPr lang="es-ES" err="1"/>
              <a:t>aut</a:t>
            </a:r>
            <a:r>
              <a:rPr lang="es-ES"/>
              <a:t> </a:t>
            </a:r>
            <a:r>
              <a:rPr lang="es-ES" err="1"/>
              <a:t>moloreptur</a:t>
            </a:r>
            <a:r>
              <a:rPr lang="es-ES"/>
              <a:t> </a:t>
            </a:r>
            <a:r>
              <a:rPr lang="es-ES" err="1"/>
              <a:t>molorep</a:t>
            </a:r>
            <a:r>
              <a:rPr lang="es-ES"/>
              <a:t> </a:t>
            </a:r>
            <a:r>
              <a:rPr lang="es-ES" err="1"/>
              <a:t>erspica</a:t>
            </a:r>
            <a:r>
              <a:rPr lang="es-ES"/>
              <a:t> </a:t>
            </a:r>
            <a:r>
              <a:rPr lang="es-ES" err="1"/>
              <a:t>tiossin</a:t>
            </a:r>
            <a:r>
              <a:rPr lang="es-ES"/>
              <a:t> </a:t>
            </a:r>
            <a:r>
              <a:rPr lang="es-ES" err="1"/>
              <a:t>vendae</a:t>
            </a:r>
            <a:r>
              <a:rPr lang="es-ES"/>
              <a:t> dolor as dolo </a:t>
            </a:r>
            <a:r>
              <a:rPr lang="es-ES" err="1"/>
              <a:t>consendit</a:t>
            </a:r>
            <a:r>
              <a:rPr lang="es-ES"/>
              <a:t>.		</a:t>
            </a:r>
          </a:p>
        </p:txBody>
      </p:sp>
      <p:sp>
        <p:nvSpPr>
          <p:cNvPr id="26" name="Marcador de texto 8">
            <a:extLst>
              <a:ext uri="{FF2B5EF4-FFF2-40B4-BE49-F238E27FC236}">
                <a16:creationId xmlns:a16="http://schemas.microsoft.com/office/drawing/2014/main" id="{573ECFD9-1700-48BC-9A10-1EEB57FE21F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517040" y="5209791"/>
            <a:ext cx="4872038" cy="1324359"/>
          </a:xfrm>
        </p:spPr>
        <p:txBody>
          <a:bodyPr lIns="0">
            <a:normAutofit/>
          </a:bodyPr>
          <a:lstStyle>
            <a:lvl1pPr marL="273050" indent="-187325">
              <a:lnSpc>
                <a:spcPts val="1700"/>
              </a:lnSpc>
              <a:spcBef>
                <a:spcPts val="0"/>
              </a:spcBef>
              <a:buSzPct val="120000"/>
              <a:defRPr sz="1440"/>
            </a:lvl1pPr>
          </a:lstStyle>
          <a:p>
            <a:pPr lvl="0"/>
            <a:r>
              <a:rPr lang="es-ES" err="1"/>
              <a:t>Ehenima</a:t>
            </a:r>
            <a:r>
              <a:rPr lang="es-ES"/>
              <a:t> </a:t>
            </a:r>
            <a:r>
              <a:rPr lang="es-ES" err="1"/>
              <a:t>gniatis</a:t>
            </a:r>
            <a:r>
              <a:rPr lang="es-ES"/>
              <a:t> </a:t>
            </a:r>
            <a:r>
              <a:rPr lang="es-ES" err="1"/>
              <a:t>nus</a:t>
            </a:r>
            <a:r>
              <a:rPr lang="es-ES"/>
              <a:t> </a:t>
            </a:r>
            <a:r>
              <a:rPr lang="es-ES" err="1"/>
              <a:t>reped</a:t>
            </a:r>
            <a:r>
              <a:rPr lang="es-ES"/>
              <a:t> </a:t>
            </a:r>
            <a:r>
              <a:rPr lang="es-ES" err="1"/>
              <a:t>mint</a:t>
            </a:r>
            <a:r>
              <a:rPr lang="es-ES"/>
              <a:t> a </a:t>
            </a:r>
            <a:r>
              <a:rPr lang="es-ES" err="1"/>
              <a:t>velit</a:t>
            </a:r>
            <a:r>
              <a:rPr lang="es-ES"/>
              <a:t>.</a:t>
            </a:r>
          </a:p>
          <a:p>
            <a:pPr lvl="0"/>
            <a:r>
              <a:rPr lang="es-ES" err="1"/>
              <a:t>Ehenima</a:t>
            </a:r>
            <a:r>
              <a:rPr lang="es-ES"/>
              <a:t> </a:t>
            </a:r>
            <a:r>
              <a:rPr lang="es-ES" err="1"/>
              <a:t>gniatis</a:t>
            </a:r>
            <a:r>
              <a:rPr lang="es-ES"/>
              <a:t> </a:t>
            </a:r>
            <a:r>
              <a:rPr lang="es-ES" err="1"/>
              <a:t>nus</a:t>
            </a:r>
            <a:r>
              <a:rPr lang="es-ES"/>
              <a:t> </a:t>
            </a:r>
            <a:r>
              <a:rPr lang="es-ES" err="1"/>
              <a:t>reped</a:t>
            </a:r>
            <a:r>
              <a:rPr lang="es-ES"/>
              <a:t> </a:t>
            </a:r>
            <a:r>
              <a:rPr lang="es-ES" err="1"/>
              <a:t>mint</a:t>
            </a:r>
            <a:r>
              <a:rPr lang="es-ES"/>
              <a:t> a </a:t>
            </a:r>
            <a:r>
              <a:rPr lang="es-ES" err="1"/>
              <a:t>velit</a:t>
            </a:r>
            <a:r>
              <a:rPr lang="es-ES"/>
              <a:t>.</a:t>
            </a:r>
          </a:p>
          <a:p>
            <a:pPr lvl="0"/>
            <a:r>
              <a:rPr lang="es-ES" err="1"/>
              <a:t>Ehenima</a:t>
            </a:r>
            <a:r>
              <a:rPr lang="es-ES"/>
              <a:t> </a:t>
            </a:r>
            <a:r>
              <a:rPr lang="es-ES" err="1"/>
              <a:t>gniatis</a:t>
            </a:r>
            <a:r>
              <a:rPr lang="es-ES"/>
              <a:t> </a:t>
            </a:r>
            <a:r>
              <a:rPr lang="es-ES" err="1"/>
              <a:t>nus</a:t>
            </a:r>
            <a:r>
              <a:rPr lang="es-ES"/>
              <a:t> </a:t>
            </a:r>
            <a:r>
              <a:rPr lang="es-ES" err="1"/>
              <a:t>reped</a:t>
            </a:r>
            <a:r>
              <a:rPr lang="es-ES"/>
              <a:t> </a:t>
            </a:r>
            <a:r>
              <a:rPr lang="es-ES" err="1"/>
              <a:t>mint</a:t>
            </a:r>
            <a:r>
              <a:rPr lang="es-ES"/>
              <a:t> a </a:t>
            </a:r>
            <a:r>
              <a:rPr lang="es-ES" err="1"/>
              <a:t>velit</a:t>
            </a:r>
            <a:r>
              <a:rPr lang="es-ES"/>
              <a:t>.</a:t>
            </a:r>
          </a:p>
          <a:p>
            <a:pPr lvl="0"/>
            <a:r>
              <a:rPr lang="es-ES" err="1"/>
              <a:t>Ehenima</a:t>
            </a:r>
            <a:r>
              <a:rPr lang="es-ES"/>
              <a:t> </a:t>
            </a:r>
            <a:r>
              <a:rPr lang="es-ES" err="1"/>
              <a:t>gniatis</a:t>
            </a:r>
            <a:r>
              <a:rPr lang="es-ES"/>
              <a:t> </a:t>
            </a:r>
            <a:r>
              <a:rPr lang="es-ES" err="1"/>
              <a:t>nus</a:t>
            </a:r>
            <a:r>
              <a:rPr lang="es-ES"/>
              <a:t> </a:t>
            </a:r>
            <a:r>
              <a:rPr lang="es-ES" err="1"/>
              <a:t>reped</a:t>
            </a:r>
            <a:r>
              <a:rPr lang="es-ES"/>
              <a:t> </a:t>
            </a:r>
            <a:r>
              <a:rPr lang="es-ES" err="1"/>
              <a:t>mint</a:t>
            </a:r>
            <a:r>
              <a:rPr lang="es-ES"/>
              <a:t> a </a:t>
            </a:r>
            <a:r>
              <a:rPr lang="es-ES" err="1"/>
              <a:t>velit</a:t>
            </a:r>
            <a:r>
              <a:rPr lang="es-ES"/>
              <a:t>.</a:t>
            </a:r>
          </a:p>
          <a:p>
            <a:pPr lvl="0"/>
            <a:endParaRPr lang="es-ES"/>
          </a:p>
        </p:txBody>
      </p:sp>
      <p:sp>
        <p:nvSpPr>
          <p:cNvPr id="22" name="Marcador de texto 4">
            <a:extLst>
              <a:ext uri="{FF2B5EF4-FFF2-40B4-BE49-F238E27FC236}">
                <a16:creationId xmlns:a16="http://schemas.microsoft.com/office/drawing/2014/main" id="{05E4FB7B-722D-4BE7-8CC0-B75626895DD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06464" y="2172974"/>
            <a:ext cx="3089804" cy="894430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buNone/>
              <a:defRPr lang="es-ES" sz="2400" b="1" kern="1200" dirty="0">
                <a:solidFill>
                  <a:srgbClr val="1E1E1E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r>
              <a:rPr lang="es-ES" sz="2400" err="1"/>
              <a:t>Aximinct</a:t>
            </a:r>
            <a:r>
              <a:rPr lang="es-ES" sz="2400"/>
              <a:t> </a:t>
            </a:r>
            <a:r>
              <a:rPr lang="es-ES" sz="2400" err="1"/>
              <a:t>emquibus</a:t>
            </a:r>
            <a:r>
              <a:rPr lang="es-ES" sz="2400"/>
              <a:t> et </a:t>
            </a:r>
            <a:r>
              <a:rPr lang="es-ES" sz="2400" err="1"/>
              <a:t>facium</a:t>
            </a:r>
            <a:r>
              <a:rPr lang="es-ES" sz="2400"/>
              <a:t> </a:t>
            </a:r>
            <a:r>
              <a:rPr lang="es-ES" sz="2400" err="1"/>
              <a:t>natur</a:t>
            </a:r>
            <a:endParaRPr lang="en-US" sz="2400"/>
          </a:p>
        </p:txBody>
      </p:sp>
      <p:sp>
        <p:nvSpPr>
          <p:cNvPr id="27" name="Marcador de texto 4">
            <a:extLst>
              <a:ext uri="{FF2B5EF4-FFF2-40B4-BE49-F238E27FC236}">
                <a16:creationId xmlns:a16="http://schemas.microsoft.com/office/drawing/2014/main" id="{F9FC69D8-9723-4F59-88B1-B8A228E30E8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517040" y="2172974"/>
            <a:ext cx="3089804" cy="894430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buNone/>
              <a:defRPr lang="es-ES" sz="2400" b="1" kern="1200" dirty="0">
                <a:solidFill>
                  <a:srgbClr val="1E1E1E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r>
              <a:rPr lang="es-ES" sz="2400" err="1"/>
              <a:t>Aximinct</a:t>
            </a:r>
            <a:r>
              <a:rPr lang="es-ES" sz="2400"/>
              <a:t> </a:t>
            </a:r>
            <a:r>
              <a:rPr lang="es-ES" sz="2400" err="1"/>
              <a:t>emquibus</a:t>
            </a:r>
            <a:r>
              <a:rPr lang="es-ES" sz="2400"/>
              <a:t> et </a:t>
            </a:r>
            <a:r>
              <a:rPr lang="es-ES" sz="2400" err="1"/>
              <a:t>facium</a:t>
            </a:r>
            <a:r>
              <a:rPr lang="es-ES" sz="2400"/>
              <a:t> </a:t>
            </a:r>
            <a:r>
              <a:rPr lang="es-ES" sz="2400" err="1"/>
              <a:t>natur</a:t>
            </a:r>
            <a:endParaRPr lang="en-US" sz="2400"/>
          </a:p>
        </p:txBody>
      </p:sp>
      <p:sp>
        <p:nvSpPr>
          <p:cNvPr id="29" name="Marcador de texto 6">
            <a:extLst>
              <a:ext uri="{FF2B5EF4-FFF2-40B4-BE49-F238E27FC236}">
                <a16:creationId xmlns:a16="http://schemas.microsoft.com/office/drawing/2014/main" id="{9B86122E-9AF2-4C6E-92FF-49FE1347FD6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06463" y="4854777"/>
            <a:ext cx="4760912" cy="336157"/>
          </a:xfrm>
        </p:spPr>
        <p:txBody>
          <a:bodyPr lIns="0">
            <a:noAutofit/>
          </a:bodyPr>
          <a:lstStyle>
            <a:lvl1pPr marL="0" indent="0">
              <a:buNone/>
              <a:defRPr sz="1440" b="1"/>
            </a:lvl1pPr>
          </a:lstStyle>
          <a:p>
            <a:pPr lvl="0"/>
            <a:r>
              <a:rPr lang="es-ES" err="1"/>
              <a:t>Arupiet</a:t>
            </a:r>
            <a:r>
              <a:rPr lang="es-ES"/>
              <a:t> </a:t>
            </a:r>
            <a:r>
              <a:rPr lang="es-ES" err="1"/>
              <a:t>autest</a:t>
            </a:r>
            <a:r>
              <a:rPr lang="es-ES"/>
              <a:t> </a:t>
            </a:r>
            <a:r>
              <a:rPr lang="es-ES" err="1"/>
              <a:t>ent</a:t>
            </a:r>
            <a:r>
              <a:rPr lang="es-ES"/>
              <a:t> </a:t>
            </a:r>
            <a:r>
              <a:rPr lang="es-ES" err="1"/>
              <a:t>laudant</a:t>
            </a:r>
            <a:r>
              <a:rPr lang="es-ES"/>
              <a:t> ut </a:t>
            </a:r>
            <a:r>
              <a:rPr lang="es-ES" err="1"/>
              <a:t>eatur</a:t>
            </a:r>
            <a:r>
              <a:rPr lang="es-ES"/>
              <a:t>?</a:t>
            </a:r>
          </a:p>
        </p:txBody>
      </p:sp>
      <p:sp>
        <p:nvSpPr>
          <p:cNvPr id="30" name="Marcador de texto 6">
            <a:extLst>
              <a:ext uri="{FF2B5EF4-FFF2-40B4-BE49-F238E27FC236}">
                <a16:creationId xmlns:a16="http://schemas.microsoft.com/office/drawing/2014/main" id="{8EE8A48C-F391-4811-929B-692EE60D985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517040" y="4854777"/>
            <a:ext cx="4760912" cy="336157"/>
          </a:xfrm>
        </p:spPr>
        <p:txBody>
          <a:bodyPr lIns="0">
            <a:noAutofit/>
          </a:bodyPr>
          <a:lstStyle>
            <a:lvl1pPr marL="0" indent="0">
              <a:buNone/>
              <a:defRPr sz="1440" b="1"/>
            </a:lvl1pPr>
          </a:lstStyle>
          <a:p>
            <a:pPr lvl="0"/>
            <a:r>
              <a:rPr lang="es-ES" err="1"/>
              <a:t>Arupiet</a:t>
            </a:r>
            <a:r>
              <a:rPr lang="es-ES"/>
              <a:t> </a:t>
            </a:r>
            <a:r>
              <a:rPr lang="es-ES" err="1"/>
              <a:t>autest</a:t>
            </a:r>
            <a:r>
              <a:rPr lang="es-ES"/>
              <a:t> </a:t>
            </a:r>
            <a:r>
              <a:rPr lang="es-ES" err="1"/>
              <a:t>ent</a:t>
            </a:r>
            <a:r>
              <a:rPr lang="es-ES"/>
              <a:t> </a:t>
            </a:r>
            <a:r>
              <a:rPr lang="es-ES" err="1"/>
              <a:t>laudant</a:t>
            </a:r>
            <a:r>
              <a:rPr lang="es-ES"/>
              <a:t> ut </a:t>
            </a:r>
            <a:r>
              <a:rPr lang="es-ES" err="1"/>
              <a:t>eatur</a:t>
            </a:r>
            <a:r>
              <a:rPr lang="es-ES"/>
              <a:t>?</a:t>
            </a:r>
          </a:p>
        </p:txBody>
      </p:sp>
      <p:pic>
        <p:nvPicPr>
          <p:cNvPr id="16" name="Gráfico 15">
            <a:extLst>
              <a:ext uri="{FF2B5EF4-FFF2-40B4-BE49-F238E27FC236}">
                <a16:creationId xmlns:a16="http://schemas.microsoft.com/office/drawing/2014/main" id="{1AE249E4-2467-4F87-965C-E68F3597A07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323884" y="7585901"/>
            <a:ext cx="1400054" cy="385200"/>
          </a:xfrm>
          <a:prstGeom prst="rect">
            <a:avLst/>
          </a:prstGeom>
        </p:spPr>
      </p:pic>
      <p:sp>
        <p:nvSpPr>
          <p:cNvPr id="23" name="Rectángulo 22">
            <a:extLst>
              <a:ext uri="{FF2B5EF4-FFF2-40B4-BE49-F238E27FC236}">
                <a16:creationId xmlns:a16="http://schemas.microsoft.com/office/drawing/2014/main" id="{B48D373E-19C2-4CC6-B1E7-2270E696A4BE}"/>
              </a:ext>
            </a:extLst>
          </p:cNvPr>
          <p:cNvSpPr/>
          <p:nvPr userDrawn="1"/>
        </p:nvSpPr>
        <p:spPr>
          <a:xfrm>
            <a:off x="524442" y="332974"/>
            <a:ext cx="384969" cy="38496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0677769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3 colum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n 13">
            <a:extLst>
              <a:ext uri="{FF2B5EF4-FFF2-40B4-BE49-F238E27FC236}">
                <a16:creationId xmlns:a16="http://schemas.microsoft.com/office/drawing/2014/main" id="{2FB2A9B4-7A25-4B33-B17C-A256109A753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630399" cy="82296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06463" y="1182159"/>
            <a:ext cx="6561949" cy="703086"/>
          </a:xfrm>
        </p:spPr>
        <p:txBody>
          <a:bodyPr lIns="0" anchor="t">
            <a:noAutofit/>
          </a:bodyPr>
          <a:lstStyle>
            <a:lvl1pPr>
              <a:defRPr sz="4330"/>
            </a:lvl1pPr>
          </a:lstStyle>
          <a:p>
            <a:r>
              <a:rPr lang="es-ES" err="1"/>
              <a:t>Lorem</a:t>
            </a:r>
            <a:r>
              <a:rPr lang="es-ES"/>
              <a:t> </a:t>
            </a:r>
            <a:r>
              <a:rPr lang="es-ES" err="1"/>
              <a:t>ipsum</a:t>
            </a:r>
            <a:r>
              <a:rPr lang="es-ES"/>
              <a:t> dolor </a:t>
            </a:r>
            <a:r>
              <a:rPr lang="es-ES" err="1"/>
              <a:t>sit</a:t>
            </a:r>
            <a:endParaRPr lang="en-US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298F2FCB-7E2F-400B-81B1-18B456AE6C0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B005B2D1-880E-4846-A216-7D6770BA1332}" type="slidenum">
              <a:rPr lang="es-ES" smtClean="0"/>
              <a:pPr/>
              <a:t>‹#›</a:t>
            </a:fld>
            <a:endParaRPr lang="es-ES"/>
          </a:p>
        </p:txBody>
      </p:sp>
      <p:sp>
        <p:nvSpPr>
          <p:cNvPr id="17" name="Marcador de texto 17">
            <a:extLst>
              <a:ext uri="{FF2B5EF4-FFF2-40B4-BE49-F238E27FC236}">
                <a16:creationId xmlns:a16="http://schemas.microsoft.com/office/drawing/2014/main" id="{ED651845-DE33-4174-8EA2-DF23E49F4C4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06464" y="3339367"/>
            <a:ext cx="3259136" cy="2992177"/>
          </a:xfrm>
        </p:spPr>
        <p:txBody>
          <a:bodyPr lIns="0">
            <a:noAutofit/>
          </a:bodyPr>
          <a:lstStyle>
            <a:lvl1pPr marL="0" indent="0">
              <a:lnSpc>
                <a:spcPts val="1700"/>
              </a:lnSpc>
              <a:spcBef>
                <a:spcPts val="900"/>
              </a:spcBef>
              <a:spcAft>
                <a:spcPts val="900"/>
              </a:spcAft>
              <a:buNone/>
              <a:defRPr sz="1440" b="0">
                <a:solidFill>
                  <a:srgbClr val="1E1E1E"/>
                </a:solidFill>
              </a:defRPr>
            </a:lvl1pPr>
          </a:lstStyle>
          <a:p>
            <a:pPr lvl="0"/>
            <a:r>
              <a:rPr lang="es-ES" err="1"/>
              <a:t>Poribus</a:t>
            </a:r>
            <a:r>
              <a:rPr lang="es-ES"/>
              <a:t> </a:t>
            </a:r>
            <a:r>
              <a:rPr lang="es-ES" err="1"/>
              <a:t>reiciis</a:t>
            </a:r>
            <a:r>
              <a:rPr lang="es-ES"/>
              <a:t> </a:t>
            </a:r>
            <a:r>
              <a:rPr lang="es-ES" err="1"/>
              <a:t>conseque</a:t>
            </a:r>
            <a:r>
              <a:rPr lang="es-ES"/>
              <a:t> </a:t>
            </a:r>
            <a:r>
              <a:rPr lang="es-ES" err="1"/>
              <a:t>conempo</a:t>
            </a:r>
            <a:r>
              <a:rPr lang="es-ES"/>
              <a:t> </a:t>
            </a:r>
            <a:r>
              <a:rPr lang="es-ES" err="1"/>
              <a:t>ribusam</a:t>
            </a:r>
            <a:r>
              <a:rPr lang="es-ES"/>
              <a:t> </a:t>
            </a:r>
            <a:r>
              <a:rPr lang="es-ES" err="1"/>
              <a:t>enimincil</a:t>
            </a:r>
            <a:r>
              <a:rPr lang="es-ES"/>
              <a:t> </a:t>
            </a:r>
            <a:r>
              <a:rPr lang="es-ES" err="1"/>
              <a:t>molupta</a:t>
            </a:r>
            <a:r>
              <a:rPr lang="es-ES"/>
              <a:t> </a:t>
            </a:r>
            <a:r>
              <a:rPr lang="es-ES" err="1"/>
              <a:t>tiatesed</a:t>
            </a:r>
            <a:r>
              <a:rPr lang="es-ES"/>
              <a:t> qui </a:t>
            </a:r>
            <a:r>
              <a:rPr lang="es-ES" err="1"/>
              <a:t>sit</a:t>
            </a:r>
            <a:r>
              <a:rPr lang="es-ES"/>
              <a:t> </a:t>
            </a:r>
            <a:r>
              <a:rPr lang="es-ES" err="1"/>
              <a:t>aut</a:t>
            </a:r>
            <a:r>
              <a:rPr lang="es-ES"/>
              <a:t> </a:t>
            </a:r>
            <a:r>
              <a:rPr lang="es-ES" err="1"/>
              <a:t>harit</a:t>
            </a:r>
            <a:r>
              <a:rPr lang="es-ES"/>
              <a:t>, </a:t>
            </a:r>
            <a:r>
              <a:rPr lang="es-ES" err="1"/>
              <a:t>quoditat</a:t>
            </a:r>
            <a:r>
              <a:rPr lang="es-ES"/>
              <a:t> mi, </a:t>
            </a:r>
            <a:r>
              <a:rPr lang="es-ES" err="1"/>
              <a:t>experum</a:t>
            </a:r>
            <a:r>
              <a:rPr lang="es-ES"/>
              <a:t> a </a:t>
            </a:r>
            <a:r>
              <a:rPr lang="es-ES" err="1"/>
              <a:t>conse</a:t>
            </a:r>
            <a:r>
              <a:rPr lang="es-ES"/>
              <a:t> </a:t>
            </a:r>
            <a:r>
              <a:rPr lang="es-ES" err="1"/>
              <a:t>sequamet</a:t>
            </a:r>
            <a:r>
              <a:rPr lang="es-ES"/>
              <a:t>, quid </a:t>
            </a:r>
            <a:r>
              <a:rPr lang="es-ES" err="1"/>
              <a:t>ullestrum</a:t>
            </a:r>
            <a:r>
              <a:rPr lang="es-ES"/>
              <a:t> quia </a:t>
            </a:r>
            <a:r>
              <a:rPr lang="es-ES" err="1"/>
              <a:t>estemqu</a:t>
            </a:r>
            <a:r>
              <a:rPr lang="es-ES"/>
              <a:t> </a:t>
            </a:r>
            <a:r>
              <a:rPr lang="es-ES" err="1"/>
              <a:t>idundam</a:t>
            </a:r>
            <a:r>
              <a:rPr lang="es-ES"/>
              <a:t> qui </a:t>
            </a:r>
            <a:r>
              <a:rPr lang="es-ES" err="1"/>
              <a:t>alitiis</a:t>
            </a:r>
            <a:r>
              <a:rPr lang="es-ES"/>
              <a:t> sitia quo </a:t>
            </a:r>
            <a:r>
              <a:rPr lang="es-ES" err="1"/>
              <a:t>totationsedi</a:t>
            </a:r>
            <a:r>
              <a:rPr lang="es-ES"/>
              <a:t> </a:t>
            </a:r>
            <a:r>
              <a:rPr lang="es-ES" err="1"/>
              <a:t>dolorpor</a:t>
            </a:r>
            <a:r>
              <a:rPr lang="es-ES"/>
              <a:t> </a:t>
            </a:r>
            <a:r>
              <a:rPr lang="es-ES" err="1"/>
              <a:t>samus</a:t>
            </a:r>
            <a:r>
              <a:rPr lang="es-ES"/>
              <a:t> am, </a:t>
            </a:r>
            <a:r>
              <a:rPr lang="es-ES" err="1"/>
              <a:t>ullabore</a:t>
            </a:r>
            <a:r>
              <a:rPr lang="es-ES"/>
              <a:t> </a:t>
            </a:r>
            <a:r>
              <a:rPr lang="es-ES" err="1"/>
              <a:t>nihicipsusa</a:t>
            </a:r>
            <a:r>
              <a:rPr lang="es-ES"/>
              <a:t> </a:t>
            </a:r>
            <a:r>
              <a:rPr lang="es-ES" err="1"/>
              <a:t>conse</a:t>
            </a:r>
            <a:r>
              <a:rPr lang="es-ES"/>
              <a:t> </a:t>
            </a:r>
            <a:r>
              <a:rPr lang="es-ES" err="1"/>
              <a:t>conet</a:t>
            </a:r>
            <a:r>
              <a:rPr lang="es-ES"/>
              <a:t> </a:t>
            </a:r>
            <a:r>
              <a:rPr lang="es-ES" err="1"/>
              <a:t>quuntin</a:t>
            </a:r>
            <a:r>
              <a:rPr lang="es-ES"/>
              <a:t> </a:t>
            </a:r>
            <a:r>
              <a:rPr lang="es-ES" err="1"/>
              <a:t>ullabor</a:t>
            </a:r>
            <a:r>
              <a:rPr lang="es-ES"/>
              <a:t> </a:t>
            </a:r>
            <a:r>
              <a:rPr lang="es-ES" err="1"/>
              <a:t>ionsequos</a:t>
            </a:r>
            <a:r>
              <a:rPr lang="es-ES"/>
              <a:t> es </a:t>
            </a:r>
            <a:r>
              <a:rPr lang="es-ES" err="1"/>
              <a:t>aut</a:t>
            </a:r>
            <a:r>
              <a:rPr lang="es-ES"/>
              <a:t> </a:t>
            </a:r>
            <a:r>
              <a:rPr lang="es-ES" err="1"/>
              <a:t>moloreptur</a:t>
            </a:r>
            <a:r>
              <a:rPr lang="es-ES"/>
              <a:t> </a:t>
            </a:r>
            <a:r>
              <a:rPr lang="es-ES" err="1"/>
              <a:t>molorep</a:t>
            </a:r>
            <a:r>
              <a:rPr lang="es-ES"/>
              <a:t> </a:t>
            </a:r>
            <a:r>
              <a:rPr lang="es-ES" err="1"/>
              <a:t>erspica</a:t>
            </a:r>
            <a:r>
              <a:rPr lang="es-ES"/>
              <a:t> </a:t>
            </a:r>
            <a:r>
              <a:rPr lang="es-ES" err="1"/>
              <a:t>tiossin</a:t>
            </a:r>
            <a:r>
              <a:rPr lang="es-ES"/>
              <a:t> </a:t>
            </a:r>
            <a:r>
              <a:rPr lang="es-ES" err="1"/>
              <a:t>vendae</a:t>
            </a:r>
            <a:r>
              <a:rPr lang="es-ES"/>
              <a:t> dolor as dolo </a:t>
            </a:r>
            <a:r>
              <a:rPr lang="es-ES" err="1"/>
              <a:t>consendit</a:t>
            </a:r>
            <a:r>
              <a:rPr lang="es-ES"/>
              <a:t>.		</a:t>
            </a:r>
          </a:p>
        </p:txBody>
      </p:sp>
      <p:sp>
        <p:nvSpPr>
          <p:cNvPr id="22" name="Marcador de texto 17">
            <a:extLst>
              <a:ext uri="{FF2B5EF4-FFF2-40B4-BE49-F238E27FC236}">
                <a16:creationId xmlns:a16="http://schemas.microsoft.com/office/drawing/2014/main" id="{36D8D383-D93A-4BEA-81C5-5D99296574C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14020" y="3339367"/>
            <a:ext cx="3259136" cy="2992177"/>
          </a:xfrm>
        </p:spPr>
        <p:txBody>
          <a:bodyPr lIns="0">
            <a:noAutofit/>
          </a:bodyPr>
          <a:lstStyle>
            <a:lvl1pPr marL="0" indent="0">
              <a:lnSpc>
                <a:spcPts val="1700"/>
              </a:lnSpc>
              <a:spcBef>
                <a:spcPts val="900"/>
              </a:spcBef>
              <a:spcAft>
                <a:spcPts val="900"/>
              </a:spcAft>
              <a:buNone/>
              <a:defRPr sz="1440" b="0">
                <a:solidFill>
                  <a:srgbClr val="1E1E1E"/>
                </a:solidFill>
              </a:defRPr>
            </a:lvl1pPr>
          </a:lstStyle>
          <a:p>
            <a:pPr lvl="0"/>
            <a:r>
              <a:rPr lang="es-ES" err="1"/>
              <a:t>Poribus</a:t>
            </a:r>
            <a:r>
              <a:rPr lang="es-ES"/>
              <a:t> </a:t>
            </a:r>
            <a:r>
              <a:rPr lang="es-ES" err="1"/>
              <a:t>reiciis</a:t>
            </a:r>
            <a:r>
              <a:rPr lang="es-ES"/>
              <a:t> </a:t>
            </a:r>
            <a:r>
              <a:rPr lang="es-ES" err="1"/>
              <a:t>conseque</a:t>
            </a:r>
            <a:r>
              <a:rPr lang="es-ES"/>
              <a:t> </a:t>
            </a:r>
            <a:r>
              <a:rPr lang="es-ES" err="1"/>
              <a:t>conempo</a:t>
            </a:r>
            <a:r>
              <a:rPr lang="es-ES"/>
              <a:t> </a:t>
            </a:r>
            <a:r>
              <a:rPr lang="es-ES" err="1"/>
              <a:t>ribusam</a:t>
            </a:r>
            <a:r>
              <a:rPr lang="es-ES"/>
              <a:t> </a:t>
            </a:r>
            <a:r>
              <a:rPr lang="es-ES" err="1"/>
              <a:t>enimincil</a:t>
            </a:r>
            <a:r>
              <a:rPr lang="es-ES"/>
              <a:t> </a:t>
            </a:r>
            <a:r>
              <a:rPr lang="es-ES" err="1"/>
              <a:t>molupta</a:t>
            </a:r>
            <a:r>
              <a:rPr lang="es-ES"/>
              <a:t> </a:t>
            </a:r>
            <a:r>
              <a:rPr lang="es-ES" err="1"/>
              <a:t>tiatesed</a:t>
            </a:r>
            <a:r>
              <a:rPr lang="es-ES"/>
              <a:t> qui </a:t>
            </a:r>
            <a:r>
              <a:rPr lang="es-ES" err="1"/>
              <a:t>sit</a:t>
            </a:r>
            <a:r>
              <a:rPr lang="es-ES"/>
              <a:t> </a:t>
            </a:r>
            <a:r>
              <a:rPr lang="es-ES" err="1"/>
              <a:t>aut</a:t>
            </a:r>
            <a:r>
              <a:rPr lang="es-ES"/>
              <a:t> </a:t>
            </a:r>
            <a:r>
              <a:rPr lang="es-ES" err="1"/>
              <a:t>harit</a:t>
            </a:r>
            <a:r>
              <a:rPr lang="es-ES"/>
              <a:t>, </a:t>
            </a:r>
            <a:r>
              <a:rPr lang="es-ES" err="1"/>
              <a:t>quoditat</a:t>
            </a:r>
            <a:r>
              <a:rPr lang="es-ES"/>
              <a:t> mi, </a:t>
            </a:r>
            <a:r>
              <a:rPr lang="es-ES" err="1"/>
              <a:t>experum</a:t>
            </a:r>
            <a:r>
              <a:rPr lang="es-ES"/>
              <a:t> a </a:t>
            </a:r>
            <a:r>
              <a:rPr lang="es-ES" err="1"/>
              <a:t>conse</a:t>
            </a:r>
            <a:r>
              <a:rPr lang="es-ES"/>
              <a:t> </a:t>
            </a:r>
            <a:r>
              <a:rPr lang="es-ES" err="1"/>
              <a:t>sequamet</a:t>
            </a:r>
            <a:r>
              <a:rPr lang="es-ES"/>
              <a:t>, quid </a:t>
            </a:r>
            <a:r>
              <a:rPr lang="es-ES" err="1"/>
              <a:t>ullestrum</a:t>
            </a:r>
            <a:r>
              <a:rPr lang="es-ES"/>
              <a:t> quia </a:t>
            </a:r>
            <a:r>
              <a:rPr lang="es-ES" err="1"/>
              <a:t>estemqu</a:t>
            </a:r>
            <a:r>
              <a:rPr lang="es-ES"/>
              <a:t> </a:t>
            </a:r>
            <a:r>
              <a:rPr lang="es-ES" err="1"/>
              <a:t>idundam</a:t>
            </a:r>
            <a:r>
              <a:rPr lang="es-ES"/>
              <a:t> qui </a:t>
            </a:r>
            <a:r>
              <a:rPr lang="es-ES" err="1"/>
              <a:t>alitiis</a:t>
            </a:r>
            <a:r>
              <a:rPr lang="es-ES"/>
              <a:t> sitia quo </a:t>
            </a:r>
            <a:r>
              <a:rPr lang="es-ES" err="1"/>
              <a:t>totationsedi</a:t>
            </a:r>
            <a:r>
              <a:rPr lang="es-ES"/>
              <a:t> </a:t>
            </a:r>
            <a:r>
              <a:rPr lang="es-ES" err="1"/>
              <a:t>dolorpor</a:t>
            </a:r>
            <a:r>
              <a:rPr lang="es-ES"/>
              <a:t> </a:t>
            </a:r>
            <a:r>
              <a:rPr lang="es-ES" err="1"/>
              <a:t>samus</a:t>
            </a:r>
            <a:r>
              <a:rPr lang="es-ES"/>
              <a:t> am, </a:t>
            </a:r>
            <a:r>
              <a:rPr lang="es-ES" err="1"/>
              <a:t>ullabore</a:t>
            </a:r>
            <a:r>
              <a:rPr lang="es-ES"/>
              <a:t> </a:t>
            </a:r>
            <a:r>
              <a:rPr lang="es-ES" err="1"/>
              <a:t>nihicipsusa</a:t>
            </a:r>
            <a:r>
              <a:rPr lang="es-ES"/>
              <a:t> </a:t>
            </a:r>
            <a:r>
              <a:rPr lang="es-ES" err="1"/>
              <a:t>conse</a:t>
            </a:r>
            <a:r>
              <a:rPr lang="es-ES"/>
              <a:t> </a:t>
            </a:r>
            <a:r>
              <a:rPr lang="es-ES" err="1"/>
              <a:t>conet</a:t>
            </a:r>
            <a:r>
              <a:rPr lang="es-ES"/>
              <a:t> </a:t>
            </a:r>
            <a:r>
              <a:rPr lang="es-ES" err="1"/>
              <a:t>quuntin</a:t>
            </a:r>
            <a:r>
              <a:rPr lang="es-ES"/>
              <a:t> </a:t>
            </a:r>
            <a:r>
              <a:rPr lang="es-ES" err="1"/>
              <a:t>ullabor</a:t>
            </a:r>
            <a:r>
              <a:rPr lang="es-ES"/>
              <a:t> </a:t>
            </a:r>
            <a:r>
              <a:rPr lang="es-ES" err="1"/>
              <a:t>ionsequos</a:t>
            </a:r>
            <a:r>
              <a:rPr lang="es-ES"/>
              <a:t> es </a:t>
            </a:r>
            <a:r>
              <a:rPr lang="es-ES" err="1"/>
              <a:t>aut</a:t>
            </a:r>
            <a:r>
              <a:rPr lang="es-ES"/>
              <a:t> </a:t>
            </a:r>
            <a:r>
              <a:rPr lang="es-ES" err="1"/>
              <a:t>moloreptur</a:t>
            </a:r>
            <a:r>
              <a:rPr lang="es-ES"/>
              <a:t> </a:t>
            </a:r>
            <a:r>
              <a:rPr lang="es-ES" err="1"/>
              <a:t>molorep</a:t>
            </a:r>
            <a:r>
              <a:rPr lang="es-ES"/>
              <a:t> </a:t>
            </a:r>
            <a:r>
              <a:rPr lang="es-ES" err="1"/>
              <a:t>erspica</a:t>
            </a:r>
            <a:r>
              <a:rPr lang="es-ES"/>
              <a:t> </a:t>
            </a:r>
            <a:r>
              <a:rPr lang="es-ES" err="1"/>
              <a:t>tiossin</a:t>
            </a:r>
            <a:r>
              <a:rPr lang="es-ES"/>
              <a:t> </a:t>
            </a:r>
            <a:r>
              <a:rPr lang="es-ES" err="1"/>
              <a:t>vendae</a:t>
            </a:r>
            <a:r>
              <a:rPr lang="es-ES"/>
              <a:t> dolor as dolo </a:t>
            </a:r>
            <a:r>
              <a:rPr lang="es-ES" err="1"/>
              <a:t>consendit</a:t>
            </a:r>
            <a:r>
              <a:rPr lang="es-ES"/>
              <a:t>.		</a:t>
            </a:r>
          </a:p>
        </p:txBody>
      </p:sp>
      <p:sp>
        <p:nvSpPr>
          <p:cNvPr id="28" name="Marcador de texto 17">
            <a:extLst>
              <a:ext uri="{FF2B5EF4-FFF2-40B4-BE49-F238E27FC236}">
                <a16:creationId xmlns:a16="http://schemas.microsoft.com/office/drawing/2014/main" id="{9DEF0FCB-D24A-41C6-B6B1-2A1A3EA97F9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912051" y="3339367"/>
            <a:ext cx="3259136" cy="2992177"/>
          </a:xfrm>
        </p:spPr>
        <p:txBody>
          <a:bodyPr lIns="0">
            <a:noAutofit/>
          </a:bodyPr>
          <a:lstStyle>
            <a:lvl1pPr marL="0" indent="0">
              <a:lnSpc>
                <a:spcPts val="1700"/>
              </a:lnSpc>
              <a:spcBef>
                <a:spcPts val="900"/>
              </a:spcBef>
              <a:spcAft>
                <a:spcPts val="900"/>
              </a:spcAft>
              <a:buNone/>
              <a:defRPr sz="1440" b="0">
                <a:solidFill>
                  <a:srgbClr val="1E1E1E"/>
                </a:solidFill>
              </a:defRPr>
            </a:lvl1pPr>
          </a:lstStyle>
          <a:p>
            <a:pPr lvl="0"/>
            <a:r>
              <a:rPr lang="es-ES" err="1"/>
              <a:t>Poribus</a:t>
            </a:r>
            <a:r>
              <a:rPr lang="es-ES"/>
              <a:t> </a:t>
            </a:r>
            <a:r>
              <a:rPr lang="es-ES" err="1"/>
              <a:t>reiciis</a:t>
            </a:r>
            <a:r>
              <a:rPr lang="es-ES"/>
              <a:t> </a:t>
            </a:r>
            <a:r>
              <a:rPr lang="es-ES" err="1"/>
              <a:t>conseque</a:t>
            </a:r>
            <a:r>
              <a:rPr lang="es-ES"/>
              <a:t> </a:t>
            </a:r>
            <a:r>
              <a:rPr lang="es-ES" err="1"/>
              <a:t>conempo</a:t>
            </a:r>
            <a:r>
              <a:rPr lang="es-ES"/>
              <a:t> </a:t>
            </a:r>
            <a:r>
              <a:rPr lang="es-ES" err="1"/>
              <a:t>ribusam</a:t>
            </a:r>
            <a:r>
              <a:rPr lang="es-ES"/>
              <a:t> </a:t>
            </a:r>
            <a:r>
              <a:rPr lang="es-ES" err="1"/>
              <a:t>enimincil</a:t>
            </a:r>
            <a:r>
              <a:rPr lang="es-ES"/>
              <a:t> </a:t>
            </a:r>
            <a:r>
              <a:rPr lang="es-ES" err="1"/>
              <a:t>molupta</a:t>
            </a:r>
            <a:r>
              <a:rPr lang="es-ES"/>
              <a:t> </a:t>
            </a:r>
            <a:r>
              <a:rPr lang="es-ES" err="1"/>
              <a:t>tiatesed</a:t>
            </a:r>
            <a:r>
              <a:rPr lang="es-ES"/>
              <a:t> qui </a:t>
            </a:r>
            <a:r>
              <a:rPr lang="es-ES" err="1"/>
              <a:t>sit</a:t>
            </a:r>
            <a:r>
              <a:rPr lang="es-ES"/>
              <a:t> </a:t>
            </a:r>
            <a:r>
              <a:rPr lang="es-ES" err="1"/>
              <a:t>aut</a:t>
            </a:r>
            <a:r>
              <a:rPr lang="es-ES"/>
              <a:t> </a:t>
            </a:r>
            <a:r>
              <a:rPr lang="es-ES" err="1"/>
              <a:t>harit</a:t>
            </a:r>
            <a:r>
              <a:rPr lang="es-ES"/>
              <a:t>, </a:t>
            </a:r>
            <a:r>
              <a:rPr lang="es-ES" err="1"/>
              <a:t>quoditat</a:t>
            </a:r>
            <a:r>
              <a:rPr lang="es-ES"/>
              <a:t> mi, </a:t>
            </a:r>
            <a:r>
              <a:rPr lang="es-ES" err="1"/>
              <a:t>experum</a:t>
            </a:r>
            <a:r>
              <a:rPr lang="es-ES"/>
              <a:t> a </a:t>
            </a:r>
            <a:r>
              <a:rPr lang="es-ES" err="1"/>
              <a:t>conse</a:t>
            </a:r>
            <a:r>
              <a:rPr lang="es-ES"/>
              <a:t> </a:t>
            </a:r>
            <a:r>
              <a:rPr lang="es-ES" err="1"/>
              <a:t>sequamet</a:t>
            </a:r>
            <a:r>
              <a:rPr lang="es-ES"/>
              <a:t>, quid </a:t>
            </a:r>
            <a:r>
              <a:rPr lang="es-ES" err="1"/>
              <a:t>ullestrum</a:t>
            </a:r>
            <a:r>
              <a:rPr lang="es-ES"/>
              <a:t> quia </a:t>
            </a:r>
            <a:r>
              <a:rPr lang="es-ES" err="1"/>
              <a:t>estemqu</a:t>
            </a:r>
            <a:r>
              <a:rPr lang="es-ES"/>
              <a:t> </a:t>
            </a:r>
            <a:r>
              <a:rPr lang="es-ES" err="1"/>
              <a:t>idundam</a:t>
            </a:r>
            <a:r>
              <a:rPr lang="es-ES"/>
              <a:t> qui </a:t>
            </a:r>
            <a:r>
              <a:rPr lang="es-ES" err="1"/>
              <a:t>alitiis</a:t>
            </a:r>
            <a:r>
              <a:rPr lang="es-ES"/>
              <a:t> sitia quo </a:t>
            </a:r>
            <a:r>
              <a:rPr lang="es-ES" err="1"/>
              <a:t>totationsedi</a:t>
            </a:r>
            <a:r>
              <a:rPr lang="es-ES"/>
              <a:t> </a:t>
            </a:r>
            <a:r>
              <a:rPr lang="es-ES" err="1"/>
              <a:t>dolorpor</a:t>
            </a:r>
            <a:r>
              <a:rPr lang="es-ES"/>
              <a:t> </a:t>
            </a:r>
            <a:r>
              <a:rPr lang="es-ES" err="1"/>
              <a:t>samus</a:t>
            </a:r>
            <a:r>
              <a:rPr lang="es-ES"/>
              <a:t> am, </a:t>
            </a:r>
            <a:r>
              <a:rPr lang="es-ES" err="1"/>
              <a:t>ullabore</a:t>
            </a:r>
            <a:r>
              <a:rPr lang="es-ES"/>
              <a:t> </a:t>
            </a:r>
            <a:r>
              <a:rPr lang="es-ES" err="1"/>
              <a:t>nihicipsusa</a:t>
            </a:r>
            <a:r>
              <a:rPr lang="es-ES"/>
              <a:t> </a:t>
            </a:r>
            <a:r>
              <a:rPr lang="es-ES" err="1"/>
              <a:t>conse</a:t>
            </a:r>
            <a:r>
              <a:rPr lang="es-ES"/>
              <a:t> </a:t>
            </a:r>
            <a:r>
              <a:rPr lang="es-ES" err="1"/>
              <a:t>conet</a:t>
            </a:r>
            <a:r>
              <a:rPr lang="es-ES"/>
              <a:t> </a:t>
            </a:r>
            <a:r>
              <a:rPr lang="es-ES" err="1"/>
              <a:t>quuntin</a:t>
            </a:r>
            <a:r>
              <a:rPr lang="es-ES"/>
              <a:t> </a:t>
            </a:r>
            <a:r>
              <a:rPr lang="es-ES" err="1"/>
              <a:t>ullabor</a:t>
            </a:r>
            <a:r>
              <a:rPr lang="es-ES"/>
              <a:t> </a:t>
            </a:r>
            <a:r>
              <a:rPr lang="es-ES" err="1"/>
              <a:t>ionsequos</a:t>
            </a:r>
            <a:r>
              <a:rPr lang="es-ES"/>
              <a:t> es </a:t>
            </a:r>
            <a:r>
              <a:rPr lang="es-ES" err="1"/>
              <a:t>aut</a:t>
            </a:r>
            <a:r>
              <a:rPr lang="es-ES"/>
              <a:t> </a:t>
            </a:r>
            <a:r>
              <a:rPr lang="es-ES" err="1"/>
              <a:t>moloreptur</a:t>
            </a:r>
            <a:r>
              <a:rPr lang="es-ES"/>
              <a:t> </a:t>
            </a:r>
            <a:r>
              <a:rPr lang="es-ES" err="1"/>
              <a:t>molorep</a:t>
            </a:r>
            <a:r>
              <a:rPr lang="es-ES"/>
              <a:t> </a:t>
            </a:r>
            <a:r>
              <a:rPr lang="es-ES" err="1"/>
              <a:t>erspica</a:t>
            </a:r>
            <a:r>
              <a:rPr lang="es-ES"/>
              <a:t> </a:t>
            </a:r>
            <a:r>
              <a:rPr lang="es-ES" err="1"/>
              <a:t>tiossin</a:t>
            </a:r>
            <a:r>
              <a:rPr lang="es-ES"/>
              <a:t> </a:t>
            </a:r>
            <a:r>
              <a:rPr lang="es-ES" err="1"/>
              <a:t>vendae</a:t>
            </a:r>
            <a:r>
              <a:rPr lang="es-ES"/>
              <a:t> dolor as dolo </a:t>
            </a:r>
            <a:r>
              <a:rPr lang="es-ES" err="1"/>
              <a:t>consendit</a:t>
            </a:r>
            <a:r>
              <a:rPr lang="es-ES"/>
              <a:t>.		</a:t>
            </a: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2C51ABAD-344B-4945-9333-5C20ED89FE3B}"/>
              </a:ext>
            </a:extLst>
          </p:cNvPr>
          <p:cNvSpPr txBox="1"/>
          <p:nvPr userDrawn="1"/>
        </p:nvSpPr>
        <p:spPr>
          <a:xfrm>
            <a:off x="432928" y="7772943"/>
            <a:ext cx="4043094" cy="2400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960">
                <a:solidFill>
                  <a:srgbClr val="333333"/>
                </a:solidFill>
                <a:latin typeface="Century Gothic" panose="020B0502020202020204" pitchFamily="34" charset="0"/>
              </a:rPr>
              <a:t>© Copyright Universidad Europea. Todos los derechos reservados</a:t>
            </a:r>
            <a:endParaRPr lang="es-ES"/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410E6A35-FD8D-424A-963C-27B2367EF978}"/>
              </a:ext>
            </a:extLst>
          </p:cNvPr>
          <p:cNvSpPr/>
          <p:nvPr userDrawn="1"/>
        </p:nvSpPr>
        <p:spPr>
          <a:xfrm>
            <a:off x="13723938" y="7570604"/>
            <a:ext cx="384969" cy="384969"/>
          </a:xfrm>
          <a:prstGeom prst="rect">
            <a:avLst/>
          </a:prstGeom>
          <a:solidFill>
            <a:srgbClr val="FF32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6" name="Marcador de texto 4">
            <a:extLst>
              <a:ext uri="{FF2B5EF4-FFF2-40B4-BE49-F238E27FC236}">
                <a16:creationId xmlns:a16="http://schemas.microsoft.com/office/drawing/2014/main" id="{A6690533-EFD2-44B8-9B43-A66D920F5C7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06464" y="2392356"/>
            <a:ext cx="3089804" cy="894430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buNone/>
              <a:defRPr lang="es-ES" sz="2400" b="1" kern="1200" dirty="0">
                <a:solidFill>
                  <a:srgbClr val="1E1E1E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r>
              <a:rPr lang="es-ES" sz="2400" err="1"/>
              <a:t>Aximinct</a:t>
            </a:r>
            <a:r>
              <a:rPr lang="es-ES" sz="2400"/>
              <a:t> </a:t>
            </a:r>
            <a:r>
              <a:rPr lang="es-ES" sz="2400" err="1"/>
              <a:t>emquibus</a:t>
            </a:r>
            <a:r>
              <a:rPr lang="es-ES" sz="2400"/>
              <a:t> et </a:t>
            </a:r>
            <a:r>
              <a:rPr lang="es-ES" sz="2400" err="1"/>
              <a:t>facium</a:t>
            </a:r>
            <a:r>
              <a:rPr lang="es-ES" sz="2400"/>
              <a:t> </a:t>
            </a:r>
            <a:r>
              <a:rPr lang="es-ES" sz="2400" err="1"/>
              <a:t>natur</a:t>
            </a:r>
            <a:endParaRPr lang="en-US" sz="2400"/>
          </a:p>
        </p:txBody>
      </p:sp>
      <p:sp>
        <p:nvSpPr>
          <p:cNvPr id="18" name="Marcador de texto 4">
            <a:extLst>
              <a:ext uri="{FF2B5EF4-FFF2-40B4-BE49-F238E27FC236}">
                <a16:creationId xmlns:a16="http://schemas.microsoft.com/office/drawing/2014/main" id="{6F4B1AF0-3B4D-48F1-B8BA-5E80B030E5D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914020" y="2392356"/>
            <a:ext cx="3089804" cy="894430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buNone/>
              <a:defRPr lang="es-ES" sz="2400" b="1" kern="1200" dirty="0">
                <a:solidFill>
                  <a:srgbClr val="1E1E1E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r>
              <a:rPr lang="es-ES" sz="2400" err="1"/>
              <a:t>Aximinct</a:t>
            </a:r>
            <a:r>
              <a:rPr lang="es-ES" sz="2400"/>
              <a:t> </a:t>
            </a:r>
            <a:r>
              <a:rPr lang="es-ES" sz="2400" err="1"/>
              <a:t>emquibus</a:t>
            </a:r>
            <a:r>
              <a:rPr lang="es-ES" sz="2400"/>
              <a:t> et </a:t>
            </a:r>
            <a:r>
              <a:rPr lang="es-ES" sz="2400" err="1"/>
              <a:t>facium</a:t>
            </a:r>
            <a:r>
              <a:rPr lang="es-ES" sz="2400"/>
              <a:t> </a:t>
            </a:r>
            <a:r>
              <a:rPr lang="es-ES" sz="2400" err="1"/>
              <a:t>natur</a:t>
            </a:r>
            <a:endParaRPr lang="en-US" sz="2400"/>
          </a:p>
        </p:txBody>
      </p:sp>
      <p:sp>
        <p:nvSpPr>
          <p:cNvPr id="19" name="Marcador de texto 4">
            <a:extLst>
              <a:ext uri="{FF2B5EF4-FFF2-40B4-BE49-F238E27FC236}">
                <a16:creationId xmlns:a16="http://schemas.microsoft.com/office/drawing/2014/main" id="{8684ACDC-92BA-4BD5-ACC0-23F86F94CEA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912051" y="2392356"/>
            <a:ext cx="3089804" cy="894430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buNone/>
              <a:defRPr lang="es-ES" sz="2400" b="1" kern="1200" dirty="0">
                <a:solidFill>
                  <a:srgbClr val="1E1E1E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r>
              <a:rPr lang="es-ES" sz="2400" err="1"/>
              <a:t>Aximinct</a:t>
            </a:r>
            <a:r>
              <a:rPr lang="es-ES" sz="2400"/>
              <a:t> </a:t>
            </a:r>
            <a:r>
              <a:rPr lang="es-ES" sz="2400" err="1"/>
              <a:t>emquibus</a:t>
            </a:r>
            <a:r>
              <a:rPr lang="es-ES" sz="2400"/>
              <a:t> et </a:t>
            </a:r>
            <a:r>
              <a:rPr lang="es-ES" sz="2400" err="1"/>
              <a:t>facium</a:t>
            </a:r>
            <a:r>
              <a:rPr lang="es-ES" sz="2400"/>
              <a:t> </a:t>
            </a:r>
            <a:r>
              <a:rPr lang="es-ES" sz="2400" err="1"/>
              <a:t>natur</a:t>
            </a:r>
            <a:endParaRPr lang="en-US" sz="2400"/>
          </a:p>
        </p:txBody>
      </p:sp>
      <p:pic>
        <p:nvPicPr>
          <p:cNvPr id="15" name="Gráfico 14">
            <a:extLst>
              <a:ext uri="{FF2B5EF4-FFF2-40B4-BE49-F238E27FC236}">
                <a16:creationId xmlns:a16="http://schemas.microsoft.com/office/drawing/2014/main" id="{0F89C5E3-7842-4B5D-9A6A-5CF3A0E318B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4442" y="332974"/>
            <a:ext cx="1400054" cy="38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803610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+ Imagen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n 12">
            <a:extLst>
              <a:ext uri="{FF2B5EF4-FFF2-40B4-BE49-F238E27FC236}">
                <a16:creationId xmlns:a16="http://schemas.microsoft.com/office/drawing/2014/main" id="{2B6BA599-5F15-4877-AA2D-F2A98670851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4630399" cy="8229599"/>
          </a:xfrm>
          <a:prstGeom prst="rect">
            <a:avLst/>
          </a:prstGeom>
        </p:spPr>
      </p:pic>
      <p:sp>
        <p:nvSpPr>
          <p:cNvPr id="15" name="Marcador de texto 17">
            <a:extLst>
              <a:ext uri="{FF2B5EF4-FFF2-40B4-BE49-F238E27FC236}">
                <a16:creationId xmlns:a16="http://schemas.microsoft.com/office/drawing/2014/main" id="{FD03CA6B-5CA5-4C89-B920-7021E2BD3D7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81552" y="3506644"/>
            <a:ext cx="2967851" cy="859873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lang="es-ES" sz="2750" b="1" kern="1200" dirty="0">
                <a:solidFill>
                  <a:schemeClr val="bg1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r>
              <a:rPr lang="es-ES" err="1">
                <a:solidFill>
                  <a:schemeClr val="bg1"/>
                </a:solidFill>
              </a:rPr>
              <a:t>Lorem</a:t>
            </a:r>
            <a:r>
              <a:rPr lang="es-ES">
                <a:solidFill>
                  <a:schemeClr val="bg1"/>
                </a:solidFill>
              </a:rPr>
              <a:t> </a:t>
            </a:r>
            <a:r>
              <a:rPr lang="es-ES" err="1">
                <a:solidFill>
                  <a:schemeClr val="bg1"/>
                </a:solidFill>
              </a:rPr>
              <a:t>ipsum</a:t>
            </a:r>
            <a:r>
              <a:rPr lang="es-ES">
                <a:solidFill>
                  <a:schemeClr val="bg1"/>
                </a:solidFill>
              </a:rPr>
              <a:t> </a:t>
            </a:r>
            <a:r>
              <a:rPr lang="es-ES" err="1">
                <a:solidFill>
                  <a:schemeClr val="bg1"/>
                </a:solidFill>
              </a:rPr>
              <a:t>Imus</a:t>
            </a:r>
            <a:r>
              <a:rPr lang="es-ES">
                <a:solidFill>
                  <a:schemeClr val="bg1"/>
                </a:solidFill>
              </a:rPr>
              <a:t> </a:t>
            </a:r>
            <a:r>
              <a:rPr lang="es-ES" err="1">
                <a:solidFill>
                  <a:schemeClr val="bg1"/>
                </a:solidFill>
              </a:rPr>
              <a:t>deru</a:t>
            </a:r>
            <a:r>
              <a:rPr lang="es-ES">
                <a:solidFill>
                  <a:schemeClr val="bg1"/>
                </a:solidFill>
              </a:rPr>
              <a:t> </a:t>
            </a:r>
            <a:r>
              <a:rPr lang="es-ES" err="1">
                <a:solidFill>
                  <a:schemeClr val="bg1"/>
                </a:solidFill>
              </a:rPr>
              <a:t>llam</a:t>
            </a:r>
            <a:endParaRPr lang="es-ES">
              <a:solidFill>
                <a:schemeClr val="bg1"/>
              </a:solidFill>
            </a:endParaRPr>
          </a:p>
        </p:txBody>
      </p:sp>
      <p:sp>
        <p:nvSpPr>
          <p:cNvPr id="18" name="Marcador de texto 17">
            <a:extLst>
              <a:ext uri="{FF2B5EF4-FFF2-40B4-BE49-F238E27FC236}">
                <a16:creationId xmlns:a16="http://schemas.microsoft.com/office/drawing/2014/main" id="{B66AA8DE-E799-4ECE-B015-6D7A4D7F44D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89266" y="3791413"/>
            <a:ext cx="7334672" cy="575103"/>
          </a:xfrm>
        </p:spPr>
        <p:txBody>
          <a:bodyPr>
            <a:normAutofit/>
          </a:bodyPr>
          <a:lstStyle>
            <a:lvl1pPr marL="0" indent="0">
              <a:lnSpc>
                <a:spcPts val="2800"/>
              </a:lnSpc>
              <a:buNone/>
              <a:defRPr sz="2400" b="1"/>
            </a:lvl1pPr>
          </a:lstStyle>
          <a:p>
            <a:pPr lvl="0"/>
            <a:r>
              <a:rPr lang="es-ES" err="1"/>
              <a:t>Aximinct</a:t>
            </a:r>
            <a:r>
              <a:rPr lang="es-ES"/>
              <a:t> </a:t>
            </a:r>
            <a:r>
              <a:rPr lang="es-ES" err="1"/>
              <a:t>emquibus</a:t>
            </a:r>
            <a:r>
              <a:rPr lang="es-ES"/>
              <a:t> et </a:t>
            </a:r>
            <a:r>
              <a:rPr lang="es-ES" err="1"/>
              <a:t>facium</a:t>
            </a:r>
            <a:r>
              <a:rPr lang="es-ES"/>
              <a:t> </a:t>
            </a:r>
            <a:r>
              <a:rPr lang="es-ES" err="1"/>
              <a:t>natur</a:t>
            </a:r>
            <a:endParaRPr lang="es-ES"/>
          </a:p>
        </p:txBody>
      </p:sp>
      <p:sp>
        <p:nvSpPr>
          <p:cNvPr id="19" name="Marcador de texto 17">
            <a:extLst>
              <a:ext uri="{FF2B5EF4-FFF2-40B4-BE49-F238E27FC236}">
                <a16:creationId xmlns:a16="http://schemas.microsoft.com/office/drawing/2014/main" id="{AD3EB5F9-F938-40BF-A1F5-C2F0B3B8961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86091" y="4376791"/>
            <a:ext cx="7334672" cy="2941584"/>
          </a:xfrm>
        </p:spPr>
        <p:txBody>
          <a:bodyPr>
            <a:noAutofit/>
          </a:bodyPr>
          <a:lstStyle>
            <a:lvl1pPr marL="0" indent="0">
              <a:lnSpc>
                <a:spcPts val="1700"/>
              </a:lnSpc>
              <a:spcBef>
                <a:spcPts val="900"/>
              </a:spcBef>
              <a:buNone/>
              <a:defRPr sz="1440" b="0">
                <a:solidFill>
                  <a:srgbClr val="1E1E1E"/>
                </a:solidFill>
              </a:defRPr>
            </a:lvl1pPr>
          </a:lstStyle>
          <a:p>
            <a:pPr lvl="0"/>
            <a:r>
              <a:rPr lang="es-ES" err="1"/>
              <a:t>Poribus</a:t>
            </a:r>
            <a:r>
              <a:rPr lang="es-ES"/>
              <a:t> </a:t>
            </a:r>
            <a:r>
              <a:rPr lang="es-ES" err="1"/>
              <a:t>reiciis</a:t>
            </a:r>
            <a:r>
              <a:rPr lang="es-ES"/>
              <a:t> </a:t>
            </a:r>
            <a:r>
              <a:rPr lang="es-ES" err="1"/>
              <a:t>conseque</a:t>
            </a:r>
            <a:r>
              <a:rPr lang="es-ES"/>
              <a:t> </a:t>
            </a:r>
            <a:r>
              <a:rPr lang="es-ES" err="1"/>
              <a:t>conempo</a:t>
            </a:r>
            <a:r>
              <a:rPr lang="es-ES"/>
              <a:t> </a:t>
            </a:r>
            <a:r>
              <a:rPr lang="es-ES" err="1"/>
              <a:t>ribusam</a:t>
            </a:r>
            <a:r>
              <a:rPr lang="es-ES"/>
              <a:t> </a:t>
            </a:r>
            <a:r>
              <a:rPr lang="es-ES" err="1"/>
              <a:t>enimincil</a:t>
            </a:r>
            <a:r>
              <a:rPr lang="es-ES"/>
              <a:t> </a:t>
            </a:r>
            <a:r>
              <a:rPr lang="es-ES" err="1"/>
              <a:t>molupta</a:t>
            </a:r>
            <a:r>
              <a:rPr lang="es-ES"/>
              <a:t> </a:t>
            </a:r>
            <a:r>
              <a:rPr lang="es-ES" err="1"/>
              <a:t>tiatesed</a:t>
            </a:r>
            <a:r>
              <a:rPr lang="es-ES"/>
              <a:t> qui </a:t>
            </a:r>
            <a:r>
              <a:rPr lang="es-ES" err="1"/>
              <a:t>sit</a:t>
            </a:r>
            <a:r>
              <a:rPr lang="es-ES"/>
              <a:t> </a:t>
            </a:r>
            <a:r>
              <a:rPr lang="es-ES" err="1"/>
              <a:t>aut</a:t>
            </a:r>
            <a:r>
              <a:rPr lang="es-ES"/>
              <a:t> </a:t>
            </a:r>
            <a:r>
              <a:rPr lang="es-ES" err="1"/>
              <a:t>harit</a:t>
            </a:r>
            <a:r>
              <a:rPr lang="es-ES"/>
              <a:t>, </a:t>
            </a:r>
            <a:r>
              <a:rPr lang="es-ES" err="1"/>
              <a:t>quoditat</a:t>
            </a:r>
            <a:r>
              <a:rPr lang="es-ES"/>
              <a:t> mi, </a:t>
            </a:r>
            <a:r>
              <a:rPr lang="es-ES" err="1"/>
              <a:t>experum</a:t>
            </a:r>
            <a:r>
              <a:rPr lang="es-ES"/>
              <a:t> a </a:t>
            </a:r>
            <a:r>
              <a:rPr lang="es-ES" err="1"/>
              <a:t>conse</a:t>
            </a:r>
            <a:r>
              <a:rPr lang="es-ES"/>
              <a:t> </a:t>
            </a:r>
            <a:r>
              <a:rPr lang="es-ES" err="1"/>
              <a:t>sequamet</a:t>
            </a:r>
            <a:r>
              <a:rPr lang="es-ES"/>
              <a:t>, quid </a:t>
            </a:r>
            <a:r>
              <a:rPr lang="es-ES" err="1"/>
              <a:t>ullestrum</a:t>
            </a:r>
            <a:r>
              <a:rPr lang="es-ES"/>
              <a:t> quia </a:t>
            </a:r>
            <a:r>
              <a:rPr lang="es-ES" err="1"/>
              <a:t>estemqu</a:t>
            </a:r>
            <a:r>
              <a:rPr lang="es-ES"/>
              <a:t> </a:t>
            </a:r>
            <a:r>
              <a:rPr lang="es-ES" err="1"/>
              <a:t>idun</a:t>
            </a:r>
            <a:r>
              <a:rPr lang="es-ES"/>
              <a:t> qui </a:t>
            </a:r>
            <a:r>
              <a:rPr lang="es-ES" err="1"/>
              <a:t>alitis</a:t>
            </a:r>
            <a:r>
              <a:rPr lang="es-ES"/>
              <a:t> </a:t>
            </a:r>
            <a:r>
              <a:rPr lang="es-ES" err="1"/>
              <a:t>harit</a:t>
            </a:r>
            <a:r>
              <a:rPr lang="es-ES"/>
              <a:t>, </a:t>
            </a:r>
            <a:r>
              <a:rPr lang="es-ES" err="1"/>
              <a:t>quoditat</a:t>
            </a:r>
            <a:r>
              <a:rPr lang="es-ES"/>
              <a:t> mi, </a:t>
            </a:r>
            <a:r>
              <a:rPr lang="es-ES" err="1"/>
              <a:t>experum</a:t>
            </a:r>
            <a:r>
              <a:rPr lang="es-ES"/>
              <a:t> a </a:t>
            </a:r>
            <a:r>
              <a:rPr lang="es-ES" err="1"/>
              <a:t>conse</a:t>
            </a:r>
            <a:r>
              <a:rPr lang="es-ES"/>
              <a:t> </a:t>
            </a:r>
            <a:r>
              <a:rPr lang="es-ES" err="1"/>
              <a:t>sequamet</a:t>
            </a:r>
            <a:r>
              <a:rPr lang="es-ES"/>
              <a:t>, quid </a:t>
            </a:r>
            <a:r>
              <a:rPr lang="es-ES" err="1"/>
              <a:t>ullestrum</a:t>
            </a:r>
            <a:r>
              <a:rPr lang="es-ES"/>
              <a:t> quia </a:t>
            </a:r>
            <a:r>
              <a:rPr lang="es-ES" err="1"/>
              <a:t>estemqu</a:t>
            </a:r>
            <a:r>
              <a:rPr lang="es-ES"/>
              <a:t> </a:t>
            </a:r>
            <a:r>
              <a:rPr lang="es-ES" err="1"/>
              <a:t>idun</a:t>
            </a:r>
            <a:r>
              <a:rPr lang="es-ES"/>
              <a:t> qui </a:t>
            </a:r>
            <a:r>
              <a:rPr lang="es-ES" err="1"/>
              <a:t>alitis</a:t>
            </a:r>
            <a:r>
              <a:rPr lang="es-ES"/>
              <a:t> </a:t>
            </a:r>
            <a:r>
              <a:rPr lang="es-ES" err="1"/>
              <a:t>harit</a:t>
            </a:r>
            <a:r>
              <a:rPr lang="es-ES"/>
              <a:t>, </a:t>
            </a:r>
            <a:r>
              <a:rPr lang="es-ES" err="1"/>
              <a:t>quoditat</a:t>
            </a:r>
            <a:r>
              <a:rPr lang="es-ES"/>
              <a:t> mi, </a:t>
            </a:r>
            <a:r>
              <a:rPr lang="es-ES" err="1"/>
              <a:t>experum</a:t>
            </a:r>
            <a:r>
              <a:rPr lang="es-ES"/>
              <a:t> a </a:t>
            </a:r>
            <a:r>
              <a:rPr lang="es-ES" err="1"/>
              <a:t>conse</a:t>
            </a:r>
            <a:r>
              <a:rPr lang="es-ES"/>
              <a:t> </a:t>
            </a:r>
            <a:r>
              <a:rPr lang="es-ES" err="1"/>
              <a:t>sequamet</a:t>
            </a:r>
            <a:r>
              <a:rPr lang="es-ES"/>
              <a:t>, quid </a:t>
            </a:r>
            <a:r>
              <a:rPr lang="es-ES" err="1"/>
              <a:t>ullestrum</a:t>
            </a:r>
            <a:r>
              <a:rPr lang="es-ES"/>
              <a:t> quia </a:t>
            </a:r>
            <a:r>
              <a:rPr lang="es-ES" err="1"/>
              <a:t>estemqu</a:t>
            </a:r>
            <a:r>
              <a:rPr lang="es-ES"/>
              <a:t> </a:t>
            </a:r>
            <a:r>
              <a:rPr lang="es-ES" err="1"/>
              <a:t>idun</a:t>
            </a:r>
            <a:r>
              <a:rPr lang="es-ES"/>
              <a:t>.</a:t>
            </a:r>
          </a:p>
          <a:p>
            <a:pPr lvl="0"/>
            <a:r>
              <a:rPr lang="es-ES" err="1"/>
              <a:t>Poribus</a:t>
            </a:r>
            <a:r>
              <a:rPr lang="es-ES"/>
              <a:t> </a:t>
            </a:r>
            <a:r>
              <a:rPr lang="es-ES" err="1"/>
              <a:t>reiciis</a:t>
            </a:r>
            <a:r>
              <a:rPr lang="es-ES"/>
              <a:t> </a:t>
            </a:r>
            <a:r>
              <a:rPr lang="es-ES" err="1"/>
              <a:t>conseque</a:t>
            </a:r>
            <a:r>
              <a:rPr lang="es-ES"/>
              <a:t> </a:t>
            </a:r>
            <a:r>
              <a:rPr lang="es-ES" err="1"/>
              <a:t>conempo</a:t>
            </a:r>
            <a:r>
              <a:rPr lang="es-ES"/>
              <a:t> </a:t>
            </a:r>
            <a:r>
              <a:rPr lang="es-ES" err="1"/>
              <a:t>ribusam</a:t>
            </a:r>
            <a:r>
              <a:rPr lang="es-ES"/>
              <a:t> </a:t>
            </a:r>
            <a:r>
              <a:rPr lang="es-ES" err="1"/>
              <a:t>enimincil</a:t>
            </a:r>
            <a:r>
              <a:rPr lang="es-ES"/>
              <a:t> </a:t>
            </a:r>
            <a:r>
              <a:rPr lang="es-ES" err="1"/>
              <a:t>molupta</a:t>
            </a:r>
            <a:r>
              <a:rPr lang="es-ES"/>
              <a:t> </a:t>
            </a:r>
            <a:r>
              <a:rPr lang="es-ES" err="1"/>
              <a:t>tiatesed</a:t>
            </a:r>
            <a:r>
              <a:rPr lang="es-ES"/>
              <a:t> qui </a:t>
            </a:r>
            <a:r>
              <a:rPr lang="es-ES" err="1"/>
              <a:t>sit</a:t>
            </a:r>
            <a:r>
              <a:rPr lang="es-ES"/>
              <a:t> </a:t>
            </a:r>
            <a:r>
              <a:rPr lang="es-ES" err="1"/>
              <a:t>aut</a:t>
            </a:r>
            <a:r>
              <a:rPr lang="es-ES"/>
              <a:t> </a:t>
            </a:r>
            <a:r>
              <a:rPr lang="es-ES" err="1"/>
              <a:t>harit</a:t>
            </a:r>
            <a:r>
              <a:rPr lang="es-ES"/>
              <a:t>, </a:t>
            </a:r>
            <a:r>
              <a:rPr lang="es-ES" err="1"/>
              <a:t>quoditat</a:t>
            </a:r>
            <a:r>
              <a:rPr lang="es-ES"/>
              <a:t> mi, </a:t>
            </a:r>
            <a:r>
              <a:rPr lang="es-ES" err="1"/>
              <a:t>experum</a:t>
            </a:r>
            <a:r>
              <a:rPr lang="es-ES"/>
              <a:t> a </a:t>
            </a:r>
            <a:r>
              <a:rPr lang="es-ES" err="1"/>
              <a:t>conse</a:t>
            </a:r>
            <a:r>
              <a:rPr lang="es-ES"/>
              <a:t> </a:t>
            </a:r>
            <a:r>
              <a:rPr lang="es-ES" err="1"/>
              <a:t>sequamet</a:t>
            </a:r>
            <a:r>
              <a:rPr lang="es-ES"/>
              <a:t>, quid </a:t>
            </a:r>
            <a:r>
              <a:rPr lang="es-ES" err="1"/>
              <a:t>ullestrum</a:t>
            </a:r>
            <a:r>
              <a:rPr lang="es-ES"/>
              <a:t> quia </a:t>
            </a:r>
            <a:r>
              <a:rPr lang="es-ES" err="1"/>
              <a:t>estemqu</a:t>
            </a:r>
            <a:r>
              <a:rPr lang="es-ES"/>
              <a:t> </a:t>
            </a:r>
            <a:r>
              <a:rPr lang="es-ES" err="1"/>
              <a:t>idun</a:t>
            </a:r>
            <a:r>
              <a:rPr lang="es-ES"/>
              <a:t> qui </a:t>
            </a:r>
            <a:r>
              <a:rPr lang="es-ES" err="1"/>
              <a:t>alitis</a:t>
            </a:r>
            <a:r>
              <a:rPr lang="es-ES"/>
              <a:t> </a:t>
            </a:r>
            <a:r>
              <a:rPr lang="es-ES" err="1"/>
              <a:t>harit</a:t>
            </a:r>
            <a:r>
              <a:rPr lang="es-ES"/>
              <a:t>, </a:t>
            </a:r>
            <a:r>
              <a:rPr lang="es-ES" err="1"/>
              <a:t>quoditat</a:t>
            </a:r>
            <a:r>
              <a:rPr lang="es-ES"/>
              <a:t> mi, </a:t>
            </a:r>
            <a:r>
              <a:rPr lang="es-ES" err="1"/>
              <a:t>experum</a:t>
            </a:r>
            <a:r>
              <a:rPr lang="es-ES"/>
              <a:t> a </a:t>
            </a:r>
            <a:r>
              <a:rPr lang="es-ES" err="1"/>
              <a:t>conse</a:t>
            </a:r>
            <a:r>
              <a:rPr lang="es-ES"/>
              <a:t> </a:t>
            </a:r>
            <a:r>
              <a:rPr lang="es-ES" err="1"/>
              <a:t>sequamet</a:t>
            </a:r>
            <a:r>
              <a:rPr lang="es-ES"/>
              <a:t>, quid </a:t>
            </a:r>
            <a:r>
              <a:rPr lang="es-ES" err="1"/>
              <a:t>ullestrum</a:t>
            </a:r>
            <a:r>
              <a:rPr lang="es-ES"/>
              <a:t> quia </a:t>
            </a:r>
            <a:r>
              <a:rPr lang="es-ES" err="1"/>
              <a:t>estemqu</a:t>
            </a:r>
            <a:r>
              <a:rPr lang="es-ES"/>
              <a:t> </a:t>
            </a:r>
            <a:r>
              <a:rPr lang="es-ES" err="1"/>
              <a:t>idun</a:t>
            </a:r>
            <a:r>
              <a:rPr lang="es-ES"/>
              <a:t> qui </a:t>
            </a:r>
            <a:r>
              <a:rPr lang="es-ES" err="1"/>
              <a:t>alitis</a:t>
            </a:r>
            <a:r>
              <a:rPr lang="es-ES"/>
              <a:t> </a:t>
            </a:r>
            <a:r>
              <a:rPr lang="es-ES" err="1"/>
              <a:t>harit</a:t>
            </a:r>
            <a:r>
              <a:rPr lang="es-ES"/>
              <a:t>, </a:t>
            </a:r>
            <a:r>
              <a:rPr lang="es-ES" err="1"/>
              <a:t>quoditat</a:t>
            </a:r>
            <a:r>
              <a:rPr lang="es-ES"/>
              <a:t> mi, </a:t>
            </a:r>
            <a:r>
              <a:rPr lang="es-ES" err="1"/>
              <a:t>experum</a:t>
            </a:r>
            <a:r>
              <a:rPr lang="es-ES"/>
              <a:t> a </a:t>
            </a:r>
            <a:r>
              <a:rPr lang="es-ES" err="1"/>
              <a:t>conse</a:t>
            </a:r>
            <a:r>
              <a:rPr lang="es-ES"/>
              <a:t> </a:t>
            </a:r>
            <a:r>
              <a:rPr lang="es-ES" err="1"/>
              <a:t>sequamet</a:t>
            </a:r>
            <a:r>
              <a:rPr lang="es-ES"/>
              <a:t>, quid </a:t>
            </a:r>
            <a:r>
              <a:rPr lang="es-ES" err="1"/>
              <a:t>ullestrum</a:t>
            </a:r>
            <a:r>
              <a:rPr lang="es-ES"/>
              <a:t> quia.</a:t>
            </a:r>
          </a:p>
        </p:txBody>
      </p:sp>
      <p:sp>
        <p:nvSpPr>
          <p:cNvPr id="20" name="Marcador de texto 17">
            <a:extLst>
              <a:ext uri="{FF2B5EF4-FFF2-40B4-BE49-F238E27FC236}">
                <a16:creationId xmlns:a16="http://schemas.microsoft.com/office/drawing/2014/main" id="{F31B79CC-203A-485E-A8C2-5CF4EF2C6E5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881552" y="4450064"/>
            <a:ext cx="3460068" cy="1049036"/>
          </a:xfrm>
        </p:spPr>
        <p:txBody>
          <a:bodyPr>
            <a:noAutofit/>
          </a:bodyPr>
          <a:lstStyle>
            <a:lvl1pPr marL="0" indent="0">
              <a:lnSpc>
                <a:spcPts val="1800"/>
              </a:lnSpc>
              <a:buNone/>
              <a:defRPr sz="144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s-ES"/>
              <a:t>Ma </a:t>
            </a:r>
            <a:r>
              <a:rPr lang="es-ES" err="1"/>
              <a:t>vendest</a:t>
            </a:r>
            <a:r>
              <a:rPr lang="es-ES"/>
              <a:t> as </a:t>
            </a:r>
            <a:r>
              <a:rPr lang="es-ES" err="1"/>
              <a:t>reiciis</a:t>
            </a:r>
            <a:r>
              <a:rPr lang="es-ES"/>
              <a:t> </a:t>
            </a:r>
            <a:r>
              <a:rPr lang="es-ES" err="1"/>
              <a:t>conseque</a:t>
            </a:r>
            <a:r>
              <a:rPr lang="es-ES"/>
              <a:t> </a:t>
            </a:r>
            <a:r>
              <a:rPr lang="es-ES" err="1"/>
              <a:t>conempo</a:t>
            </a:r>
            <a:r>
              <a:rPr lang="es-ES"/>
              <a:t> </a:t>
            </a:r>
            <a:r>
              <a:rPr lang="es-ES" err="1"/>
              <a:t>ribusam</a:t>
            </a:r>
            <a:r>
              <a:rPr lang="es-ES"/>
              <a:t> </a:t>
            </a:r>
            <a:r>
              <a:rPr lang="es-ES" err="1"/>
              <a:t>enimincil</a:t>
            </a:r>
            <a:r>
              <a:rPr lang="es-ES"/>
              <a:t> </a:t>
            </a:r>
            <a:r>
              <a:rPr lang="es-ES" err="1"/>
              <a:t>molupta</a:t>
            </a:r>
            <a:r>
              <a:rPr lang="es-ES"/>
              <a:t> </a:t>
            </a:r>
            <a:r>
              <a:rPr lang="es-ES" err="1"/>
              <a:t>tiatesed</a:t>
            </a:r>
            <a:r>
              <a:rPr lang="es-ES"/>
              <a:t> qui </a:t>
            </a:r>
            <a:r>
              <a:rPr lang="es-ES" err="1"/>
              <a:t>sit</a:t>
            </a:r>
            <a:r>
              <a:rPr lang="es-ES"/>
              <a:t> </a:t>
            </a:r>
            <a:r>
              <a:rPr lang="es-ES" err="1"/>
              <a:t>aut</a:t>
            </a:r>
            <a:r>
              <a:rPr lang="es-ES"/>
              <a:t>.</a:t>
            </a:r>
          </a:p>
        </p:txBody>
      </p:sp>
      <p:sp>
        <p:nvSpPr>
          <p:cNvPr id="21" name="Marcador de posición de imagen 7">
            <a:extLst>
              <a:ext uri="{FF2B5EF4-FFF2-40B4-BE49-F238E27FC236}">
                <a16:creationId xmlns:a16="http://schemas.microsoft.com/office/drawing/2014/main" id="{288C9D37-B96B-4F74-A547-EEFFABD3F7C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06996" y="911225"/>
            <a:ext cx="12813767" cy="2403957"/>
          </a:xfrm>
          <a:solidFill>
            <a:schemeClr val="bg1">
              <a:lumMod val="95000"/>
            </a:schemeClr>
          </a:solidFill>
          <a:ln w="12700">
            <a:solidFill>
              <a:srgbClr val="FF3228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0459E2A-3164-49CE-8E2D-6CEA93FB23A7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B005B2D1-880E-4846-A216-7D6770BA1332}" type="slidenum">
              <a:rPr lang="es-ES" smtClean="0"/>
              <a:pPr/>
              <a:t>‹#›</a:t>
            </a:fld>
            <a:endParaRPr lang="es-ES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15024829-CBD6-4287-87FC-8DF3F1318403}"/>
              </a:ext>
            </a:extLst>
          </p:cNvPr>
          <p:cNvSpPr txBox="1"/>
          <p:nvPr userDrawn="1"/>
        </p:nvSpPr>
        <p:spPr>
          <a:xfrm>
            <a:off x="432928" y="7772943"/>
            <a:ext cx="4043094" cy="2400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960">
                <a:solidFill>
                  <a:srgbClr val="1E1E1E"/>
                </a:solidFill>
                <a:latin typeface="Century Gothic" panose="020B0502020202020204" pitchFamily="34" charset="0"/>
              </a:rPr>
              <a:t>© Copyright Universidad Europea. Todos los derechos reservados</a:t>
            </a:r>
            <a:endParaRPr lang="es-ES">
              <a:solidFill>
                <a:srgbClr val="1E1E1E"/>
              </a:solidFill>
            </a:endParaRPr>
          </a:p>
        </p:txBody>
      </p:sp>
      <p:pic>
        <p:nvPicPr>
          <p:cNvPr id="16" name="Gráfico 15">
            <a:extLst>
              <a:ext uri="{FF2B5EF4-FFF2-40B4-BE49-F238E27FC236}">
                <a16:creationId xmlns:a16="http://schemas.microsoft.com/office/drawing/2014/main" id="{53EBFAFB-103E-4A3C-9756-4659E641544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323884" y="7585901"/>
            <a:ext cx="1400054" cy="385200"/>
          </a:xfrm>
          <a:prstGeom prst="rect">
            <a:avLst/>
          </a:prstGeom>
        </p:spPr>
      </p:pic>
      <p:sp>
        <p:nvSpPr>
          <p:cNvPr id="22" name="Rectángulo 21">
            <a:extLst>
              <a:ext uri="{FF2B5EF4-FFF2-40B4-BE49-F238E27FC236}">
                <a16:creationId xmlns:a16="http://schemas.microsoft.com/office/drawing/2014/main" id="{D1AD40A5-A897-4731-BF12-1367B540BA97}"/>
              </a:ext>
            </a:extLst>
          </p:cNvPr>
          <p:cNvSpPr/>
          <p:nvPr userDrawn="1"/>
        </p:nvSpPr>
        <p:spPr>
          <a:xfrm>
            <a:off x="524442" y="332974"/>
            <a:ext cx="384969" cy="38496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6246793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+ Imagen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n 12">
            <a:extLst>
              <a:ext uri="{FF2B5EF4-FFF2-40B4-BE49-F238E27FC236}">
                <a16:creationId xmlns:a16="http://schemas.microsoft.com/office/drawing/2014/main" id="{2B6BA599-5F15-4877-AA2D-F2A98670851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4630399" cy="8229599"/>
          </a:xfrm>
          <a:prstGeom prst="rect">
            <a:avLst/>
          </a:prstGeom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21D4F7DB-0F2C-408A-ABA7-11AAC130F2AE}"/>
              </a:ext>
            </a:extLst>
          </p:cNvPr>
          <p:cNvSpPr/>
          <p:nvPr userDrawn="1"/>
        </p:nvSpPr>
        <p:spPr>
          <a:xfrm>
            <a:off x="12908496" y="797150"/>
            <a:ext cx="968580" cy="266841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/>
              <a:t>v</a:t>
            </a:r>
          </a:p>
        </p:txBody>
      </p:sp>
      <p:sp>
        <p:nvSpPr>
          <p:cNvPr id="15" name="Marcador de texto 17">
            <a:extLst>
              <a:ext uri="{FF2B5EF4-FFF2-40B4-BE49-F238E27FC236}">
                <a16:creationId xmlns:a16="http://schemas.microsoft.com/office/drawing/2014/main" id="{FD03CA6B-5CA5-4C89-B920-7021E2BD3D7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81552" y="3506644"/>
            <a:ext cx="2967851" cy="859873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lang="es-ES" sz="2750" b="1" kern="1200" dirty="0">
                <a:solidFill>
                  <a:schemeClr val="bg1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r>
              <a:rPr lang="es-ES" err="1">
                <a:solidFill>
                  <a:schemeClr val="bg1"/>
                </a:solidFill>
              </a:rPr>
              <a:t>Lorem</a:t>
            </a:r>
            <a:r>
              <a:rPr lang="es-ES">
                <a:solidFill>
                  <a:schemeClr val="bg1"/>
                </a:solidFill>
              </a:rPr>
              <a:t> </a:t>
            </a:r>
            <a:r>
              <a:rPr lang="es-ES" err="1">
                <a:solidFill>
                  <a:schemeClr val="bg1"/>
                </a:solidFill>
              </a:rPr>
              <a:t>ipsum</a:t>
            </a:r>
            <a:r>
              <a:rPr lang="es-ES">
                <a:solidFill>
                  <a:schemeClr val="bg1"/>
                </a:solidFill>
              </a:rPr>
              <a:t> </a:t>
            </a:r>
            <a:r>
              <a:rPr lang="es-ES" err="1">
                <a:solidFill>
                  <a:schemeClr val="bg1"/>
                </a:solidFill>
              </a:rPr>
              <a:t>Imus</a:t>
            </a:r>
            <a:r>
              <a:rPr lang="es-ES">
                <a:solidFill>
                  <a:schemeClr val="bg1"/>
                </a:solidFill>
              </a:rPr>
              <a:t> </a:t>
            </a:r>
            <a:r>
              <a:rPr lang="es-ES" err="1">
                <a:solidFill>
                  <a:schemeClr val="bg1"/>
                </a:solidFill>
              </a:rPr>
              <a:t>deru</a:t>
            </a:r>
            <a:r>
              <a:rPr lang="es-ES">
                <a:solidFill>
                  <a:schemeClr val="bg1"/>
                </a:solidFill>
              </a:rPr>
              <a:t> </a:t>
            </a:r>
            <a:r>
              <a:rPr lang="es-ES" err="1">
                <a:solidFill>
                  <a:schemeClr val="bg1"/>
                </a:solidFill>
              </a:rPr>
              <a:t>llam</a:t>
            </a:r>
            <a:endParaRPr lang="es-ES">
              <a:solidFill>
                <a:schemeClr val="bg1"/>
              </a:solidFill>
            </a:endParaRPr>
          </a:p>
        </p:txBody>
      </p:sp>
      <p:sp>
        <p:nvSpPr>
          <p:cNvPr id="18" name="Marcador de texto 17">
            <a:extLst>
              <a:ext uri="{FF2B5EF4-FFF2-40B4-BE49-F238E27FC236}">
                <a16:creationId xmlns:a16="http://schemas.microsoft.com/office/drawing/2014/main" id="{B66AA8DE-E799-4ECE-B015-6D7A4D7F44D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89266" y="3791413"/>
            <a:ext cx="7334672" cy="585377"/>
          </a:xfrm>
        </p:spPr>
        <p:txBody>
          <a:bodyPr>
            <a:normAutofit/>
          </a:bodyPr>
          <a:lstStyle>
            <a:lvl1pPr marL="0" indent="0">
              <a:lnSpc>
                <a:spcPts val="2800"/>
              </a:lnSpc>
              <a:buNone/>
              <a:defRPr sz="2400" b="1"/>
            </a:lvl1pPr>
          </a:lstStyle>
          <a:p>
            <a:pPr lvl="0"/>
            <a:r>
              <a:rPr lang="es-ES" err="1"/>
              <a:t>Aximinct</a:t>
            </a:r>
            <a:r>
              <a:rPr lang="es-ES"/>
              <a:t> </a:t>
            </a:r>
            <a:r>
              <a:rPr lang="es-ES" err="1"/>
              <a:t>emquibus</a:t>
            </a:r>
            <a:r>
              <a:rPr lang="es-ES"/>
              <a:t> et </a:t>
            </a:r>
            <a:r>
              <a:rPr lang="es-ES" err="1"/>
              <a:t>facium</a:t>
            </a:r>
            <a:r>
              <a:rPr lang="es-ES"/>
              <a:t> </a:t>
            </a:r>
            <a:r>
              <a:rPr lang="es-ES" err="1"/>
              <a:t>natur</a:t>
            </a:r>
            <a:endParaRPr lang="es-ES"/>
          </a:p>
        </p:txBody>
      </p:sp>
      <p:sp>
        <p:nvSpPr>
          <p:cNvPr id="19" name="Marcador de texto 17">
            <a:extLst>
              <a:ext uri="{FF2B5EF4-FFF2-40B4-BE49-F238E27FC236}">
                <a16:creationId xmlns:a16="http://schemas.microsoft.com/office/drawing/2014/main" id="{AD3EB5F9-F938-40BF-A1F5-C2F0B3B8961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86091" y="4376791"/>
            <a:ext cx="7334672" cy="2941584"/>
          </a:xfrm>
        </p:spPr>
        <p:txBody>
          <a:bodyPr>
            <a:noAutofit/>
          </a:bodyPr>
          <a:lstStyle>
            <a:lvl1pPr marL="0" indent="0">
              <a:lnSpc>
                <a:spcPts val="1700"/>
              </a:lnSpc>
              <a:spcBef>
                <a:spcPts val="900"/>
              </a:spcBef>
              <a:buNone/>
              <a:defRPr sz="1440" b="0">
                <a:solidFill>
                  <a:srgbClr val="1E1E1E"/>
                </a:solidFill>
              </a:defRPr>
            </a:lvl1pPr>
          </a:lstStyle>
          <a:p>
            <a:pPr lvl="0"/>
            <a:r>
              <a:rPr lang="es-ES" err="1"/>
              <a:t>Poribus</a:t>
            </a:r>
            <a:r>
              <a:rPr lang="es-ES"/>
              <a:t> </a:t>
            </a:r>
            <a:r>
              <a:rPr lang="es-ES" err="1"/>
              <a:t>reiciis</a:t>
            </a:r>
            <a:r>
              <a:rPr lang="es-ES"/>
              <a:t> </a:t>
            </a:r>
            <a:r>
              <a:rPr lang="es-ES" err="1"/>
              <a:t>conseque</a:t>
            </a:r>
            <a:r>
              <a:rPr lang="es-ES"/>
              <a:t> </a:t>
            </a:r>
            <a:r>
              <a:rPr lang="es-ES" err="1"/>
              <a:t>conempo</a:t>
            </a:r>
            <a:r>
              <a:rPr lang="es-ES"/>
              <a:t> </a:t>
            </a:r>
            <a:r>
              <a:rPr lang="es-ES" err="1"/>
              <a:t>ribusam</a:t>
            </a:r>
            <a:r>
              <a:rPr lang="es-ES"/>
              <a:t> </a:t>
            </a:r>
            <a:r>
              <a:rPr lang="es-ES" err="1"/>
              <a:t>enimincil</a:t>
            </a:r>
            <a:r>
              <a:rPr lang="es-ES"/>
              <a:t> </a:t>
            </a:r>
            <a:r>
              <a:rPr lang="es-ES" err="1"/>
              <a:t>molupta</a:t>
            </a:r>
            <a:r>
              <a:rPr lang="es-ES"/>
              <a:t> </a:t>
            </a:r>
            <a:r>
              <a:rPr lang="es-ES" err="1"/>
              <a:t>tiatesed</a:t>
            </a:r>
            <a:r>
              <a:rPr lang="es-ES"/>
              <a:t> qui </a:t>
            </a:r>
            <a:r>
              <a:rPr lang="es-ES" err="1"/>
              <a:t>sit</a:t>
            </a:r>
            <a:r>
              <a:rPr lang="es-ES"/>
              <a:t> </a:t>
            </a:r>
            <a:r>
              <a:rPr lang="es-ES" err="1"/>
              <a:t>aut</a:t>
            </a:r>
            <a:r>
              <a:rPr lang="es-ES"/>
              <a:t> </a:t>
            </a:r>
            <a:r>
              <a:rPr lang="es-ES" err="1"/>
              <a:t>harit</a:t>
            </a:r>
            <a:r>
              <a:rPr lang="es-ES"/>
              <a:t>, </a:t>
            </a:r>
            <a:r>
              <a:rPr lang="es-ES" err="1"/>
              <a:t>quoditat</a:t>
            </a:r>
            <a:r>
              <a:rPr lang="es-ES"/>
              <a:t> mi, </a:t>
            </a:r>
            <a:r>
              <a:rPr lang="es-ES" err="1"/>
              <a:t>experum</a:t>
            </a:r>
            <a:r>
              <a:rPr lang="es-ES"/>
              <a:t> a </a:t>
            </a:r>
            <a:r>
              <a:rPr lang="es-ES" err="1"/>
              <a:t>conse</a:t>
            </a:r>
            <a:r>
              <a:rPr lang="es-ES"/>
              <a:t> </a:t>
            </a:r>
            <a:r>
              <a:rPr lang="es-ES" err="1"/>
              <a:t>sequamet</a:t>
            </a:r>
            <a:r>
              <a:rPr lang="es-ES"/>
              <a:t>, quid </a:t>
            </a:r>
            <a:r>
              <a:rPr lang="es-ES" err="1"/>
              <a:t>ullestrum</a:t>
            </a:r>
            <a:r>
              <a:rPr lang="es-ES"/>
              <a:t> quia </a:t>
            </a:r>
            <a:r>
              <a:rPr lang="es-ES" err="1"/>
              <a:t>estemqu</a:t>
            </a:r>
            <a:r>
              <a:rPr lang="es-ES"/>
              <a:t> </a:t>
            </a:r>
            <a:r>
              <a:rPr lang="es-ES" err="1"/>
              <a:t>idun</a:t>
            </a:r>
            <a:r>
              <a:rPr lang="es-ES"/>
              <a:t> qui </a:t>
            </a:r>
            <a:r>
              <a:rPr lang="es-ES" err="1"/>
              <a:t>alitis</a:t>
            </a:r>
            <a:r>
              <a:rPr lang="es-ES"/>
              <a:t> </a:t>
            </a:r>
            <a:r>
              <a:rPr lang="es-ES" err="1"/>
              <a:t>harit</a:t>
            </a:r>
            <a:r>
              <a:rPr lang="es-ES"/>
              <a:t>, </a:t>
            </a:r>
            <a:r>
              <a:rPr lang="es-ES" err="1"/>
              <a:t>quoditat</a:t>
            </a:r>
            <a:r>
              <a:rPr lang="es-ES"/>
              <a:t> mi, </a:t>
            </a:r>
            <a:r>
              <a:rPr lang="es-ES" err="1"/>
              <a:t>experum</a:t>
            </a:r>
            <a:r>
              <a:rPr lang="es-ES"/>
              <a:t> a </a:t>
            </a:r>
            <a:r>
              <a:rPr lang="es-ES" err="1"/>
              <a:t>conse</a:t>
            </a:r>
            <a:r>
              <a:rPr lang="es-ES"/>
              <a:t> </a:t>
            </a:r>
            <a:r>
              <a:rPr lang="es-ES" err="1"/>
              <a:t>sequamet</a:t>
            </a:r>
            <a:r>
              <a:rPr lang="es-ES"/>
              <a:t>, quid </a:t>
            </a:r>
            <a:r>
              <a:rPr lang="es-ES" err="1"/>
              <a:t>ullestrum</a:t>
            </a:r>
            <a:r>
              <a:rPr lang="es-ES"/>
              <a:t> quia </a:t>
            </a:r>
            <a:r>
              <a:rPr lang="es-ES" err="1"/>
              <a:t>estemqu</a:t>
            </a:r>
            <a:r>
              <a:rPr lang="es-ES"/>
              <a:t> </a:t>
            </a:r>
            <a:r>
              <a:rPr lang="es-ES" err="1"/>
              <a:t>idun</a:t>
            </a:r>
            <a:r>
              <a:rPr lang="es-ES"/>
              <a:t> qui </a:t>
            </a:r>
            <a:r>
              <a:rPr lang="es-ES" err="1"/>
              <a:t>alitis</a:t>
            </a:r>
            <a:r>
              <a:rPr lang="es-ES"/>
              <a:t> </a:t>
            </a:r>
            <a:r>
              <a:rPr lang="es-ES" err="1"/>
              <a:t>harit</a:t>
            </a:r>
            <a:r>
              <a:rPr lang="es-ES"/>
              <a:t>, </a:t>
            </a:r>
            <a:r>
              <a:rPr lang="es-ES" err="1"/>
              <a:t>quoditat</a:t>
            </a:r>
            <a:r>
              <a:rPr lang="es-ES"/>
              <a:t> mi, </a:t>
            </a:r>
            <a:r>
              <a:rPr lang="es-ES" err="1"/>
              <a:t>experum</a:t>
            </a:r>
            <a:r>
              <a:rPr lang="es-ES"/>
              <a:t> a </a:t>
            </a:r>
            <a:r>
              <a:rPr lang="es-ES" err="1"/>
              <a:t>conse</a:t>
            </a:r>
            <a:r>
              <a:rPr lang="es-ES"/>
              <a:t> </a:t>
            </a:r>
            <a:r>
              <a:rPr lang="es-ES" err="1"/>
              <a:t>sequamet</a:t>
            </a:r>
            <a:r>
              <a:rPr lang="es-ES"/>
              <a:t>, quid </a:t>
            </a:r>
            <a:r>
              <a:rPr lang="es-ES" err="1"/>
              <a:t>ullestrum</a:t>
            </a:r>
            <a:r>
              <a:rPr lang="es-ES"/>
              <a:t> quia </a:t>
            </a:r>
            <a:r>
              <a:rPr lang="es-ES" err="1"/>
              <a:t>estemqu</a:t>
            </a:r>
            <a:r>
              <a:rPr lang="es-ES"/>
              <a:t> </a:t>
            </a:r>
            <a:r>
              <a:rPr lang="es-ES" err="1"/>
              <a:t>idun</a:t>
            </a:r>
            <a:r>
              <a:rPr lang="es-ES"/>
              <a:t>.</a:t>
            </a:r>
          </a:p>
          <a:p>
            <a:pPr lvl="0"/>
            <a:r>
              <a:rPr lang="es-ES" err="1"/>
              <a:t>Poribus</a:t>
            </a:r>
            <a:r>
              <a:rPr lang="es-ES"/>
              <a:t> </a:t>
            </a:r>
            <a:r>
              <a:rPr lang="es-ES" err="1"/>
              <a:t>reiciis</a:t>
            </a:r>
            <a:r>
              <a:rPr lang="es-ES"/>
              <a:t> </a:t>
            </a:r>
            <a:r>
              <a:rPr lang="es-ES" err="1"/>
              <a:t>conseque</a:t>
            </a:r>
            <a:r>
              <a:rPr lang="es-ES"/>
              <a:t> </a:t>
            </a:r>
            <a:r>
              <a:rPr lang="es-ES" err="1"/>
              <a:t>conempo</a:t>
            </a:r>
            <a:r>
              <a:rPr lang="es-ES"/>
              <a:t> </a:t>
            </a:r>
            <a:r>
              <a:rPr lang="es-ES" err="1"/>
              <a:t>ribusam</a:t>
            </a:r>
            <a:r>
              <a:rPr lang="es-ES"/>
              <a:t> </a:t>
            </a:r>
            <a:r>
              <a:rPr lang="es-ES" err="1"/>
              <a:t>enimincil</a:t>
            </a:r>
            <a:r>
              <a:rPr lang="es-ES"/>
              <a:t> </a:t>
            </a:r>
            <a:r>
              <a:rPr lang="es-ES" err="1"/>
              <a:t>molupta</a:t>
            </a:r>
            <a:r>
              <a:rPr lang="es-ES"/>
              <a:t> </a:t>
            </a:r>
            <a:r>
              <a:rPr lang="es-ES" err="1"/>
              <a:t>tiatesed</a:t>
            </a:r>
            <a:r>
              <a:rPr lang="es-ES"/>
              <a:t> qui </a:t>
            </a:r>
            <a:r>
              <a:rPr lang="es-ES" err="1"/>
              <a:t>sit</a:t>
            </a:r>
            <a:r>
              <a:rPr lang="es-ES"/>
              <a:t> </a:t>
            </a:r>
            <a:r>
              <a:rPr lang="es-ES" err="1"/>
              <a:t>aut</a:t>
            </a:r>
            <a:r>
              <a:rPr lang="es-ES"/>
              <a:t> </a:t>
            </a:r>
            <a:r>
              <a:rPr lang="es-ES" err="1"/>
              <a:t>harit</a:t>
            </a:r>
            <a:r>
              <a:rPr lang="es-ES"/>
              <a:t>, </a:t>
            </a:r>
            <a:r>
              <a:rPr lang="es-ES" err="1"/>
              <a:t>quoditat</a:t>
            </a:r>
            <a:r>
              <a:rPr lang="es-ES"/>
              <a:t> mi, </a:t>
            </a:r>
            <a:r>
              <a:rPr lang="es-ES" err="1"/>
              <a:t>experum</a:t>
            </a:r>
            <a:r>
              <a:rPr lang="es-ES"/>
              <a:t> a </a:t>
            </a:r>
            <a:r>
              <a:rPr lang="es-ES" err="1"/>
              <a:t>conse</a:t>
            </a:r>
            <a:r>
              <a:rPr lang="es-ES"/>
              <a:t> </a:t>
            </a:r>
            <a:r>
              <a:rPr lang="es-ES" err="1"/>
              <a:t>sequamet</a:t>
            </a:r>
            <a:r>
              <a:rPr lang="es-ES"/>
              <a:t>, quid </a:t>
            </a:r>
            <a:r>
              <a:rPr lang="es-ES" err="1"/>
              <a:t>ullestrum</a:t>
            </a:r>
            <a:r>
              <a:rPr lang="es-ES"/>
              <a:t> quia </a:t>
            </a:r>
            <a:r>
              <a:rPr lang="es-ES" err="1"/>
              <a:t>estemqu</a:t>
            </a:r>
            <a:r>
              <a:rPr lang="es-ES"/>
              <a:t> </a:t>
            </a:r>
            <a:r>
              <a:rPr lang="es-ES" err="1"/>
              <a:t>idun</a:t>
            </a:r>
            <a:r>
              <a:rPr lang="es-ES"/>
              <a:t> qui </a:t>
            </a:r>
            <a:r>
              <a:rPr lang="es-ES" err="1"/>
              <a:t>alitis</a:t>
            </a:r>
            <a:r>
              <a:rPr lang="es-ES"/>
              <a:t> </a:t>
            </a:r>
            <a:r>
              <a:rPr lang="es-ES" err="1"/>
              <a:t>harit</a:t>
            </a:r>
            <a:r>
              <a:rPr lang="es-ES"/>
              <a:t>, </a:t>
            </a:r>
            <a:r>
              <a:rPr lang="es-ES" err="1"/>
              <a:t>quoditat</a:t>
            </a:r>
            <a:r>
              <a:rPr lang="es-ES"/>
              <a:t> mi, </a:t>
            </a:r>
            <a:r>
              <a:rPr lang="es-ES" err="1"/>
              <a:t>experum</a:t>
            </a:r>
            <a:r>
              <a:rPr lang="es-ES"/>
              <a:t> a </a:t>
            </a:r>
            <a:r>
              <a:rPr lang="es-ES" err="1"/>
              <a:t>conse</a:t>
            </a:r>
            <a:r>
              <a:rPr lang="es-ES"/>
              <a:t> </a:t>
            </a:r>
            <a:r>
              <a:rPr lang="es-ES" err="1"/>
              <a:t>sequamet</a:t>
            </a:r>
            <a:r>
              <a:rPr lang="es-ES"/>
              <a:t>, quid </a:t>
            </a:r>
            <a:r>
              <a:rPr lang="es-ES" err="1"/>
              <a:t>ullestrum</a:t>
            </a:r>
            <a:r>
              <a:rPr lang="es-ES"/>
              <a:t> quia </a:t>
            </a:r>
            <a:r>
              <a:rPr lang="es-ES" err="1"/>
              <a:t>estemqu</a:t>
            </a:r>
            <a:r>
              <a:rPr lang="es-ES"/>
              <a:t> </a:t>
            </a:r>
            <a:r>
              <a:rPr lang="es-ES" err="1"/>
              <a:t>idun</a:t>
            </a:r>
            <a:r>
              <a:rPr lang="es-ES"/>
              <a:t> qui </a:t>
            </a:r>
            <a:r>
              <a:rPr lang="es-ES" err="1"/>
              <a:t>alitis</a:t>
            </a:r>
            <a:r>
              <a:rPr lang="es-ES"/>
              <a:t> </a:t>
            </a:r>
            <a:r>
              <a:rPr lang="es-ES" err="1"/>
              <a:t>harit</a:t>
            </a:r>
            <a:r>
              <a:rPr lang="es-ES"/>
              <a:t>, </a:t>
            </a:r>
            <a:r>
              <a:rPr lang="es-ES" err="1"/>
              <a:t>quoditat</a:t>
            </a:r>
            <a:r>
              <a:rPr lang="es-ES"/>
              <a:t> mi, </a:t>
            </a:r>
            <a:r>
              <a:rPr lang="es-ES" err="1"/>
              <a:t>experum</a:t>
            </a:r>
            <a:r>
              <a:rPr lang="es-ES"/>
              <a:t> a </a:t>
            </a:r>
            <a:r>
              <a:rPr lang="es-ES" err="1"/>
              <a:t>conse</a:t>
            </a:r>
            <a:r>
              <a:rPr lang="es-ES"/>
              <a:t> </a:t>
            </a:r>
            <a:r>
              <a:rPr lang="es-ES" err="1"/>
              <a:t>sequamet</a:t>
            </a:r>
            <a:r>
              <a:rPr lang="es-ES"/>
              <a:t>, quid </a:t>
            </a:r>
            <a:r>
              <a:rPr lang="es-ES" err="1"/>
              <a:t>ullestrum</a:t>
            </a:r>
            <a:r>
              <a:rPr lang="es-ES"/>
              <a:t> quia.</a:t>
            </a:r>
          </a:p>
        </p:txBody>
      </p:sp>
      <p:sp>
        <p:nvSpPr>
          <p:cNvPr id="20" name="Marcador de texto 17">
            <a:extLst>
              <a:ext uri="{FF2B5EF4-FFF2-40B4-BE49-F238E27FC236}">
                <a16:creationId xmlns:a16="http://schemas.microsoft.com/office/drawing/2014/main" id="{F31B79CC-203A-485E-A8C2-5CF4EF2C6E5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881552" y="4450064"/>
            <a:ext cx="3460068" cy="1049036"/>
          </a:xfrm>
        </p:spPr>
        <p:txBody>
          <a:bodyPr>
            <a:noAutofit/>
          </a:bodyPr>
          <a:lstStyle>
            <a:lvl1pPr marL="0" indent="0">
              <a:lnSpc>
                <a:spcPts val="1800"/>
              </a:lnSpc>
              <a:buNone/>
              <a:defRPr sz="144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s-ES"/>
              <a:t>Ma </a:t>
            </a:r>
            <a:r>
              <a:rPr lang="es-ES" err="1"/>
              <a:t>vendest</a:t>
            </a:r>
            <a:r>
              <a:rPr lang="es-ES"/>
              <a:t> as </a:t>
            </a:r>
            <a:r>
              <a:rPr lang="es-ES" err="1"/>
              <a:t>reiciis</a:t>
            </a:r>
            <a:r>
              <a:rPr lang="es-ES"/>
              <a:t> </a:t>
            </a:r>
            <a:r>
              <a:rPr lang="es-ES" err="1"/>
              <a:t>conseque</a:t>
            </a:r>
            <a:r>
              <a:rPr lang="es-ES"/>
              <a:t> </a:t>
            </a:r>
            <a:r>
              <a:rPr lang="es-ES" err="1"/>
              <a:t>conempo</a:t>
            </a:r>
            <a:r>
              <a:rPr lang="es-ES"/>
              <a:t> </a:t>
            </a:r>
            <a:r>
              <a:rPr lang="es-ES" err="1"/>
              <a:t>ribusam</a:t>
            </a:r>
            <a:r>
              <a:rPr lang="es-ES"/>
              <a:t> </a:t>
            </a:r>
            <a:r>
              <a:rPr lang="es-ES" err="1"/>
              <a:t>enimincil</a:t>
            </a:r>
            <a:r>
              <a:rPr lang="es-ES"/>
              <a:t> </a:t>
            </a:r>
            <a:r>
              <a:rPr lang="es-ES" err="1"/>
              <a:t>molupta</a:t>
            </a:r>
            <a:r>
              <a:rPr lang="es-ES"/>
              <a:t> </a:t>
            </a:r>
            <a:r>
              <a:rPr lang="es-ES" err="1"/>
              <a:t>tiatesed</a:t>
            </a:r>
            <a:r>
              <a:rPr lang="es-ES"/>
              <a:t> qui </a:t>
            </a:r>
            <a:r>
              <a:rPr lang="es-ES" err="1"/>
              <a:t>sit</a:t>
            </a:r>
            <a:r>
              <a:rPr lang="es-ES"/>
              <a:t> </a:t>
            </a:r>
            <a:r>
              <a:rPr lang="es-ES" err="1"/>
              <a:t>aut</a:t>
            </a:r>
            <a:r>
              <a:rPr lang="es-ES"/>
              <a:t>.</a:t>
            </a:r>
          </a:p>
        </p:txBody>
      </p:sp>
      <p:sp>
        <p:nvSpPr>
          <p:cNvPr id="21" name="Marcador de posición de imagen 7">
            <a:extLst>
              <a:ext uri="{FF2B5EF4-FFF2-40B4-BE49-F238E27FC236}">
                <a16:creationId xmlns:a16="http://schemas.microsoft.com/office/drawing/2014/main" id="{288C9D37-B96B-4F74-A547-EEFFABD3F7C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06996" y="911225"/>
            <a:ext cx="2400300" cy="2400300"/>
          </a:xfrm>
          <a:solidFill>
            <a:schemeClr val="bg1">
              <a:lumMod val="95000"/>
            </a:schemeClr>
          </a:solidFill>
          <a:ln w="12700">
            <a:solidFill>
              <a:srgbClr val="FF3228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0459E2A-3164-49CE-8E2D-6CEA93FB23A7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B005B2D1-880E-4846-A216-7D6770BA1332}" type="slidenum">
              <a:rPr lang="es-ES" smtClean="0"/>
              <a:pPr/>
              <a:t>‹#›</a:t>
            </a:fld>
            <a:endParaRPr lang="es-ES"/>
          </a:p>
        </p:txBody>
      </p:sp>
      <p:sp>
        <p:nvSpPr>
          <p:cNvPr id="12" name="Marcador de posición de imagen 7">
            <a:extLst>
              <a:ext uri="{FF2B5EF4-FFF2-40B4-BE49-F238E27FC236}">
                <a16:creationId xmlns:a16="http://schemas.microsoft.com/office/drawing/2014/main" id="{8EEBCDF9-525E-480A-BD30-3DC3F3908675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307296" y="911225"/>
            <a:ext cx="2400300" cy="2400300"/>
          </a:xfrm>
          <a:solidFill>
            <a:schemeClr val="bg1">
              <a:lumMod val="95000"/>
            </a:schemeClr>
          </a:solidFill>
          <a:ln w="12700">
            <a:solidFill>
              <a:srgbClr val="FF3228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14" name="Marcador de posición de imagen 7">
            <a:extLst>
              <a:ext uri="{FF2B5EF4-FFF2-40B4-BE49-F238E27FC236}">
                <a16:creationId xmlns:a16="http://schemas.microsoft.com/office/drawing/2014/main" id="{7D4767B1-EEF0-4371-8332-D3584B57D6BD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5707596" y="911225"/>
            <a:ext cx="2400300" cy="2400300"/>
          </a:xfrm>
          <a:solidFill>
            <a:schemeClr val="bg1">
              <a:lumMod val="95000"/>
            </a:schemeClr>
          </a:solidFill>
          <a:ln w="12700">
            <a:solidFill>
              <a:srgbClr val="FF3228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17" name="Marcador de posición de imagen 7">
            <a:extLst>
              <a:ext uri="{FF2B5EF4-FFF2-40B4-BE49-F238E27FC236}">
                <a16:creationId xmlns:a16="http://schemas.microsoft.com/office/drawing/2014/main" id="{7081F02A-6A0D-4B68-9D54-11675DB5A120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8107896" y="911225"/>
            <a:ext cx="2400300" cy="2400300"/>
          </a:xfrm>
          <a:solidFill>
            <a:schemeClr val="bg1">
              <a:lumMod val="95000"/>
            </a:schemeClr>
          </a:solidFill>
          <a:ln w="12700">
            <a:solidFill>
              <a:srgbClr val="FF3228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22" name="Marcador de posición de imagen 7">
            <a:extLst>
              <a:ext uri="{FF2B5EF4-FFF2-40B4-BE49-F238E27FC236}">
                <a16:creationId xmlns:a16="http://schemas.microsoft.com/office/drawing/2014/main" id="{AF085857-2F63-4136-A540-34D82EA7541D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10508196" y="911225"/>
            <a:ext cx="2400300" cy="2400300"/>
          </a:xfrm>
          <a:solidFill>
            <a:schemeClr val="bg1">
              <a:lumMod val="95000"/>
            </a:schemeClr>
          </a:solidFill>
          <a:ln w="12700">
            <a:solidFill>
              <a:srgbClr val="FF3228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F8B3236A-804A-4183-8846-B27391FDDD3F}"/>
              </a:ext>
            </a:extLst>
          </p:cNvPr>
          <p:cNvSpPr txBox="1"/>
          <p:nvPr userDrawn="1"/>
        </p:nvSpPr>
        <p:spPr>
          <a:xfrm>
            <a:off x="432928" y="7772943"/>
            <a:ext cx="4043094" cy="2400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960">
                <a:solidFill>
                  <a:srgbClr val="1E1E1E"/>
                </a:solidFill>
                <a:latin typeface="Century Gothic" panose="020B0502020202020204" pitchFamily="34" charset="0"/>
              </a:rPr>
              <a:t>© Copyright Universidad Europea. Todos los derechos reservados</a:t>
            </a:r>
            <a:endParaRPr lang="es-ES">
              <a:solidFill>
                <a:srgbClr val="1E1E1E"/>
              </a:solidFill>
            </a:endParaRPr>
          </a:p>
        </p:txBody>
      </p:sp>
      <p:pic>
        <p:nvPicPr>
          <p:cNvPr id="26" name="Gráfico 25">
            <a:extLst>
              <a:ext uri="{FF2B5EF4-FFF2-40B4-BE49-F238E27FC236}">
                <a16:creationId xmlns:a16="http://schemas.microsoft.com/office/drawing/2014/main" id="{13A9EBC3-242B-40BD-B095-2470C84FBEC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323884" y="7585901"/>
            <a:ext cx="1400054" cy="385200"/>
          </a:xfrm>
          <a:prstGeom prst="rect">
            <a:avLst/>
          </a:prstGeom>
        </p:spPr>
      </p:pic>
      <p:sp>
        <p:nvSpPr>
          <p:cNvPr id="27" name="Rectángulo 26">
            <a:extLst>
              <a:ext uri="{FF2B5EF4-FFF2-40B4-BE49-F238E27FC236}">
                <a16:creationId xmlns:a16="http://schemas.microsoft.com/office/drawing/2014/main" id="{8259DAC4-CED6-4B6A-841A-8EDBC7FCA487}"/>
              </a:ext>
            </a:extLst>
          </p:cNvPr>
          <p:cNvSpPr/>
          <p:nvPr userDrawn="1"/>
        </p:nvSpPr>
        <p:spPr>
          <a:xfrm>
            <a:off x="524442" y="332974"/>
            <a:ext cx="384969" cy="38496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4400445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+ Imagen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24E4C891-5756-47D0-997B-DC9C981D720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630399" cy="8229600"/>
          </a:xfrm>
          <a:prstGeom prst="rect">
            <a:avLst/>
          </a:prstGeom>
        </p:spPr>
      </p:pic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42F2A480-3D7B-4147-AD69-DDD775FA97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05B2D1-880E-4846-A216-7D6770BA1332}" type="slidenum">
              <a:rPr lang="es-ES" smtClean="0"/>
              <a:pPr/>
              <a:t>‹#›</a:t>
            </a:fld>
            <a:endParaRPr lang="es-ES"/>
          </a:p>
        </p:txBody>
      </p:sp>
      <p:sp>
        <p:nvSpPr>
          <p:cNvPr id="9" name="Marcador de posición de imagen 7">
            <a:extLst>
              <a:ext uri="{FF2B5EF4-FFF2-40B4-BE49-F238E27FC236}">
                <a16:creationId xmlns:a16="http://schemas.microsoft.com/office/drawing/2014/main" id="{20C05316-F7DB-4F8C-8A8D-5AF09847401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914900" y="911225"/>
            <a:ext cx="6400800" cy="3203575"/>
          </a:xfrm>
          <a:solidFill>
            <a:schemeClr val="bg1">
              <a:lumMod val="95000"/>
            </a:schemeClr>
          </a:solidFill>
          <a:ln w="12700">
            <a:solidFill>
              <a:srgbClr val="FF3228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11" name="Marcador de posición de imagen 7">
            <a:extLst>
              <a:ext uri="{FF2B5EF4-FFF2-40B4-BE49-F238E27FC236}">
                <a16:creationId xmlns:a16="http://schemas.microsoft.com/office/drawing/2014/main" id="{4DF422DF-D807-4DB2-8BAC-FB9ED7EDF7F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711325" y="4918073"/>
            <a:ext cx="2400300" cy="2400300"/>
          </a:xfrm>
          <a:solidFill>
            <a:schemeClr val="bg1">
              <a:lumMod val="95000"/>
            </a:schemeClr>
          </a:solidFill>
          <a:ln w="12700">
            <a:solidFill>
              <a:srgbClr val="FF3228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12" name="Marcador de posición de imagen 7">
            <a:extLst>
              <a:ext uri="{FF2B5EF4-FFF2-40B4-BE49-F238E27FC236}">
                <a16:creationId xmlns:a16="http://schemas.microsoft.com/office/drawing/2014/main" id="{F14FF012-533F-48E5-AE0A-E08EA28EC6A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915400" y="4918073"/>
            <a:ext cx="2400300" cy="2400300"/>
          </a:xfrm>
          <a:solidFill>
            <a:schemeClr val="bg1">
              <a:lumMod val="95000"/>
            </a:schemeClr>
          </a:solidFill>
          <a:ln w="12700">
            <a:solidFill>
              <a:srgbClr val="FF3228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13" name="Marcador de posición de imagen 7">
            <a:extLst>
              <a:ext uri="{FF2B5EF4-FFF2-40B4-BE49-F238E27FC236}">
                <a16:creationId xmlns:a16="http://schemas.microsoft.com/office/drawing/2014/main" id="{EBC33655-F9A5-4750-B5DC-FF30B140D5E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2514600" y="1714500"/>
            <a:ext cx="2400300" cy="2400300"/>
          </a:xfrm>
          <a:solidFill>
            <a:schemeClr val="bg1">
              <a:lumMod val="95000"/>
            </a:schemeClr>
          </a:solidFill>
          <a:ln w="12700">
            <a:solidFill>
              <a:srgbClr val="FF3228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17" name="Marcador de texto 17">
            <a:extLst>
              <a:ext uri="{FF2B5EF4-FFF2-40B4-BE49-F238E27FC236}">
                <a16:creationId xmlns:a16="http://schemas.microsoft.com/office/drawing/2014/main" id="{84C5C295-7660-4294-86D6-F055C786405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76230" y="4280885"/>
            <a:ext cx="3524392" cy="1082223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lang="es-ES" sz="3600" b="1" kern="1200" dirty="0">
                <a:solidFill>
                  <a:schemeClr val="bg1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r>
              <a:rPr lang="es-ES" err="1">
                <a:solidFill>
                  <a:schemeClr val="bg1"/>
                </a:solidFill>
              </a:rPr>
              <a:t>Lorem</a:t>
            </a:r>
            <a:r>
              <a:rPr lang="es-ES">
                <a:solidFill>
                  <a:schemeClr val="bg1"/>
                </a:solidFill>
              </a:rPr>
              <a:t> </a:t>
            </a:r>
            <a:r>
              <a:rPr lang="es-ES" err="1">
                <a:solidFill>
                  <a:schemeClr val="bg1"/>
                </a:solidFill>
              </a:rPr>
              <a:t>ipsum</a:t>
            </a:r>
            <a:r>
              <a:rPr lang="es-ES">
                <a:solidFill>
                  <a:schemeClr val="bg1"/>
                </a:solidFill>
              </a:rPr>
              <a:t> </a:t>
            </a:r>
            <a:r>
              <a:rPr lang="es-ES" err="1">
                <a:solidFill>
                  <a:schemeClr val="bg1"/>
                </a:solidFill>
              </a:rPr>
              <a:t>Imus</a:t>
            </a:r>
            <a:r>
              <a:rPr lang="es-ES">
                <a:solidFill>
                  <a:schemeClr val="bg1"/>
                </a:solidFill>
              </a:rPr>
              <a:t> </a:t>
            </a:r>
            <a:r>
              <a:rPr lang="es-ES" err="1">
                <a:solidFill>
                  <a:schemeClr val="bg1"/>
                </a:solidFill>
              </a:rPr>
              <a:t>deru</a:t>
            </a:r>
            <a:r>
              <a:rPr lang="es-ES">
                <a:solidFill>
                  <a:schemeClr val="bg1"/>
                </a:solidFill>
              </a:rPr>
              <a:t> </a:t>
            </a:r>
            <a:r>
              <a:rPr lang="es-ES" err="1">
                <a:solidFill>
                  <a:schemeClr val="bg1"/>
                </a:solidFill>
              </a:rPr>
              <a:t>llam</a:t>
            </a:r>
            <a:endParaRPr lang="es-ES">
              <a:solidFill>
                <a:schemeClr val="bg1"/>
              </a:solidFill>
            </a:endParaRPr>
          </a:p>
        </p:txBody>
      </p:sp>
      <p:sp>
        <p:nvSpPr>
          <p:cNvPr id="20" name="Marcador de texto 17">
            <a:extLst>
              <a:ext uri="{FF2B5EF4-FFF2-40B4-BE49-F238E27FC236}">
                <a16:creationId xmlns:a16="http://schemas.microsoft.com/office/drawing/2014/main" id="{EF6AC1CD-A42B-449C-9062-B24D8C18EBA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219785" y="5586905"/>
            <a:ext cx="2271326" cy="554251"/>
          </a:xfrm>
        </p:spPr>
        <p:txBody>
          <a:bodyPr lIns="0">
            <a:noAutofit/>
          </a:bodyPr>
          <a:lstStyle>
            <a:lvl1pPr marL="358775" indent="-176213">
              <a:lnSpc>
                <a:spcPts val="1700"/>
              </a:lnSpc>
              <a:spcBef>
                <a:spcPts val="0"/>
              </a:spcBef>
              <a:buSzPct val="120000"/>
              <a:buFont typeface="Wingdings" panose="05000000000000000000" pitchFamily="2" charset="2"/>
              <a:buChar char="§"/>
              <a:defRPr sz="155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s-ES" err="1"/>
              <a:t>Lorem</a:t>
            </a:r>
            <a:r>
              <a:rPr lang="es-ES"/>
              <a:t> </a:t>
            </a:r>
            <a:r>
              <a:rPr lang="es-ES" err="1"/>
              <a:t>Ipsum</a:t>
            </a:r>
            <a:r>
              <a:rPr lang="es-ES"/>
              <a:t> dolor</a:t>
            </a:r>
          </a:p>
          <a:p>
            <a:pPr lvl="0"/>
            <a:r>
              <a:rPr lang="es-ES" err="1"/>
              <a:t>Lorem</a:t>
            </a:r>
            <a:r>
              <a:rPr lang="es-ES"/>
              <a:t> </a:t>
            </a:r>
            <a:r>
              <a:rPr lang="es-ES" err="1"/>
              <a:t>Ipsum</a:t>
            </a:r>
            <a:r>
              <a:rPr lang="es-ES"/>
              <a:t> dolor</a:t>
            </a:r>
          </a:p>
        </p:txBody>
      </p:sp>
      <p:sp>
        <p:nvSpPr>
          <p:cNvPr id="21" name="Marcador de texto 17">
            <a:extLst>
              <a:ext uri="{FF2B5EF4-FFF2-40B4-BE49-F238E27FC236}">
                <a16:creationId xmlns:a16="http://schemas.microsoft.com/office/drawing/2014/main" id="{FF27EF60-FC31-487D-AE53-BFC9EC47CAD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436359" y="5586905"/>
            <a:ext cx="2271326" cy="554251"/>
          </a:xfrm>
        </p:spPr>
        <p:txBody>
          <a:bodyPr lIns="0">
            <a:noAutofit/>
          </a:bodyPr>
          <a:lstStyle>
            <a:lvl1pPr marL="358775" indent="-176213">
              <a:lnSpc>
                <a:spcPts val="1700"/>
              </a:lnSpc>
              <a:spcBef>
                <a:spcPts val="0"/>
              </a:spcBef>
              <a:buSzPct val="120000"/>
              <a:buFont typeface="Wingdings" panose="05000000000000000000" pitchFamily="2" charset="2"/>
              <a:buChar char="§"/>
              <a:defRPr sz="155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s-ES" err="1"/>
              <a:t>Lorem</a:t>
            </a:r>
            <a:r>
              <a:rPr lang="es-ES"/>
              <a:t> </a:t>
            </a:r>
            <a:r>
              <a:rPr lang="es-ES" err="1"/>
              <a:t>Ipsum</a:t>
            </a:r>
            <a:r>
              <a:rPr lang="es-ES"/>
              <a:t> dolor</a:t>
            </a:r>
          </a:p>
          <a:p>
            <a:pPr lvl="0"/>
            <a:r>
              <a:rPr lang="es-ES" err="1"/>
              <a:t>Lorem</a:t>
            </a:r>
            <a:r>
              <a:rPr lang="es-ES"/>
              <a:t> </a:t>
            </a:r>
            <a:r>
              <a:rPr lang="es-ES" err="1"/>
              <a:t>Ipsum</a:t>
            </a:r>
            <a:r>
              <a:rPr lang="es-ES"/>
              <a:t> dolor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348634AE-F32A-42A0-9C13-614B9BE2595E}"/>
              </a:ext>
            </a:extLst>
          </p:cNvPr>
          <p:cNvSpPr txBox="1"/>
          <p:nvPr userDrawn="1"/>
        </p:nvSpPr>
        <p:spPr>
          <a:xfrm>
            <a:off x="432928" y="7772943"/>
            <a:ext cx="4043094" cy="2400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960">
                <a:solidFill>
                  <a:srgbClr val="1E1E1E"/>
                </a:solidFill>
                <a:latin typeface="Century Gothic" panose="020B0502020202020204" pitchFamily="34" charset="0"/>
              </a:rPr>
              <a:t>© Copyright Universidad Europea. Todos los derechos reservados</a:t>
            </a:r>
            <a:endParaRPr lang="es-ES">
              <a:solidFill>
                <a:srgbClr val="1E1E1E"/>
              </a:solidFill>
            </a:endParaRPr>
          </a:p>
        </p:txBody>
      </p:sp>
      <p:pic>
        <p:nvPicPr>
          <p:cNvPr id="18" name="Gráfico 17">
            <a:extLst>
              <a:ext uri="{FF2B5EF4-FFF2-40B4-BE49-F238E27FC236}">
                <a16:creationId xmlns:a16="http://schemas.microsoft.com/office/drawing/2014/main" id="{E19F5ADF-2B33-46BA-AF4D-0A33637B192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323884" y="7585901"/>
            <a:ext cx="1400054" cy="385200"/>
          </a:xfrm>
          <a:prstGeom prst="rect">
            <a:avLst/>
          </a:prstGeom>
        </p:spPr>
      </p:pic>
      <p:sp>
        <p:nvSpPr>
          <p:cNvPr id="19" name="Rectángulo 18">
            <a:extLst>
              <a:ext uri="{FF2B5EF4-FFF2-40B4-BE49-F238E27FC236}">
                <a16:creationId xmlns:a16="http://schemas.microsoft.com/office/drawing/2014/main" id="{048F2720-14B1-43D3-99D8-439269AD9D4D}"/>
              </a:ext>
            </a:extLst>
          </p:cNvPr>
          <p:cNvSpPr/>
          <p:nvPr userDrawn="1"/>
        </p:nvSpPr>
        <p:spPr>
          <a:xfrm>
            <a:off x="524442" y="332974"/>
            <a:ext cx="384969" cy="38496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214679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+ Imagen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n 13">
            <a:extLst>
              <a:ext uri="{FF2B5EF4-FFF2-40B4-BE49-F238E27FC236}">
                <a16:creationId xmlns:a16="http://schemas.microsoft.com/office/drawing/2014/main" id="{C736E012-FDE3-42BC-B1F9-A1FC3B60AE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630399" cy="8229600"/>
          </a:xfrm>
          <a:prstGeom prst="rect">
            <a:avLst/>
          </a:prstGeom>
        </p:spPr>
      </p:pic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42F2A480-3D7B-4147-AD69-DDD775FA97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05B2D1-880E-4846-A216-7D6770BA1332}" type="slidenum">
              <a:rPr lang="es-ES" smtClean="0"/>
              <a:pPr/>
              <a:t>‹#›</a:t>
            </a:fld>
            <a:endParaRPr lang="es-ES"/>
          </a:p>
        </p:txBody>
      </p:sp>
      <p:sp>
        <p:nvSpPr>
          <p:cNvPr id="13" name="Marcador de posición de imagen 7">
            <a:extLst>
              <a:ext uri="{FF2B5EF4-FFF2-40B4-BE49-F238E27FC236}">
                <a16:creationId xmlns:a16="http://schemas.microsoft.com/office/drawing/2014/main" id="{EBC33655-F9A5-4750-B5DC-FF30B140D5E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2514600" y="1714500"/>
            <a:ext cx="2400300" cy="2400300"/>
          </a:xfrm>
          <a:solidFill>
            <a:schemeClr val="bg1">
              <a:lumMod val="95000"/>
            </a:schemeClr>
          </a:solidFill>
          <a:ln w="12700">
            <a:solidFill>
              <a:srgbClr val="FF3228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17" name="Marcador de texto 17">
            <a:extLst>
              <a:ext uri="{FF2B5EF4-FFF2-40B4-BE49-F238E27FC236}">
                <a16:creationId xmlns:a16="http://schemas.microsoft.com/office/drawing/2014/main" id="{84C5C295-7660-4294-86D6-F055C786405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587607" y="4298452"/>
            <a:ext cx="7170703" cy="55425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lang="es-ES" sz="2890" b="1" kern="1200" dirty="0">
                <a:solidFill>
                  <a:schemeClr val="bg1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r>
              <a:rPr lang="es-ES" err="1">
                <a:solidFill>
                  <a:schemeClr val="bg1"/>
                </a:solidFill>
              </a:rPr>
              <a:t>Lorem</a:t>
            </a:r>
            <a:r>
              <a:rPr lang="es-ES">
                <a:solidFill>
                  <a:schemeClr val="bg1"/>
                </a:solidFill>
              </a:rPr>
              <a:t> </a:t>
            </a:r>
            <a:r>
              <a:rPr lang="es-ES" err="1">
                <a:solidFill>
                  <a:schemeClr val="bg1"/>
                </a:solidFill>
              </a:rPr>
              <a:t>ipsum</a:t>
            </a:r>
            <a:r>
              <a:rPr lang="es-ES">
                <a:solidFill>
                  <a:schemeClr val="bg1"/>
                </a:solidFill>
              </a:rPr>
              <a:t>, </a:t>
            </a:r>
            <a:r>
              <a:rPr lang="es-ES" err="1">
                <a:solidFill>
                  <a:schemeClr val="bg1"/>
                </a:solidFill>
              </a:rPr>
              <a:t>lmus</a:t>
            </a:r>
            <a:r>
              <a:rPr lang="es-ES">
                <a:solidFill>
                  <a:schemeClr val="bg1"/>
                </a:solidFill>
              </a:rPr>
              <a:t> </a:t>
            </a:r>
            <a:r>
              <a:rPr lang="es-ES" err="1">
                <a:solidFill>
                  <a:schemeClr val="bg1"/>
                </a:solidFill>
              </a:rPr>
              <a:t>deru</a:t>
            </a:r>
            <a:r>
              <a:rPr lang="es-ES">
                <a:solidFill>
                  <a:schemeClr val="bg1"/>
                </a:solidFill>
              </a:rPr>
              <a:t> </a:t>
            </a:r>
            <a:r>
              <a:rPr lang="es-ES" err="1">
                <a:solidFill>
                  <a:schemeClr val="bg1"/>
                </a:solidFill>
              </a:rPr>
              <a:t>llam</a:t>
            </a:r>
            <a:r>
              <a:rPr lang="es-ES">
                <a:solidFill>
                  <a:schemeClr val="bg1"/>
                </a:solidFill>
              </a:rPr>
              <a:t> </a:t>
            </a:r>
            <a:r>
              <a:rPr lang="es-ES" err="1">
                <a:solidFill>
                  <a:schemeClr val="bg1"/>
                </a:solidFill>
              </a:rPr>
              <a:t>deru</a:t>
            </a:r>
            <a:r>
              <a:rPr lang="es-ES">
                <a:solidFill>
                  <a:schemeClr val="bg1"/>
                </a:solidFill>
              </a:rPr>
              <a:t> </a:t>
            </a:r>
            <a:r>
              <a:rPr lang="es-ES" err="1">
                <a:solidFill>
                  <a:schemeClr val="bg1"/>
                </a:solidFill>
              </a:rPr>
              <a:t>llam</a:t>
            </a:r>
            <a:endParaRPr lang="es-ES">
              <a:solidFill>
                <a:schemeClr val="bg1"/>
              </a:solidFill>
            </a:endParaRPr>
          </a:p>
        </p:txBody>
      </p:sp>
      <p:sp>
        <p:nvSpPr>
          <p:cNvPr id="18" name="Marcador de posición de imagen 7">
            <a:extLst>
              <a:ext uri="{FF2B5EF4-FFF2-40B4-BE49-F238E27FC236}">
                <a16:creationId xmlns:a16="http://schemas.microsoft.com/office/drawing/2014/main" id="{98F82C54-E041-4961-B68A-84A13C1FB2D8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4914900" y="1714500"/>
            <a:ext cx="2400300" cy="2400300"/>
          </a:xfrm>
          <a:solidFill>
            <a:schemeClr val="bg1">
              <a:lumMod val="95000"/>
            </a:schemeClr>
          </a:solidFill>
          <a:ln w="12700">
            <a:solidFill>
              <a:srgbClr val="FF3228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19" name="Marcador de posición de imagen 7">
            <a:extLst>
              <a:ext uri="{FF2B5EF4-FFF2-40B4-BE49-F238E27FC236}">
                <a16:creationId xmlns:a16="http://schemas.microsoft.com/office/drawing/2014/main" id="{498F53C0-25B8-4416-BB17-5CFFE7E97B0C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7315200" y="1714500"/>
            <a:ext cx="2400300" cy="2400300"/>
          </a:xfrm>
          <a:solidFill>
            <a:schemeClr val="bg1">
              <a:lumMod val="95000"/>
            </a:schemeClr>
          </a:solidFill>
          <a:ln w="12700">
            <a:solidFill>
              <a:srgbClr val="FF3228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22" name="Marcador de posición de imagen 7">
            <a:extLst>
              <a:ext uri="{FF2B5EF4-FFF2-40B4-BE49-F238E27FC236}">
                <a16:creationId xmlns:a16="http://schemas.microsoft.com/office/drawing/2014/main" id="{E4299396-37C3-47E4-B635-8BE73AC26544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15500" y="1714500"/>
            <a:ext cx="2400300" cy="2400300"/>
          </a:xfrm>
          <a:solidFill>
            <a:schemeClr val="bg1">
              <a:lumMod val="95000"/>
            </a:schemeClr>
          </a:solidFill>
          <a:ln w="12700">
            <a:solidFill>
              <a:srgbClr val="FF3228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24" name="Marcador de texto 17">
            <a:extLst>
              <a:ext uri="{FF2B5EF4-FFF2-40B4-BE49-F238E27FC236}">
                <a16:creationId xmlns:a16="http://schemas.microsoft.com/office/drawing/2014/main" id="{A24DE945-2CE3-4EC7-A127-55E426E2534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703460" y="4784969"/>
            <a:ext cx="7054849" cy="1344898"/>
          </a:xfrm>
        </p:spPr>
        <p:txBody>
          <a:bodyPr lIns="0">
            <a:noAutofit/>
          </a:bodyPr>
          <a:lstStyle>
            <a:lvl1pPr marL="0" indent="0">
              <a:lnSpc>
                <a:spcPts val="1700"/>
              </a:lnSpc>
              <a:spcBef>
                <a:spcPts val="900"/>
              </a:spcBef>
              <a:spcAft>
                <a:spcPts val="900"/>
              </a:spcAft>
              <a:buNone/>
              <a:defRPr sz="144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s-ES"/>
              <a:t>Te </a:t>
            </a:r>
            <a:r>
              <a:rPr lang="es-ES" err="1"/>
              <a:t>cusdaep</a:t>
            </a:r>
            <a:r>
              <a:rPr lang="es-ES"/>
              <a:t> </a:t>
            </a:r>
            <a:r>
              <a:rPr lang="es-ES" err="1"/>
              <a:t>taquuam</a:t>
            </a:r>
            <a:r>
              <a:rPr lang="es-ES"/>
              <a:t>, </a:t>
            </a:r>
            <a:r>
              <a:rPr lang="es-ES" err="1"/>
              <a:t>taquam</a:t>
            </a:r>
            <a:r>
              <a:rPr lang="es-ES"/>
              <a:t>, </a:t>
            </a:r>
            <a:r>
              <a:rPr lang="es-ES" err="1"/>
              <a:t>ea</a:t>
            </a:r>
            <a:r>
              <a:rPr lang="es-ES"/>
              <a:t> </a:t>
            </a:r>
            <a:r>
              <a:rPr lang="es-ES" err="1"/>
              <a:t>dolorisPoribus</a:t>
            </a:r>
            <a:r>
              <a:rPr lang="es-ES"/>
              <a:t> </a:t>
            </a:r>
            <a:r>
              <a:rPr lang="es-ES" err="1"/>
              <a:t>reiciis</a:t>
            </a:r>
            <a:r>
              <a:rPr lang="es-ES"/>
              <a:t> </a:t>
            </a:r>
            <a:r>
              <a:rPr lang="es-ES" err="1"/>
              <a:t>conseque</a:t>
            </a:r>
            <a:r>
              <a:rPr lang="es-ES"/>
              <a:t> </a:t>
            </a:r>
            <a:r>
              <a:rPr lang="es-ES" err="1"/>
              <a:t>conempo</a:t>
            </a:r>
            <a:r>
              <a:rPr lang="es-ES"/>
              <a:t> </a:t>
            </a:r>
            <a:r>
              <a:rPr lang="es-ES" err="1"/>
              <a:t>ribusam</a:t>
            </a:r>
            <a:r>
              <a:rPr lang="es-ES"/>
              <a:t> </a:t>
            </a:r>
            <a:r>
              <a:rPr lang="es-ES" err="1"/>
              <a:t>enimincil</a:t>
            </a:r>
            <a:r>
              <a:rPr lang="es-ES"/>
              <a:t> </a:t>
            </a:r>
            <a:r>
              <a:rPr lang="es-ES" err="1"/>
              <a:t>molupta</a:t>
            </a:r>
            <a:r>
              <a:rPr lang="es-ES"/>
              <a:t> </a:t>
            </a:r>
            <a:r>
              <a:rPr lang="es-ES" err="1"/>
              <a:t>tiatesed</a:t>
            </a:r>
            <a:r>
              <a:rPr lang="es-ES"/>
              <a:t> qui </a:t>
            </a:r>
            <a:r>
              <a:rPr lang="es-ES" err="1"/>
              <a:t>sit</a:t>
            </a:r>
            <a:r>
              <a:rPr lang="es-ES"/>
              <a:t> </a:t>
            </a:r>
            <a:r>
              <a:rPr lang="es-ES" err="1"/>
              <a:t>aut</a:t>
            </a:r>
            <a:r>
              <a:rPr lang="es-ES"/>
              <a:t> </a:t>
            </a:r>
            <a:r>
              <a:rPr lang="es-ES" err="1"/>
              <a:t>harit</a:t>
            </a:r>
            <a:r>
              <a:rPr lang="es-ES"/>
              <a:t>, </a:t>
            </a:r>
            <a:r>
              <a:rPr lang="es-ES" err="1"/>
              <a:t>quoditat</a:t>
            </a:r>
            <a:r>
              <a:rPr lang="es-ES"/>
              <a:t> mi, </a:t>
            </a:r>
            <a:r>
              <a:rPr lang="es-ES" err="1"/>
              <a:t>experum</a:t>
            </a:r>
            <a:r>
              <a:rPr lang="es-ES"/>
              <a:t> a </a:t>
            </a:r>
            <a:r>
              <a:rPr lang="es-ES" err="1"/>
              <a:t>conse</a:t>
            </a:r>
            <a:r>
              <a:rPr lang="es-ES"/>
              <a:t> </a:t>
            </a:r>
            <a:r>
              <a:rPr lang="es-ES" err="1"/>
              <a:t>sequamet</a:t>
            </a:r>
            <a:r>
              <a:rPr lang="es-ES"/>
              <a:t>, quid </a:t>
            </a:r>
            <a:r>
              <a:rPr lang="es-ES" err="1"/>
              <a:t>ullestrum</a:t>
            </a:r>
            <a:r>
              <a:rPr lang="es-ES"/>
              <a:t> quia </a:t>
            </a:r>
            <a:r>
              <a:rPr lang="es-ES" err="1"/>
              <a:t>estemqu</a:t>
            </a:r>
            <a:r>
              <a:rPr lang="es-ES"/>
              <a:t> </a:t>
            </a:r>
            <a:r>
              <a:rPr lang="es-ES" err="1"/>
              <a:t>idundam</a:t>
            </a:r>
            <a:r>
              <a:rPr lang="es-ES"/>
              <a:t> qui </a:t>
            </a:r>
            <a:r>
              <a:rPr lang="es-ES" err="1"/>
              <a:t>alitiis</a:t>
            </a:r>
            <a:r>
              <a:rPr lang="es-ES"/>
              <a:t> sitia quo </a:t>
            </a:r>
            <a:r>
              <a:rPr lang="es-ES" err="1"/>
              <a:t>totationsedi</a:t>
            </a:r>
            <a:r>
              <a:rPr lang="es-ES"/>
              <a:t> </a:t>
            </a:r>
            <a:r>
              <a:rPr lang="es-ES" err="1"/>
              <a:t>dolorpor</a:t>
            </a:r>
            <a:r>
              <a:rPr lang="es-ES"/>
              <a:t> </a:t>
            </a:r>
            <a:r>
              <a:rPr lang="es-ES" err="1"/>
              <a:t>samus</a:t>
            </a:r>
            <a:r>
              <a:rPr lang="es-ES"/>
              <a:t> am, </a:t>
            </a:r>
            <a:r>
              <a:rPr lang="es-ES" err="1"/>
              <a:t>ullabore</a:t>
            </a:r>
            <a:r>
              <a:rPr lang="es-ES"/>
              <a:t> </a:t>
            </a:r>
            <a:r>
              <a:rPr lang="es-ES" err="1"/>
              <a:t>nihicipsusa</a:t>
            </a:r>
            <a:r>
              <a:rPr lang="es-ES"/>
              <a:t> </a:t>
            </a:r>
            <a:r>
              <a:rPr lang="es-ES" err="1"/>
              <a:t>conse</a:t>
            </a:r>
            <a:r>
              <a:rPr lang="es-ES"/>
              <a:t> </a:t>
            </a:r>
            <a:r>
              <a:rPr lang="es-ES" err="1"/>
              <a:t>conet</a:t>
            </a:r>
            <a:r>
              <a:rPr lang="es-ES"/>
              <a:t> </a:t>
            </a:r>
            <a:r>
              <a:rPr lang="es-ES" err="1"/>
              <a:t>quuntin</a:t>
            </a:r>
            <a:r>
              <a:rPr lang="es-ES"/>
              <a:t> </a:t>
            </a:r>
            <a:r>
              <a:rPr lang="es-ES" err="1"/>
              <a:t>ullabor</a:t>
            </a:r>
            <a:r>
              <a:rPr lang="es-ES"/>
              <a:t> </a:t>
            </a:r>
            <a:r>
              <a:rPr lang="es-ES" err="1"/>
              <a:t>ionsequos</a:t>
            </a:r>
            <a:r>
              <a:rPr lang="es-ES"/>
              <a:t> es </a:t>
            </a:r>
            <a:r>
              <a:rPr lang="es-ES" err="1"/>
              <a:t>aut</a:t>
            </a:r>
            <a:r>
              <a:rPr lang="es-ES"/>
              <a:t> </a:t>
            </a:r>
            <a:r>
              <a:rPr lang="es-ES" err="1"/>
              <a:t>moloreptur</a:t>
            </a:r>
            <a:r>
              <a:rPr lang="es-ES"/>
              <a:t> </a:t>
            </a:r>
            <a:r>
              <a:rPr lang="es-ES" err="1"/>
              <a:t>molorep</a:t>
            </a:r>
            <a:r>
              <a:rPr lang="es-ES"/>
              <a:t> </a:t>
            </a:r>
            <a:r>
              <a:rPr lang="es-ES" err="1"/>
              <a:t>erspica</a:t>
            </a:r>
            <a:r>
              <a:rPr lang="es-ES"/>
              <a:t> </a:t>
            </a:r>
            <a:r>
              <a:rPr lang="es-ES" err="1"/>
              <a:t>tiossin</a:t>
            </a:r>
            <a:r>
              <a:rPr lang="es-ES"/>
              <a:t> </a:t>
            </a:r>
            <a:r>
              <a:rPr lang="es-ES" err="1"/>
              <a:t>vendae</a:t>
            </a:r>
            <a:r>
              <a:rPr lang="es-ES"/>
              <a:t> dolor as dolo </a:t>
            </a:r>
            <a:r>
              <a:rPr lang="es-ES" err="1"/>
              <a:t>consendit</a:t>
            </a:r>
            <a:r>
              <a:rPr lang="es-ES"/>
              <a:t>.		</a:t>
            </a:r>
          </a:p>
        </p:txBody>
      </p:sp>
      <p:sp>
        <p:nvSpPr>
          <p:cNvPr id="25" name="Marcador de texto 8">
            <a:extLst>
              <a:ext uri="{FF2B5EF4-FFF2-40B4-BE49-F238E27FC236}">
                <a16:creationId xmlns:a16="http://schemas.microsoft.com/office/drawing/2014/main" id="{3D775503-C7C8-4604-9DD9-74B7D04AFCC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14751" y="6199674"/>
            <a:ext cx="2155472" cy="776860"/>
          </a:xfrm>
        </p:spPr>
        <p:txBody>
          <a:bodyPr lIns="0">
            <a:normAutofit/>
          </a:bodyPr>
          <a:lstStyle>
            <a:lvl1pPr marL="273050" indent="-187325">
              <a:lnSpc>
                <a:spcPts val="1700"/>
              </a:lnSpc>
              <a:spcBef>
                <a:spcPts val="0"/>
              </a:spcBef>
              <a:buClr>
                <a:schemeClr val="bg1"/>
              </a:buClr>
              <a:buSzPct val="120000"/>
              <a:defRPr sz="1440">
                <a:solidFill>
                  <a:schemeClr val="bg1"/>
                </a:solidFill>
              </a:defRPr>
            </a:lvl1pPr>
          </a:lstStyle>
          <a:p>
            <a:pPr lvl="0"/>
            <a:r>
              <a:rPr lang="es-ES" err="1"/>
              <a:t>Lorem</a:t>
            </a:r>
            <a:r>
              <a:rPr lang="es-ES"/>
              <a:t> </a:t>
            </a:r>
            <a:r>
              <a:rPr lang="es-ES" err="1"/>
              <a:t>Ipsum</a:t>
            </a:r>
            <a:r>
              <a:rPr lang="es-ES"/>
              <a:t> dolor</a:t>
            </a:r>
          </a:p>
          <a:p>
            <a:pPr lvl="0"/>
            <a:r>
              <a:rPr lang="es-ES" err="1"/>
              <a:t>Lorem</a:t>
            </a:r>
            <a:r>
              <a:rPr lang="es-ES"/>
              <a:t> </a:t>
            </a:r>
            <a:r>
              <a:rPr lang="es-ES" err="1"/>
              <a:t>Ipsum</a:t>
            </a:r>
            <a:r>
              <a:rPr lang="es-ES"/>
              <a:t> dolor</a:t>
            </a:r>
          </a:p>
          <a:p>
            <a:pPr lvl="0"/>
            <a:endParaRPr lang="es-ES"/>
          </a:p>
        </p:txBody>
      </p:sp>
      <p:sp>
        <p:nvSpPr>
          <p:cNvPr id="26" name="Marcador de texto 8">
            <a:extLst>
              <a:ext uri="{FF2B5EF4-FFF2-40B4-BE49-F238E27FC236}">
                <a16:creationId xmlns:a16="http://schemas.microsoft.com/office/drawing/2014/main" id="{FEF82472-BA77-4424-9633-6F836819F35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2753" y="6199674"/>
            <a:ext cx="2155472" cy="776860"/>
          </a:xfrm>
        </p:spPr>
        <p:txBody>
          <a:bodyPr lIns="0">
            <a:normAutofit/>
          </a:bodyPr>
          <a:lstStyle>
            <a:lvl1pPr marL="273050" indent="-187325">
              <a:lnSpc>
                <a:spcPts val="1700"/>
              </a:lnSpc>
              <a:spcBef>
                <a:spcPts val="0"/>
              </a:spcBef>
              <a:buClr>
                <a:schemeClr val="bg1"/>
              </a:buClr>
              <a:buSzPct val="120000"/>
              <a:defRPr sz="1440">
                <a:solidFill>
                  <a:schemeClr val="bg1"/>
                </a:solidFill>
              </a:defRPr>
            </a:lvl1pPr>
          </a:lstStyle>
          <a:p>
            <a:pPr lvl="0"/>
            <a:r>
              <a:rPr lang="es-ES" err="1"/>
              <a:t>Lorem</a:t>
            </a:r>
            <a:r>
              <a:rPr lang="es-ES"/>
              <a:t> </a:t>
            </a:r>
            <a:r>
              <a:rPr lang="es-ES" err="1"/>
              <a:t>Ipsum</a:t>
            </a:r>
            <a:r>
              <a:rPr lang="es-ES"/>
              <a:t> dolor</a:t>
            </a:r>
          </a:p>
          <a:p>
            <a:pPr lvl="0"/>
            <a:r>
              <a:rPr lang="es-ES" err="1"/>
              <a:t>Lorem</a:t>
            </a:r>
            <a:r>
              <a:rPr lang="es-ES"/>
              <a:t> </a:t>
            </a:r>
            <a:r>
              <a:rPr lang="es-ES" err="1"/>
              <a:t>Ipsum</a:t>
            </a:r>
            <a:r>
              <a:rPr lang="es-ES"/>
              <a:t> dolor</a:t>
            </a:r>
          </a:p>
          <a:p>
            <a:pPr lvl="0"/>
            <a:endParaRPr lang="es-ES"/>
          </a:p>
        </p:txBody>
      </p:sp>
      <p:sp>
        <p:nvSpPr>
          <p:cNvPr id="31" name="Marcador de texto 8">
            <a:extLst>
              <a:ext uri="{FF2B5EF4-FFF2-40B4-BE49-F238E27FC236}">
                <a16:creationId xmlns:a16="http://schemas.microsoft.com/office/drawing/2014/main" id="{2C25FDCB-8A18-4353-AD68-DE9C42E8530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130755" y="6199674"/>
            <a:ext cx="2155472" cy="776860"/>
          </a:xfrm>
        </p:spPr>
        <p:txBody>
          <a:bodyPr lIns="0">
            <a:normAutofit/>
          </a:bodyPr>
          <a:lstStyle>
            <a:lvl1pPr marL="273050" indent="-187325">
              <a:lnSpc>
                <a:spcPts val="1700"/>
              </a:lnSpc>
              <a:spcBef>
                <a:spcPts val="0"/>
              </a:spcBef>
              <a:buClr>
                <a:schemeClr val="bg1"/>
              </a:buClr>
              <a:buSzPct val="120000"/>
              <a:defRPr sz="1440">
                <a:solidFill>
                  <a:schemeClr val="bg1"/>
                </a:solidFill>
              </a:defRPr>
            </a:lvl1pPr>
          </a:lstStyle>
          <a:p>
            <a:pPr lvl="0"/>
            <a:r>
              <a:rPr lang="es-ES" err="1"/>
              <a:t>Lorem</a:t>
            </a:r>
            <a:r>
              <a:rPr lang="es-ES"/>
              <a:t> </a:t>
            </a:r>
            <a:r>
              <a:rPr lang="es-ES" err="1"/>
              <a:t>Ipsum</a:t>
            </a:r>
            <a:r>
              <a:rPr lang="es-ES"/>
              <a:t> dolor</a:t>
            </a:r>
          </a:p>
          <a:p>
            <a:pPr lvl="0"/>
            <a:r>
              <a:rPr lang="es-ES" err="1"/>
              <a:t>Lorem</a:t>
            </a:r>
            <a:r>
              <a:rPr lang="es-ES"/>
              <a:t> </a:t>
            </a:r>
            <a:r>
              <a:rPr lang="es-ES" err="1"/>
              <a:t>Ipsum</a:t>
            </a:r>
            <a:r>
              <a:rPr lang="es-ES"/>
              <a:t> dolor</a:t>
            </a:r>
          </a:p>
          <a:p>
            <a:pPr lvl="0"/>
            <a:endParaRPr lang="es-ES"/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9F4B4B96-4DE9-41D6-8451-E609EA42CEB1}"/>
              </a:ext>
            </a:extLst>
          </p:cNvPr>
          <p:cNvSpPr txBox="1"/>
          <p:nvPr userDrawn="1"/>
        </p:nvSpPr>
        <p:spPr>
          <a:xfrm>
            <a:off x="432928" y="7772943"/>
            <a:ext cx="4043094" cy="2400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960">
                <a:solidFill>
                  <a:srgbClr val="333333"/>
                </a:solidFill>
                <a:latin typeface="Century Gothic" panose="020B0502020202020204" pitchFamily="34" charset="0"/>
              </a:rPr>
              <a:t>© Copyright Universidad Europea. Todos los derechos reservados</a:t>
            </a:r>
            <a:endParaRPr lang="es-ES"/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477BE39B-2C02-47CD-9D3F-4E61D751F409}"/>
              </a:ext>
            </a:extLst>
          </p:cNvPr>
          <p:cNvSpPr/>
          <p:nvPr userDrawn="1"/>
        </p:nvSpPr>
        <p:spPr>
          <a:xfrm>
            <a:off x="13723938" y="7570604"/>
            <a:ext cx="384969" cy="384969"/>
          </a:xfrm>
          <a:prstGeom prst="rect">
            <a:avLst/>
          </a:prstGeom>
          <a:solidFill>
            <a:srgbClr val="FF32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16" name="Gráfico 15">
            <a:extLst>
              <a:ext uri="{FF2B5EF4-FFF2-40B4-BE49-F238E27FC236}">
                <a16:creationId xmlns:a16="http://schemas.microsoft.com/office/drawing/2014/main" id="{01911160-1F72-43A5-8571-86587F03E3C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4442" y="332974"/>
            <a:ext cx="1400054" cy="38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77624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+ Imagen 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n 13">
            <a:extLst>
              <a:ext uri="{FF2B5EF4-FFF2-40B4-BE49-F238E27FC236}">
                <a16:creationId xmlns:a16="http://schemas.microsoft.com/office/drawing/2014/main" id="{C736E012-FDE3-42BC-B1F9-A1FC3B60AE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630399" cy="8229600"/>
          </a:xfrm>
          <a:prstGeom prst="rect">
            <a:avLst/>
          </a:prstGeom>
        </p:spPr>
      </p:pic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42F2A480-3D7B-4147-AD69-DDD775FA97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05B2D1-880E-4846-A216-7D6770BA1332}" type="slidenum">
              <a:rPr lang="es-ES" smtClean="0"/>
              <a:pPr/>
              <a:t>‹#›</a:t>
            </a:fld>
            <a:endParaRPr lang="es-ES"/>
          </a:p>
        </p:txBody>
      </p:sp>
      <p:sp>
        <p:nvSpPr>
          <p:cNvPr id="13" name="Marcador de posición de imagen 7">
            <a:extLst>
              <a:ext uri="{FF2B5EF4-FFF2-40B4-BE49-F238E27FC236}">
                <a16:creationId xmlns:a16="http://schemas.microsoft.com/office/drawing/2014/main" id="{EBC33655-F9A5-4750-B5DC-FF30B140D5E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06463" y="1714500"/>
            <a:ext cx="2400300" cy="2400300"/>
          </a:xfrm>
          <a:solidFill>
            <a:schemeClr val="bg1">
              <a:lumMod val="95000"/>
            </a:schemeClr>
          </a:solidFill>
          <a:ln w="12700">
            <a:solidFill>
              <a:srgbClr val="FF3228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17" name="Marcador de texto 17">
            <a:extLst>
              <a:ext uri="{FF2B5EF4-FFF2-40B4-BE49-F238E27FC236}">
                <a16:creationId xmlns:a16="http://schemas.microsoft.com/office/drawing/2014/main" id="{84C5C295-7660-4294-86D6-F055C786405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587607" y="4298452"/>
            <a:ext cx="7170703" cy="55425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lang="es-ES" sz="2890" b="1" kern="1200" dirty="0">
                <a:solidFill>
                  <a:schemeClr val="bg1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r>
              <a:rPr lang="es-ES" err="1">
                <a:solidFill>
                  <a:schemeClr val="bg1"/>
                </a:solidFill>
              </a:rPr>
              <a:t>Lorem</a:t>
            </a:r>
            <a:r>
              <a:rPr lang="es-ES">
                <a:solidFill>
                  <a:schemeClr val="bg1"/>
                </a:solidFill>
              </a:rPr>
              <a:t> </a:t>
            </a:r>
            <a:r>
              <a:rPr lang="es-ES" err="1">
                <a:solidFill>
                  <a:schemeClr val="bg1"/>
                </a:solidFill>
              </a:rPr>
              <a:t>ipsum</a:t>
            </a:r>
            <a:r>
              <a:rPr lang="es-ES">
                <a:solidFill>
                  <a:schemeClr val="bg1"/>
                </a:solidFill>
              </a:rPr>
              <a:t>, </a:t>
            </a:r>
            <a:r>
              <a:rPr lang="es-ES" err="1">
                <a:solidFill>
                  <a:schemeClr val="bg1"/>
                </a:solidFill>
              </a:rPr>
              <a:t>lmus</a:t>
            </a:r>
            <a:r>
              <a:rPr lang="es-ES">
                <a:solidFill>
                  <a:schemeClr val="bg1"/>
                </a:solidFill>
              </a:rPr>
              <a:t> </a:t>
            </a:r>
            <a:r>
              <a:rPr lang="es-ES" err="1">
                <a:solidFill>
                  <a:schemeClr val="bg1"/>
                </a:solidFill>
              </a:rPr>
              <a:t>deru</a:t>
            </a:r>
            <a:r>
              <a:rPr lang="es-ES">
                <a:solidFill>
                  <a:schemeClr val="bg1"/>
                </a:solidFill>
              </a:rPr>
              <a:t> </a:t>
            </a:r>
            <a:r>
              <a:rPr lang="es-ES" err="1">
                <a:solidFill>
                  <a:schemeClr val="bg1"/>
                </a:solidFill>
              </a:rPr>
              <a:t>llam</a:t>
            </a:r>
            <a:r>
              <a:rPr lang="es-ES">
                <a:solidFill>
                  <a:schemeClr val="bg1"/>
                </a:solidFill>
              </a:rPr>
              <a:t> </a:t>
            </a:r>
            <a:r>
              <a:rPr lang="es-ES" err="1">
                <a:solidFill>
                  <a:schemeClr val="bg1"/>
                </a:solidFill>
              </a:rPr>
              <a:t>deru</a:t>
            </a:r>
            <a:r>
              <a:rPr lang="es-ES">
                <a:solidFill>
                  <a:schemeClr val="bg1"/>
                </a:solidFill>
              </a:rPr>
              <a:t> </a:t>
            </a:r>
            <a:r>
              <a:rPr lang="es-ES" err="1">
                <a:solidFill>
                  <a:schemeClr val="bg1"/>
                </a:solidFill>
              </a:rPr>
              <a:t>llam</a:t>
            </a:r>
            <a:endParaRPr lang="es-ES">
              <a:solidFill>
                <a:schemeClr val="bg1"/>
              </a:solidFill>
            </a:endParaRPr>
          </a:p>
        </p:txBody>
      </p:sp>
      <p:sp>
        <p:nvSpPr>
          <p:cNvPr id="18" name="Marcador de posición de imagen 7">
            <a:extLst>
              <a:ext uri="{FF2B5EF4-FFF2-40B4-BE49-F238E27FC236}">
                <a16:creationId xmlns:a16="http://schemas.microsoft.com/office/drawing/2014/main" id="{98F82C54-E041-4961-B68A-84A13C1FB2D8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3309938" y="1714500"/>
            <a:ext cx="2400300" cy="2400300"/>
          </a:xfrm>
          <a:solidFill>
            <a:schemeClr val="bg1">
              <a:lumMod val="95000"/>
            </a:schemeClr>
          </a:solidFill>
          <a:ln w="12700">
            <a:solidFill>
              <a:srgbClr val="FF3228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19" name="Marcador de posición de imagen 7">
            <a:extLst>
              <a:ext uri="{FF2B5EF4-FFF2-40B4-BE49-F238E27FC236}">
                <a16:creationId xmlns:a16="http://schemas.microsoft.com/office/drawing/2014/main" id="{498F53C0-25B8-4416-BB17-5CFFE7E97B0C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5710238" y="1714500"/>
            <a:ext cx="2400300" cy="2400300"/>
          </a:xfrm>
          <a:solidFill>
            <a:schemeClr val="bg1">
              <a:lumMod val="95000"/>
            </a:schemeClr>
          </a:solidFill>
          <a:ln w="12700">
            <a:solidFill>
              <a:srgbClr val="FF3228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22" name="Marcador de posición de imagen 7">
            <a:extLst>
              <a:ext uri="{FF2B5EF4-FFF2-40B4-BE49-F238E27FC236}">
                <a16:creationId xmlns:a16="http://schemas.microsoft.com/office/drawing/2014/main" id="{E4299396-37C3-47E4-B635-8BE73AC26544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8110538" y="1714500"/>
            <a:ext cx="2400300" cy="2400300"/>
          </a:xfrm>
          <a:solidFill>
            <a:schemeClr val="bg1">
              <a:lumMod val="95000"/>
            </a:schemeClr>
          </a:solidFill>
          <a:ln w="12700">
            <a:solidFill>
              <a:srgbClr val="FF3228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24" name="Marcador de texto 17">
            <a:extLst>
              <a:ext uri="{FF2B5EF4-FFF2-40B4-BE49-F238E27FC236}">
                <a16:creationId xmlns:a16="http://schemas.microsoft.com/office/drawing/2014/main" id="{A24DE945-2CE3-4EC7-A127-55E426E2534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703460" y="4784969"/>
            <a:ext cx="7054849" cy="1344898"/>
          </a:xfrm>
        </p:spPr>
        <p:txBody>
          <a:bodyPr lIns="0">
            <a:noAutofit/>
          </a:bodyPr>
          <a:lstStyle>
            <a:lvl1pPr marL="0" indent="0">
              <a:lnSpc>
                <a:spcPts val="1700"/>
              </a:lnSpc>
              <a:spcBef>
                <a:spcPts val="900"/>
              </a:spcBef>
              <a:spcAft>
                <a:spcPts val="900"/>
              </a:spcAft>
              <a:buNone/>
              <a:defRPr sz="144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s-ES"/>
              <a:t>Te </a:t>
            </a:r>
            <a:r>
              <a:rPr lang="es-ES" err="1"/>
              <a:t>cusdaep</a:t>
            </a:r>
            <a:r>
              <a:rPr lang="es-ES"/>
              <a:t> </a:t>
            </a:r>
            <a:r>
              <a:rPr lang="es-ES" err="1"/>
              <a:t>taquuam</a:t>
            </a:r>
            <a:r>
              <a:rPr lang="es-ES"/>
              <a:t>, </a:t>
            </a:r>
            <a:r>
              <a:rPr lang="es-ES" err="1"/>
              <a:t>taquam</a:t>
            </a:r>
            <a:r>
              <a:rPr lang="es-ES"/>
              <a:t>, </a:t>
            </a:r>
            <a:r>
              <a:rPr lang="es-ES" err="1"/>
              <a:t>ea</a:t>
            </a:r>
            <a:r>
              <a:rPr lang="es-ES"/>
              <a:t> </a:t>
            </a:r>
            <a:r>
              <a:rPr lang="es-ES" err="1"/>
              <a:t>dolorisPoribus</a:t>
            </a:r>
            <a:r>
              <a:rPr lang="es-ES"/>
              <a:t> </a:t>
            </a:r>
            <a:r>
              <a:rPr lang="es-ES" err="1"/>
              <a:t>reiciis</a:t>
            </a:r>
            <a:r>
              <a:rPr lang="es-ES"/>
              <a:t> </a:t>
            </a:r>
            <a:r>
              <a:rPr lang="es-ES" err="1"/>
              <a:t>conseque</a:t>
            </a:r>
            <a:r>
              <a:rPr lang="es-ES"/>
              <a:t> </a:t>
            </a:r>
            <a:r>
              <a:rPr lang="es-ES" err="1"/>
              <a:t>conempo</a:t>
            </a:r>
            <a:r>
              <a:rPr lang="es-ES"/>
              <a:t> </a:t>
            </a:r>
            <a:r>
              <a:rPr lang="es-ES" err="1"/>
              <a:t>ribusam</a:t>
            </a:r>
            <a:r>
              <a:rPr lang="es-ES"/>
              <a:t> </a:t>
            </a:r>
            <a:r>
              <a:rPr lang="es-ES" err="1"/>
              <a:t>enimincil</a:t>
            </a:r>
            <a:r>
              <a:rPr lang="es-ES"/>
              <a:t> </a:t>
            </a:r>
            <a:r>
              <a:rPr lang="es-ES" err="1"/>
              <a:t>molupta</a:t>
            </a:r>
            <a:r>
              <a:rPr lang="es-ES"/>
              <a:t> </a:t>
            </a:r>
            <a:r>
              <a:rPr lang="es-ES" err="1"/>
              <a:t>tiatesed</a:t>
            </a:r>
            <a:r>
              <a:rPr lang="es-ES"/>
              <a:t> qui </a:t>
            </a:r>
            <a:r>
              <a:rPr lang="es-ES" err="1"/>
              <a:t>sit</a:t>
            </a:r>
            <a:r>
              <a:rPr lang="es-ES"/>
              <a:t> </a:t>
            </a:r>
            <a:r>
              <a:rPr lang="es-ES" err="1"/>
              <a:t>aut</a:t>
            </a:r>
            <a:r>
              <a:rPr lang="es-ES"/>
              <a:t> </a:t>
            </a:r>
            <a:r>
              <a:rPr lang="es-ES" err="1"/>
              <a:t>harit</a:t>
            </a:r>
            <a:r>
              <a:rPr lang="es-ES"/>
              <a:t>, </a:t>
            </a:r>
            <a:r>
              <a:rPr lang="es-ES" err="1"/>
              <a:t>quoditat</a:t>
            </a:r>
            <a:r>
              <a:rPr lang="es-ES"/>
              <a:t> mi, </a:t>
            </a:r>
            <a:r>
              <a:rPr lang="es-ES" err="1"/>
              <a:t>experum</a:t>
            </a:r>
            <a:r>
              <a:rPr lang="es-ES"/>
              <a:t> a </a:t>
            </a:r>
            <a:r>
              <a:rPr lang="es-ES" err="1"/>
              <a:t>conse</a:t>
            </a:r>
            <a:r>
              <a:rPr lang="es-ES"/>
              <a:t> </a:t>
            </a:r>
            <a:r>
              <a:rPr lang="es-ES" err="1"/>
              <a:t>sequamet</a:t>
            </a:r>
            <a:r>
              <a:rPr lang="es-ES"/>
              <a:t>, quid </a:t>
            </a:r>
            <a:r>
              <a:rPr lang="es-ES" err="1"/>
              <a:t>ullestrum</a:t>
            </a:r>
            <a:r>
              <a:rPr lang="es-ES"/>
              <a:t> quia </a:t>
            </a:r>
            <a:r>
              <a:rPr lang="es-ES" err="1"/>
              <a:t>estemqu</a:t>
            </a:r>
            <a:r>
              <a:rPr lang="es-ES"/>
              <a:t> </a:t>
            </a:r>
            <a:r>
              <a:rPr lang="es-ES" err="1"/>
              <a:t>idundam</a:t>
            </a:r>
            <a:r>
              <a:rPr lang="es-ES"/>
              <a:t> qui </a:t>
            </a:r>
            <a:r>
              <a:rPr lang="es-ES" err="1"/>
              <a:t>alitiis</a:t>
            </a:r>
            <a:r>
              <a:rPr lang="es-ES"/>
              <a:t> sitia quo </a:t>
            </a:r>
            <a:r>
              <a:rPr lang="es-ES" err="1"/>
              <a:t>totationsedi</a:t>
            </a:r>
            <a:r>
              <a:rPr lang="es-ES"/>
              <a:t> </a:t>
            </a:r>
            <a:r>
              <a:rPr lang="es-ES" err="1"/>
              <a:t>dolorpor</a:t>
            </a:r>
            <a:r>
              <a:rPr lang="es-ES"/>
              <a:t> </a:t>
            </a:r>
            <a:r>
              <a:rPr lang="es-ES" err="1"/>
              <a:t>samus</a:t>
            </a:r>
            <a:r>
              <a:rPr lang="es-ES"/>
              <a:t> am, </a:t>
            </a:r>
            <a:r>
              <a:rPr lang="es-ES" err="1"/>
              <a:t>ullabore</a:t>
            </a:r>
            <a:r>
              <a:rPr lang="es-ES"/>
              <a:t> </a:t>
            </a:r>
            <a:r>
              <a:rPr lang="es-ES" err="1"/>
              <a:t>nihicipsusa</a:t>
            </a:r>
            <a:r>
              <a:rPr lang="es-ES"/>
              <a:t> </a:t>
            </a:r>
            <a:r>
              <a:rPr lang="es-ES" err="1"/>
              <a:t>conse</a:t>
            </a:r>
            <a:r>
              <a:rPr lang="es-ES"/>
              <a:t> </a:t>
            </a:r>
            <a:r>
              <a:rPr lang="es-ES" err="1"/>
              <a:t>conet</a:t>
            </a:r>
            <a:r>
              <a:rPr lang="es-ES"/>
              <a:t> </a:t>
            </a:r>
            <a:r>
              <a:rPr lang="es-ES" err="1"/>
              <a:t>quuntin</a:t>
            </a:r>
            <a:r>
              <a:rPr lang="es-ES"/>
              <a:t> </a:t>
            </a:r>
            <a:r>
              <a:rPr lang="es-ES" err="1"/>
              <a:t>ullabor</a:t>
            </a:r>
            <a:r>
              <a:rPr lang="es-ES"/>
              <a:t> </a:t>
            </a:r>
            <a:r>
              <a:rPr lang="es-ES" err="1"/>
              <a:t>ionsequos</a:t>
            </a:r>
            <a:r>
              <a:rPr lang="es-ES"/>
              <a:t> es </a:t>
            </a:r>
            <a:r>
              <a:rPr lang="es-ES" err="1"/>
              <a:t>aut</a:t>
            </a:r>
            <a:r>
              <a:rPr lang="es-ES"/>
              <a:t> </a:t>
            </a:r>
            <a:r>
              <a:rPr lang="es-ES" err="1"/>
              <a:t>moloreptur</a:t>
            </a:r>
            <a:r>
              <a:rPr lang="es-ES"/>
              <a:t> </a:t>
            </a:r>
            <a:r>
              <a:rPr lang="es-ES" err="1"/>
              <a:t>molorep</a:t>
            </a:r>
            <a:r>
              <a:rPr lang="es-ES"/>
              <a:t> </a:t>
            </a:r>
            <a:r>
              <a:rPr lang="es-ES" err="1"/>
              <a:t>erspica</a:t>
            </a:r>
            <a:r>
              <a:rPr lang="es-ES"/>
              <a:t> </a:t>
            </a:r>
            <a:r>
              <a:rPr lang="es-ES" err="1"/>
              <a:t>tiossin</a:t>
            </a:r>
            <a:r>
              <a:rPr lang="es-ES"/>
              <a:t> </a:t>
            </a:r>
            <a:r>
              <a:rPr lang="es-ES" err="1"/>
              <a:t>vendae</a:t>
            </a:r>
            <a:r>
              <a:rPr lang="es-ES"/>
              <a:t> dolor as dolo </a:t>
            </a:r>
            <a:r>
              <a:rPr lang="es-ES" err="1"/>
              <a:t>consendit</a:t>
            </a:r>
            <a:r>
              <a:rPr lang="es-ES"/>
              <a:t>.		</a:t>
            </a:r>
          </a:p>
        </p:txBody>
      </p:sp>
      <p:sp>
        <p:nvSpPr>
          <p:cNvPr id="25" name="Marcador de texto 8">
            <a:extLst>
              <a:ext uri="{FF2B5EF4-FFF2-40B4-BE49-F238E27FC236}">
                <a16:creationId xmlns:a16="http://schemas.microsoft.com/office/drawing/2014/main" id="{3D775503-C7C8-4604-9DD9-74B7D04AFCC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14751" y="6199674"/>
            <a:ext cx="2155472" cy="776860"/>
          </a:xfrm>
        </p:spPr>
        <p:txBody>
          <a:bodyPr lIns="0">
            <a:normAutofit/>
          </a:bodyPr>
          <a:lstStyle>
            <a:lvl1pPr marL="273050" indent="-187325">
              <a:lnSpc>
                <a:spcPts val="1700"/>
              </a:lnSpc>
              <a:spcBef>
                <a:spcPts val="0"/>
              </a:spcBef>
              <a:buClr>
                <a:schemeClr val="bg1"/>
              </a:buClr>
              <a:buSzPct val="120000"/>
              <a:defRPr sz="1440">
                <a:solidFill>
                  <a:schemeClr val="bg1"/>
                </a:solidFill>
              </a:defRPr>
            </a:lvl1pPr>
          </a:lstStyle>
          <a:p>
            <a:pPr lvl="0"/>
            <a:r>
              <a:rPr lang="es-ES" err="1"/>
              <a:t>Lorem</a:t>
            </a:r>
            <a:r>
              <a:rPr lang="es-ES"/>
              <a:t> </a:t>
            </a:r>
            <a:r>
              <a:rPr lang="es-ES" err="1"/>
              <a:t>Ipsum</a:t>
            </a:r>
            <a:r>
              <a:rPr lang="es-ES"/>
              <a:t> dolor</a:t>
            </a:r>
          </a:p>
          <a:p>
            <a:pPr lvl="0"/>
            <a:r>
              <a:rPr lang="es-ES" err="1"/>
              <a:t>Lorem</a:t>
            </a:r>
            <a:r>
              <a:rPr lang="es-ES"/>
              <a:t> </a:t>
            </a:r>
            <a:r>
              <a:rPr lang="es-ES" err="1"/>
              <a:t>Ipsum</a:t>
            </a:r>
            <a:r>
              <a:rPr lang="es-ES"/>
              <a:t> dolor</a:t>
            </a:r>
          </a:p>
          <a:p>
            <a:pPr lvl="0"/>
            <a:endParaRPr lang="es-ES"/>
          </a:p>
        </p:txBody>
      </p:sp>
      <p:sp>
        <p:nvSpPr>
          <p:cNvPr id="26" name="Marcador de texto 8">
            <a:extLst>
              <a:ext uri="{FF2B5EF4-FFF2-40B4-BE49-F238E27FC236}">
                <a16:creationId xmlns:a16="http://schemas.microsoft.com/office/drawing/2014/main" id="{FEF82472-BA77-4424-9633-6F836819F35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2753" y="6199674"/>
            <a:ext cx="2155472" cy="776860"/>
          </a:xfrm>
        </p:spPr>
        <p:txBody>
          <a:bodyPr lIns="0">
            <a:normAutofit/>
          </a:bodyPr>
          <a:lstStyle>
            <a:lvl1pPr marL="273050" indent="-187325">
              <a:lnSpc>
                <a:spcPts val="1700"/>
              </a:lnSpc>
              <a:spcBef>
                <a:spcPts val="0"/>
              </a:spcBef>
              <a:buClr>
                <a:schemeClr val="bg1"/>
              </a:buClr>
              <a:buSzPct val="120000"/>
              <a:defRPr sz="1440">
                <a:solidFill>
                  <a:schemeClr val="bg1"/>
                </a:solidFill>
              </a:defRPr>
            </a:lvl1pPr>
          </a:lstStyle>
          <a:p>
            <a:pPr lvl="0"/>
            <a:r>
              <a:rPr lang="es-ES" err="1"/>
              <a:t>Lorem</a:t>
            </a:r>
            <a:r>
              <a:rPr lang="es-ES"/>
              <a:t> </a:t>
            </a:r>
            <a:r>
              <a:rPr lang="es-ES" err="1"/>
              <a:t>Ipsum</a:t>
            </a:r>
            <a:r>
              <a:rPr lang="es-ES"/>
              <a:t> dolor</a:t>
            </a:r>
          </a:p>
          <a:p>
            <a:pPr lvl="0"/>
            <a:r>
              <a:rPr lang="es-ES" err="1"/>
              <a:t>Lorem</a:t>
            </a:r>
            <a:r>
              <a:rPr lang="es-ES"/>
              <a:t> </a:t>
            </a:r>
            <a:r>
              <a:rPr lang="es-ES" err="1"/>
              <a:t>Ipsum</a:t>
            </a:r>
            <a:r>
              <a:rPr lang="es-ES"/>
              <a:t> dolor</a:t>
            </a:r>
          </a:p>
          <a:p>
            <a:pPr lvl="0"/>
            <a:endParaRPr lang="es-ES"/>
          </a:p>
        </p:txBody>
      </p:sp>
      <p:sp>
        <p:nvSpPr>
          <p:cNvPr id="31" name="Marcador de texto 8">
            <a:extLst>
              <a:ext uri="{FF2B5EF4-FFF2-40B4-BE49-F238E27FC236}">
                <a16:creationId xmlns:a16="http://schemas.microsoft.com/office/drawing/2014/main" id="{2C25FDCB-8A18-4353-AD68-DE9C42E8530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130755" y="6199674"/>
            <a:ext cx="2155472" cy="776860"/>
          </a:xfrm>
        </p:spPr>
        <p:txBody>
          <a:bodyPr lIns="0">
            <a:normAutofit/>
          </a:bodyPr>
          <a:lstStyle>
            <a:lvl1pPr marL="273050" indent="-187325">
              <a:lnSpc>
                <a:spcPts val="1700"/>
              </a:lnSpc>
              <a:spcBef>
                <a:spcPts val="0"/>
              </a:spcBef>
              <a:buClr>
                <a:schemeClr val="bg1"/>
              </a:buClr>
              <a:buSzPct val="120000"/>
              <a:defRPr sz="1440">
                <a:solidFill>
                  <a:schemeClr val="bg1"/>
                </a:solidFill>
              </a:defRPr>
            </a:lvl1pPr>
          </a:lstStyle>
          <a:p>
            <a:pPr lvl="0"/>
            <a:r>
              <a:rPr lang="es-ES" err="1"/>
              <a:t>Lorem</a:t>
            </a:r>
            <a:r>
              <a:rPr lang="es-ES"/>
              <a:t> </a:t>
            </a:r>
            <a:r>
              <a:rPr lang="es-ES" err="1"/>
              <a:t>Ipsum</a:t>
            </a:r>
            <a:r>
              <a:rPr lang="es-ES"/>
              <a:t> dolor</a:t>
            </a:r>
          </a:p>
          <a:p>
            <a:pPr lvl="0"/>
            <a:r>
              <a:rPr lang="es-ES" err="1"/>
              <a:t>Lorem</a:t>
            </a:r>
            <a:r>
              <a:rPr lang="es-ES"/>
              <a:t> </a:t>
            </a:r>
            <a:r>
              <a:rPr lang="es-ES" err="1"/>
              <a:t>Ipsum</a:t>
            </a:r>
            <a:r>
              <a:rPr lang="es-ES"/>
              <a:t> dolor</a:t>
            </a:r>
          </a:p>
          <a:p>
            <a:pPr lvl="0"/>
            <a:endParaRPr lang="es-ES"/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9F4B4B96-4DE9-41D6-8451-E609EA42CEB1}"/>
              </a:ext>
            </a:extLst>
          </p:cNvPr>
          <p:cNvSpPr txBox="1"/>
          <p:nvPr userDrawn="1"/>
        </p:nvSpPr>
        <p:spPr>
          <a:xfrm>
            <a:off x="432928" y="7772943"/>
            <a:ext cx="4043094" cy="2400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960">
                <a:solidFill>
                  <a:srgbClr val="333333"/>
                </a:solidFill>
                <a:latin typeface="Century Gothic" panose="020B0502020202020204" pitchFamily="34" charset="0"/>
              </a:rPr>
              <a:t>© Copyright Universidad Europea. Todos los derechos reservados</a:t>
            </a:r>
            <a:endParaRPr lang="es-ES"/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477BE39B-2C02-47CD-9D3F-4E61D751F409}"/>
              </a:ext>
            </a:extLst>
          </p:cNvPr>
          <p:cNvSpPr/>
          <p:nvPr userDrawn="1"/>
        </p:nvSpPr>
        <p:spPr>
          <a:xfrm>
            <a:off x="13723938" y="7570604"/>
            <a:ext cx="384969" cy="384969"/>
          </a:xfrm>
          <a:prstGeom prst="rect">
            <a:avLst/>
          </a:prstGeom>
          <a:solidFill>
            <a:srgbClr val="FF32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6" name="Marcador de posición de imagen 7">
            <a:extLst>
              <a:ext uri="{FF2B5EF4-FFF2-40B4-BE49-F238E27FC236}">
                <a16:creationId xmlns:a16="http://schemas.microsoft.com/office/drawing/2014/main" id="{8AC1F603-16D4-4B7E-9BC4-BCCDDDAB5BC9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0510838" y="1714500"/>
            <a:ext cx="2400300" cy="2400300"/>
          </a:xfrm>
          <a:solidFill>
            <a:schemeClr val="bg1">
              <a:lumMod val="95000"/>
            </a:schemeClr>
          </a:solidFill>
          <a:ln w="12700">
            <a:solidFill>
              <a:srgbClr val="FF3228"/>
            </a:solidFill>
          </a:ln>
        </p:spPr>
        <p:txBody>
          <a:bodyPr/>
          <a:lstStyle/>
          <a:p>
            <a:endParaRPr lang="es-ES"/>
          </a:p>
        </p:txBody>
      </p:sp>
      <p:pic>
        <p:nvPicPr>
          <p:cNvPr id="21" name="Gráfico 20">
            <a:extLst>
              <a:ext uri="{FF2B5EF4-FFF2-40B4-BE49-F238E27FC236}">
                <a16:creationId xmlns:a16="http://schemas.microsoft.com/office/drawing/2014/main" id="{A0DCA150-0A3B-41D3-8E22-943C3ACECB0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4442" y="332974"/>
            <a:ext cx="1400054" cy="38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998286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+ Imagen 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n 13">
            <a:extLst>
              <a:ext uri="{FF2B5EF4-FFF2-40B4-BE49-F238E27FC236}">
                <a16:creationId xmlns:a16="http://schemas.microsoft.com/office/drawing/2014/main" id="{C736E012-FDE3-42BC-B1F9-A1FC3B60AE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630399" cy="8229600"/>
          </a:xfrm>
          <a:prstGeom prst="rect">
            <a:avLst/>
          </a:prstGeom>
        </p:spPr>
      </p:pic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42F2A480-3D7B-4147-AD69-DDD775FA97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05B2D1-880E-4846-A216-7D6770BA1332}" type="slidenum">
              <a:rPr lang="es-ES" smtClean="0"/>
              <a:pPr/>
              <a:t>‹#›</a:t>
            </a:fld>
            <a:endParaRPr lang="es-ES"/>
          </a:p>
        </p:txBody>
      </p:sp>
      <p:sp>
        <p:nvSpPr>
          <p:cNvPr id="13" name="Marcador de posición de imagen 7">
            <a:extLst>
              <a:ext uri="{FF2B5EF4-FFF2-40B4-BE49-F238E27FC236}">
                <a16:creationId xmlns:a16="http://schemas.microsoft.com/office/drawing/2014/main" id="{EBC33655-F9A5-4750-B5DC-FF30B140D5E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06463" y="1714500"/>
            <a:ext cx="2400300" cy="2400300"/>
          </a:xfrm>
          <a:solidFill>
            <a:schemeClr val="bg1">
              <a:lumMod val="95000"/>
            </a:schemeClr>
          </a:solidFill>
          <a:ln w="12700">
            <a:solidFill>
              <a:srgbClr val="FF3228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17" name="Marcador de texto 17">
            <a:extLst>
              <a:ext uri="{FF2B5EF4-FFF2-40B4-BE49-F238E27FC236}">
                <a16:creationId xmlns:a16="http://schemas.microsoft.com/office/drawing/2014/main" id="{84C5C295-7660-4294-86D6-F055C786405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587607" y="4298452"/>
            <a:ext cx="7170703" cy="55425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lang="es-ES" sz="2890" b="1" kern="1200" dirty="0">
                <a:solidFill>
                  <a:schemeClr val="bg1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r>
              <a:rPr lang="es-ES" err="1">
                <a:solidFill>
                  <a:schemeClr val="bg1"/>
                </a:solidFill>
              </a:rPr>
              <a:t>Lorem</a:t>
            </a:r>
            <a:r>
              <a:rPr lang="es-ES">
                <a:solidFill>
                  <a:schemeClr val="bg1"/>
                </a:solidFill>
              </a:rPr>
              <a:t> </a:t>
            </a:r>
            <a:r>
              <a:rPr lang="es-ES" err="1">
                <a:solidFill>
                  <a:schemeClr val="bg1"/>
                </a:solidFill>
              </a:rPr>
              <a:t>ipsum</a:t>
            </a:r>
            <a:r>
              <a:rPr lang="es-ES">
                <a:solidFill>
                  <a:schemeClr val="bg1"/>
                </a:solidFill>
              </a:rPr>
              <a:t>, </a:t>
            </a:r>
            <a:r>
              <a:rPr lang="es-ES" err="1">
                <a:solidFill>
                  <a:schemeClr val="bg1"/>
                </a:solidFill>
              </a:rPr>
              <a:t>lmus</a:t>
            </a:r>
            <a:r>
              <a:rPr lang="es-ES">
                <a:solidFill>
                  <a:schemeClr val="bg1"/>
                </a:solidFill>
              </a:rPr>
              <a:t> </a:t>
            </a:r>
            <a:r>
              <a:rPr lang="es-ES" err="1">
                <a:solidFill>
                  <a:schemeClr val="bg1"/>
                </a:solidFill>
              </a:rPr>
              <a:t>deru</a:t>
            </a:r>
            <a:r>
              <a:rPr lang="es-ES">
                <a:solidFill>
                  <a:schemeClr val="bg1"/>
                </a:solidFill>
              </a:rPr>
              <a:t> </a:t>
            </a:r>
            <a:r>
              <a:rPr lang="es-ES" err="1">
                <a:solidFill>
                  <a:schemeClr val="bg1"/>
                </a:solidFill>
              </a:rPr>
              <a:t>llam</a:t>
            </a:r>
            <a:r>
              <a:rPr lang="es-ES">
                <a:solidFill>
                  <a:schemeClr val="bg1"/>
                </a:solidFill>
              </a:rPr>
              <a:t> </a:t>
            </a:r>
            <a:r>
              <a:rPr lang="es-ES" err="1">
                <a:solidFill>
                  <a:schemeClr val="bg1"/>
                </a:solidFill>
              </a:rPr>
              <a:t>deru</a:t>
            </a:r>
            <a:r>
              <a:rPr lang="es-ES">
                <a:solidFill>
                  <a:schemeClr val="bg1"/>
                </a:solidFill>
              </a:rPr>
              <a:t> </a:t>
            </a:r>
            <a:r>
              <a:rPr lang="es-ES" err="1">
                <a:solidFill>
                  <a:schemeClr val="bg1"/>
                </a:solidFill>
              </a:rPr>
              <a:t>llam</a:t>
            </a:r>
            <a:endParaRPr lang="es-ES">
              <a:solidFill>
                <a:schemeClr val="bg1"/>
              </a:solidFill>
            </a:endParaRPr>
          </a:p>
        </p:txBody>
      </p:sp>
      <p:sp>
        <p:nvSpPr>
          <p:cNvPr id="18" name="Marcador de posición de imagen 7">
            <a:extLst>
              <a:ext uri="{FF2B5EF4-FFF2-40B4-BE49-F238E27FC236}">
                <a16:creationId xmlns:a16="http://schemas.microsoft.com/office/drawing/2014/main" id="{98F82C54-E041-4961-B68A-84A13C1FB2D8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3309938" y="1714500"/>
            <a:ext cx="2400300" cy="2400300"/>
          </a:xfrm>
          <a:solidFill>
            <a:schemeClr val="bg1">
              <a:lumMod val="95000"/>
            </a:schemeClr>
          </a:solidFill>
          <a:ln w="12700">
            <a:solidFill>
              <a:srgbClr val="FF3228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19" name="Marcador de posición de imagen 7">
            <a:extLst>
              <a:ext uri="{FF2B5EF4-FFF2-40B4-BE49-F238E27FC236}">
                <a16:creationId xmlns:a16="http://schemas.microsoft.com/office/drawing/2014/main" id="{498F53C0-25B8-4416-BB17-5CFFE7E97B0C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5710238" y="1714500"/>
            <a:ext cx="2400300" cy="2400300"/>
          </a:xfrm>
          <a:solidFill>
            <a:schemeClr val="bg1">
              <a:lumMod val="95000"/>
            </a:schemeClr>
          </a:solidFill>
          <a:ln w="12700">
            <a:solidFill>
              <a:srgbClr val="FF3228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22" name="Marcador de posición de imagen 7">
            <a:extLst>
              <a:ext uri="{FF2B5EF4-FFF2-40B4-BE49-F238E27FC236}">
                <a16:creationId xmlns:a16="http://schemas.microsoft.com/office/drawing/2014/main" id="{E4299396-37C3-47E4-B635-8BE73AC26544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8110538" y="1714500"/>
            <a:ext cx="2400300" cy="2400300"/>
          </a:xfrm>
          <a:solidFill>
            <a:schemeClr val="bg1">
              <a:lumMod val="95000"/>
            </a:schemeClr>
          </a:solidFill>
          <a:ln w="12700">
            <a:solidFill>
              <a:srgbClr val="FF3228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24" name="Marcador de texto 17">
            <a:extLst>
              <a:ext uri="{FF2B5EF4-FFF2-40B4-BE49-F238E27FC236}">
                <a16:creationId xmlns:a16="http://schemas.microsoft.com/office/drawing/2014/main" id="{A24DE945-2CE3-4EC7-A127-55E426E2534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703460" y="4784969"/>
            <a:ext cx="7054849" cy="1344898"/>
          </a:xfrm>
        </p:spPr>
        <p:txBody>
          <a:bodyPr lIns="0">
            <a:noAutofit/>
          </a:bodyPr>
          <a:lstStyle>
            <a:lvl1pPr marL="0" indent="0">
              <a:lnSpc>
                <a:spcPts val="1700"/>
              </a:lnSpc>
              <a:spcBef>
                <a:spcPts val="900"/>
              </a:spcBef>
              <a:spcAft>
                <a:spcPts val="900"/>
              </a:spcAft>
              <a:buNone/>
              <a:defRPr sz="144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s-ES"/>
              <a:t>Te </a:t>
            </a:r>
            <a:r>
              <a:rPr lang="es-ES" err="1"/>
              <a:t>cusdaep</a:t>
            </a:r>
            <a:r>
              <a:rPr lang="es-ES"/>
              <a:t> </a:t>
            </a:r>
            <a:r>
              <a:rPr lang="es-ES" err="1"/>
              <a:t>taquuam</a:t>
            </a:r>
            <a:r>
              <a:rPr lang="es-ES"/>
              <a:t>, </a:t>
            </a:r>
            <a:r>
              <a:rPr lang="es-ES" err="1"/>
              <a:t>taquam</a:t>
            </a:r>
            <a:r>
              <a:rPr lang="es-ES"/>
              <a:t>, </a:t>
            </a:r>
            <a:r>
              <a:rPr lang="es-ES" err="1"/>
              <a:t>ea</a:t>
            </a:r>
            <a:r>
              <a:rPr lang="es-ES"/>
              <a:t> </a:t>
            </a:r>
            <a:r>
              <a:rPr lang="es-ES" err="1"/>
              <a:t>dolorisPoribus</a:t>
            </a:r>
            <a:r>
              <a:rPr lang="es-ES"/>
              <a:t> </a:t>
            </a:r>
            <a:r>
              <a:rPr lang="es-ES" err="1"/>
              <a:t>reiciis</a:t>
            </a:r>
            <a:r>
              <a:rPr lang="es-ES"/>
              <a:t> </a:t>
            </a:r>
            <a:r>
              <a:rPr lang="es-ES" err="1"/>
              <a:t>conseque</a:t>
            </a:r>
            <a:r>
              <a:rPr lang="es-ES"/>
              <a:t> </a:t>
            </a:r>
            <a:r>
              <a:rPr lang="es-ES" err="1"/>
              <a:t>conempo</a:t>
            </a:r>
            <a:r>
              <a:rPr lang="es-ES"/>
              <a:t> </a:t>
            </a:r>
            <a:r>
              <a:rPr lang="es-ES" err="1"/>
              <a:t>ribusam</a:t>
            </a:r>
            <a:r>
              <a:rPr lang="es-ES"/>
              <a:t> </a:t>
            </a:r>
            <a:r>
              <a:rPr lang="es-ES" err="1"/>
              <a:t>enimincil</a:t>
            </a:r>
            <a:r>
              <a:rPr lang="es-ES"/>
              <a:t> </a:t>
            </a:r>
            <a:r>
              <a:rPr lang="es-ES" err="1"/>
              <a:t>molupta</a:t>
            </a:r>
            <a:r>
              <a:rPr lang="es-ES"/>
              <a:t> </a:t>
            </a:r>
            <a:r>
              <a:rPr lang="es-ES" err="1"/>
              <a:t>tiatesed</a:t>
            </a:r>
            <a:r>
              <a:rPr lang="es-ES"/>
              <a:t> qui </a:t>
            </a:r>
            <a:r>
              <a:rPr lang="es-ES" err="1"/>
              <a:t>sit</a:t>
            </a:r>
            <a:r>
              <a:rPr lang="es-ES"/>
              <a:t> </a:t>
            </a:r>
            <a:r>
              <a:rPr lang="es-ES" err="1"/>
              <a:t>aut</a:t>
            </a:r>
            <a:r>
              <a:rPr lang="es-ES"/>
              <a:t> </a:t>
            </a:r>
            <a:r>
              <a:rPr lang="es-ES" err="1"/>
              <a:t>harit</a:t>
            </a:r>
            <a:r>
              <a:rPr lang="es-ES"/>
              <a:t>, </a:t>
            </a:r>
            <a:r>
              <a:rPr lang="es-ES" err="1"/>
              <a:t>quoditat</a:t>
            </a:r>
            <a:r>
              <a:rPr lang="es-ES"/>
              <a:t> mi, </a:t>
            </a:r>
            <a:r>
              <a:rPr lang="es-ES" err="1"/>
              <a:t>experum</a:t>
            </a:r>
            <a:r>
              <a:rPr lang="es-ES"/>
              <a:t> a </a:t>
            </a:r>
            <a:r>
              <a:rPr lang="es-ES" err="1"/>
              <a:t>conse</a:t>
            </a:r>
            <a:r>
              <a:rPr lang="es-ES"/>
              <a:t> </a:t>
            </a:r>
            <a:r>
              <a:rPr lang="es-ES" err="1"/>
              <a:t>sequamet</a:t>
            </a:r>
            <a:r>
              <a:rPr lang="es-ES"/>
              <a:t>, quid </a:t>
            </a:r>
            <a:r>
              <a:rPr lang="es-ES" err="1"/>
              <a:t>ullestrum</a:t>
            </a:r>
            <a:r>
              <a:rPr lang="es-ES"/>
              <a:t> quia </a:t>
            </a:r>
            <a:r>
              <a:rPr lang="es-ES" err="1"/>
              <a:t>estemqu</a:t>
            </a:r>
            <a:r>
              <a:rPr lang="es-ES"/>
              <a:t> </a:t>
            </a:r>
            <a:r>
              <a:rPr lang="es-ES" err="1"/>
              <a:t>idundam</a:t>
            </a:r>
            <a:r>
              <a:rPr lang="es-ES"/>
              <a:t> qui </a:t>
            </a:r>
            <a:r>
              <a:rPr lang="es-ES" err="1"/>
              <a:t>alitiis</a:t>
            </a:r>
            <a:r>
              <a:rPr lang="es-ES"/>
              <a:t> sitia quo </a:t>
            </a:r>
            <a:r>
              <a:rPr lang="es-ES" err="1"/>
              <a:t>totationsedi</a:t>
            </a:r>
            <a:r>
              <a:rPr lang="es-ES"/>
              <a:t> </a:t>
            </a:r>
            <a:r>
              <a:rPr lang="es-ES" err="1"/>
              <a:t>dolorpor</a:t>
            </a:r>
            <a:r>
              <a:rPr lang="es-ES"/>
              <a:t> </a:t>
            </a:r>
            <a:r>
              <a:rPr lang="es-ES" err="1"/>
              <a:t>samus</a:t>
            </a:r>
            <a:r>
              <a:rPr lang="es-ES"/>
              <a:t> am, </a:t>
            </a:r>
            <a:r>
              <a:rPr lang="es-ES" err="1"/>
              <a:t>ullabore</a:t>
            </a:r>
            <a:r>
              <a:rPr lang="es-ES"/>
              <a:t> </a:t>
            </a:r>
            <a:r>
              <a:rPr lang="es-ES" err="1"/>
              <a:t>nihicipsusa</a:t>
            </a:r>
            <a:r>
              <a:rPr lang="es-ES"/>
              <a:t> </a:t>
            </a:r>
            <a:r>
              <a:rPr lang="es-ES" err="1"/>
              <a:t>conse</a:t>
            </a:r>
            <a:r>
              <a:rPr lang="es-ES"/>
              <a:t> </a:t>
            </a:r>
            <a:r>
              <a:rPr lang="es-ES" err="1"/>
              <a:t>conet</a:t>
            </a:r>
            <a:r>
              <a:rPr lang="es-ES"/>
              <a:t> </a:t>
            </a:r>
            <a:r>
              <a:rPr lang="es-ES" err="1"/>
              <a:t>quuntin</a:t>
            </a:r>
            <a:r>
              <a:rPr lang="es-ES"/>
              <a:t> </a:t>
            </a:r>
            <a:r>
              <a:rPr lang="es-ES" err="1"/>
              <a:t>ullabor</a:t>
            </a:r>
            <a:r>
              <a:rPr lang="es-ES"/>
              <a:t> </a:t>
            </a:r>
            <a:r>
              <a:rPr lang="es-ES" err="1"/>
              <a:t>ionsequos</a:t>
            </a:r>
            <a:r>
              <a:rPr lang="es-ES"/>
              <a:t> es </a:t>
            </a:r>
            <a:r>
              <a:rPr lang="es-ES" err="1"/>
              <a:t>aut</a:t>
            </a:r>
            <a:r>
              <a:rPr lang="es-ES"/>
              <a:t> </a:t>
            </a:r>
            <a:r>
              <a:rPr lang="es-ES" err="1"/>
              <a:t>moloreptur</a:t>
            </a:r>
            <a:r>
              <a:rPr lang="es-ES"/>
              <a:t> </a:t>
            </a:r>
            <a:r>
              <a:rPr lang="es-ES" err="1"/>
              <a:t>molorep</a:t>
            </a:r>
            <a:r>
              <a:rPr lang="es-ES"/>
              <a:t> </a:t>
            </a:r>
            <a:r>
              <a:rPr lang="es-ES" err="1"/>
              <a:t>erspica</a:t>
            </a:r>
            <a:r>
              <a:rPr lang="es-ES"/>
              <a:t> </a:t>
            </a:r>
            <a:r>
              <a:rPr lang="es-ES" err="1"/>
              <a:t>tiossin</a:t>
            </a:r>
            <a:r>
              <a:rPr lang="es-ES"/>
              <a:t> </a:t>
            </a:r>
            <a:r>
              <a:rPr lang="es-ES" err="1"/>
              <a:t>vendae</a:t>
            </a:r>
            <a:r>
              <a:rPr lang="es-ES"/>
              <a:t> dolor as dolo </a:t>
            </a:r>
            <a:r>
              <a:rPr lang="es-ES" err="1"/>
              <a:t>consendit</a:t>
            </a:r>
            <a:r>
              <a:rPr lang="es-ES"/>
              <a:t>.		</a:t>
            </a:r>
          </a:p>
        </p:txBody>
      </p:sp>
      <p:sp>
        <p:nvSpPr>
          <p:cNvPr id="25" name="Marcador de texto 8">
            <a:extLst>
              <a:ext uri="{FF2B5EF4-FFF2-40B4-BE49-F238E27FC236}">
                <a16:creationId xmlns:a16="http://schemas.microsoft.com/office/drawing/2014/main" id="{3D775503-C7C8-4604-9DD9-74B7D04AFCC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14751" y="6199674"/>
            <a:ext cx="2155472" cy="776860"/>
          </a:xfrm>
        </p:spPr>
        <p:txBody>
          <a:bodyPr lIns="0">
            <a:normAutofit/>
          </a:bodyPr>
          <a:lstStyle>
            <a:lvl1pPr marL="273050" indent="-187325">
              <a:lnSpc>
                <a:spcPts val="1700"/>
              </a:lnSpc>
              <a:spcBef>
                <a:spcPts val="0"/>
              </a:spcBef>
              <a:buClr>
                <a:schemeClr val="bg1"/>
              </a:buClr>
              <a:buSzPct val="120000"/>
              <a:defRPr sz="1440">
                <a:solidFill>
                  <a:schemeClr val="bg1"/>
                </a:solidFill>
              </a:defRPr>
            </a:lvl1pPr>
          </a:lstStyle>
          <a:p>
            <a:pPr lvl="0"/>
            <a:r>
              <a:rPr lang="es-ES" err="1"/>
              <a:t>Lorem</a:t>
            </a:r>
            <a:r>
              <a:rPr lang="es-ES"/>
              <a:t> </a:t>
            </a:r>
            <a:r>
              <a:rPr lang="es-ES" err="1"/>
              <a:t>Ipsum</a:t>
            </a:r>
            <a:r>
              <a:rPr lang="es-ES"/>
              <a:t> dolor</a:t>
            </a:r>
          </a:p>
          <a:p>
            <a:pPr lvl="0"/>
            <a:r>
              <a:rPr lang="es-ES" err="1"/>
              <a:t>Lorem</a:t>
            </a:r>
            <a:r>
              <a:rPr lang="es-ES"/>
              <a:t> </a:t>
            </a:r>
            <a:r>
              <a:rPr lang="es-ES" err="1"/>
              <a:t>Ipsum</a:t>
            </a:r>
            <a:r>
              <a:rPr lang="es-ES"/>
              <a:t> dolor</a:t>
            </a:r>
          </a:p>
          <a:p>
            <a:pPr lvl="0"/>
            <a:endParaRPr lang="es-ES"/>
          </a:p>
        </p:txBody>
      </p:sp>
      <p:sp>
        <p:nvSpPr>
          <p:cNvPr id="26" name="Marcador de texto 8">
            <a:extLst>
              <a:ext uri="{FF2B5EF4-FFF2-40B4-BE49-F238E27FC236}">
                <a16:creationId xmlns:a16="http://schemas.microsoft.com/office/drawing/2014/main" id="{FEF82472-BA77-4424-9633-6F836819F35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2753" y="6199674"/>
            <a:ext cx="2155472" cy="776860"/>
          </a:xfrm>
        </p:spPr>
        <p:txBody>
          <a:bodyPr lIns="0">
            <a:normAutofit/>
          </a:bodyPr>
          <a:lstStyle>
            <a:lvl1pPr marL="273050" indent="-187325">
              <a:lnSpc>
                <a:spcPts val="1700"/>
              </a:lnSpc>
              <a:spcBef>
                <a:spcPts val="0"/>
              </a:spcBef>
              <a:buClr>
                <a:schemeClr val="bg1"/>
              </a:buClr>
              <a:buSzPct val="120000"/>
              <a:defRPr sz="1440">
                <a:solidFill>
                  <a:schemeClr val="bg1"/>
                </a:solidFill>
              </a:defRPr>
            </a:lvl1pPr>
          </a:lstStyle>
          <a:p>
            <a:pPr lvl="0"/>
            <a:r>
              <a:rPr lang="es-ES" err="1"/>
              <a:t>Lorem</a:t>
            </a:r>
            <a:r>
              <a:rPr lang="es-ES"/>
              <a:t> </a:t>
            </a:r>
            <a:r>
              <a:rPr lang="es-ES" err="1"/>
              <a:t>Ipsum</a:t>
            </a:r>
            <a:r>
              <a:rPr lang="es-ES"/>
              <a:t> dolor</a:t>
            </a:r>
          </a:p>
          <a:p>
            <a:pPr lvl="0"/>
            <a:r>
              <a:rPr lang="es-ES" err="1"/>
              <a:t>Lorem</a:t>
            </a:r>
            <a:r>
              <a:rPr lang="es-ES"/>
              <a:t> </a:t>
            </a:r>
            <a:r>
              <a:rPr lang="es-ES" err="1"/>
              <a:t>Ipsum</a:t>
            </a:r>
            <a:r>
              <a:rPr lang="es-ES"/>
              <a:t> dolor</a:t>
            </a:r>
          </a:p>
          <a:p>
            <a:pPr lvl="0"/>
            <a:endParaRPr lang="es-ES"/>
          </a:p>
        </p:txBody>
      </p:sp>
      <p:sp>
        <p:nvSpPr>
          <p:cNvPr id="31" name="Marcador de texto 8">
            <a:extLst>
              <a:ext uri="{FF2B5EF4-FFF2-40B4-BE49-F238E27FC236}">
                <a16:creationId xmlns:a16="http://schemas.microsoft.com/office/drawing/2014/main" id="{2C25FDCB-8A18-4353-AD68-DE9C42E8530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130755" y="6199674"/>
            <a:ext cx="2155472" cy="776860"/>
          </a:xfrm>
        </p:spPr>
        <p:txBody>
          <a:bodyPr lIns="0">
            <a:normAutofit/>
          </a:bodyPr>
          <a:lstStyle>
            <a:lvl1pPr marL="273050" indent="-187325">
              <a:lnSpc>
                <a:spcPts val="1700"/>
              </a:lnSpc>
              <a:spcBef>
                <a:spcPts val="0"/>
              </a:spcBef>
              <a:buClr>
                <a:schemeClr val="bg1"/>
              </a:buClr>
              <a:buSzPct val="120000"/>
              <a:defRPr sz="1440">
                <a:solidFill>
                  <a:schemeClr val="bg1"/>
                </a:solidFill>
              </a:defRPr>
            </a:lvl1pPr>
          </a:lstStyle>
          <a:p>
            <a:pPr lvl="0"/>
            <a:r>
              <a:rPr lang="es-ES" err="1"/>
              <a:t>Lorem</a:t>
            </a:r>
            <a:r>
              <a:rPr lang="es-ES"/>
              <a:t> </a:t>
            </a:r>
            <a:r>
              <a:rPr lang="es-ES" err="1"/>
              <a:t>Ipsum</a:t>
            </a:r>
            <a:r>
              <a:rPr lang="es-ES"/>
              <a:t> dolor</a:t>
            </a:r>
          </a:p>
          <a:p>
            <a:pPr lvl="0"/>
            <a:r>
              <a:rPr lang="es-ES" err="1"/>
              <a:t>Lorem</a:t>
            </a:r>
            <a:r>
              <a:rPr lang="es-ES"/>
              <a:t> </a:t>
            </a:r>
            <a:r>
              <a:rPr lang="es-ES" err="1"/>
              <a:t>Ipsum</a:t>
            </a:r>
            <a:r>
              <a:rPr lang="es-ES"/>
              <a:t> dolor</a:t>
            </a:r>
          </a:p>
          <a:p>
            <a:pPr lvl="0"/>
            <a:endParaRPr lang="es-ES"/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9F4B4B96-4DE9-41D6-8451-E609EA42CEB1}"/>
              </a:ext>
            </a:extLst>
          </p:cNvPr>
          <p:cNvSpPr txBox="1"/>
          <p:nvPr userDrawn="1"/>
        </p:nvSpPr>
        <p:spPr>
          <a:xfrm>
            <a:off x="432928" y="7772943"/>
            <a:ext cx="4043094" cy="2400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960">
                <a:solidFill>
                  <a:srgbClr val="333333"/>
                </a:solidFill>
                <a:latin typeface="Century Gothic" panose="020B0502020202020204" pitchFamily="34" charset="0"/>
              </a:rPr>
              <a:t>© Copyright Universidad Europea. Todos los derechos reservados</a:t>
            </a:r>
            <a:endParaRPr lang="es-ES"/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477BE39B-2C02-47CD-9D3F-4E61D751F409}"/>
              </a:ext>
            </a:extLst>
          </p:cNvPr>
          <p:cNvSpPr/>
          <p:nvPr userDrawn="1"/>
        </p:nvSpPr>
        <p:spPr>
          <a:xfrm>
            <a:off x="13723938" y="7570604"/>
            <a:ext cx="384969" cy="384969"/>
          </a:xfrm>
          <a:prstGeom prst="rect">
            <a:avLst/>
          </a:prstGeom>
          <a:solidFill>
            <a:srgbClr val="FF32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6" name="Marcador de posición de imagen 7">
            <a:extLst>
              <a:ext uri="{FF2B5EF4-FFF2-40B4-BE49-F238E27FC236}">
                <a16:creationId xmlns:a16="http://schemas.microsoft.com/office/drawing/2014/main" id="{8AC1F603-16D4-4B7E-9BC4-BCCDDDAB5BC9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0510838" y="1714500"/>
            <a:ext cx="2400300" cy="2400300"/>
          </a:xfrm>
          <a:solidFill>
            <a:schemeClr val="bg1">
              <a:lumMod val="95000"/>
            </a:schemeClr>
          </a:solidFill>
          <a:ln w="12700">
            <a:solidFill>
              <a:srgbClr val="FF3228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20" name="Marcador de posición de imagen 7">
            <a:extLst>
              <a:ext uri="{FF2B5EF4-FFF2-40B4-BE49-F238E27FC236}">
                <a16:creationId xmlns:a16="http://schemas.microsoft.com/office/drawing/2014/main" id="{67D034BC-BB8D-49E7-947F-922C5A5DACEE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06463" y="4114800"/>
            <a:ext cx="2400300" cy="2400300"/>
          </a:xfrm>
          <a:solidFill>
            <a:schemeClr val="bg1">
              <a:lumMod val="95000"/>
            </a:schemeClr>
          </a:solidFill>
          <a:ln w="12700">
            <a:solidFill>
              <a:srgbClr val="FF3228"/>
            </a:solidFill>
          </a:ln>
        </p:spPr>
        <p:txBody>
          <a:bodyPr/>
          <a:lstStyle/>
          <a:p>
            <a:endParaRPr lang="es-ES"/>
          </a:p>
        </p:txBody>
      </p:sp>
      <p:pic>
        <p:nvPicPr>
          <p:cNvPr id="23" name="Gráfico 22">
            <a:extLst>
              <a:ext uri="{FF2B5EF4-FFF2-40B4-BE49-F238E27FC236}">
                <a16:creationId xmlns:a16="http://schemas.microsoft.com/office/drawing/2014/main" id="{C809E736-77B4-449E-910C-BC628E508A4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4442" y="332974"/>
            <a:ext cx="1400054" cy="38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140029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+ Imagen 0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n 13">
            <a:extLst>
              <a:ext uri="{FF2B5EF4-FFF2-40B4-BE49-F238E27FC236}">
                <a16:creationId xmlns:a16="http://schemas.microsoft.com/office/drawing/2014/main" id="{C736E012-FDE3-42BC-B1F9-A1FC3B60AE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630399" cy="8229600"/>
          </a:xfrm>
          <a:prstGeom prst="rect">
            <a:avLst/>
          </a:prstGeom>
        </p:spPr>
      </p:pic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42F2A480-3D7B-4147-AD69-DDD775FA97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05B2D1-880E-4846-A216-7D6770BA1332}" type="slidenum">
              <a:rPr lang="es-ES" smtClean="0"/>
              <a:pPr/>
              <a:t>‹#›</a:t>
            </a:fld>
            <a:endParaRPr lang="es-ES"/>
          </a:p>
        </p:txBody>
      </p:sp>
      <p:sp>
        <p:nvSpPr>
          <p:cNvPr id="13" name="Marcador de posición de imagen 7">
            <a:extLst>
              <a:ext uri="{FF2B5EF4-FFF2-40B4-BE49-F238E27FC236}">
                <a16:creationId xmlns:a16="http://schemas.microsoft.com/office/drawing/2014/main" id="{EBC33655-F9A5-4750-B5DC-FF30B140D5E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716087" y="1714500"/>
            <a:ext cx="2400300" cy="2400300"/>
          </a:xfrm>
          <a:solidFill>
            <a:schemeClr val="bg1">
              <a:lumMod val="95000"/>
            </a:schemeClr>
          </a:solidFill>
          <a:ln w="12700">
            <a:solidFill>
              <a:srgbClr val="FF3228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17" name="Marcador de texto 17">
            <a:extLst>
              <a:ext uri="{FF2B5EF4-FFF2-40B4-BE49-F238E27FC236}">
                <a16:creationId xmlns:a16="http://schemas.microsoft.com/office/drawing/2014/main" id="{84C5C295-7660-4294-86D6-F055C786405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587607" y="4298452"/>
            <a:ext cx="7170703" cy="55425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lang="es-ES" sz="2890" b="1" kern="1200" dirty="0">
                <a:solidFill>
                  <a:schemeClr val="bg1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r>
              <a:rPr lang="es-ES" err="1">
                <a:solidFill>
                  <a:schemeClr val="bg1"/>
                </a:solidFill>
              </a:rPr>
              <a:t>Lorem</a:t>
            </a:r>
            <a:r>
              <a:rPr lang="es-ES">
                <a:solidFill>
                  <a:schemeClr val="bg1"/>
                </a:solidFill>
              </a:rPr>
              <a:t> </a:t>
            </a:r>
            <a:r>
              <a:rPr lang="es-ES" err="1">
                <a:solidFill>
                  <a:schemeClr val="bg1"/>
                </a:solidFill>
              </a:rPr>
              <a:t>ipsum</a:t>
            </a:r>
            <a:r>
              <a:rPr lang="es-ES">
                <a:solidFill>
                  <a:schemeClr val="bg1"/>
                </a:solidFill>
              </a:rPr>
              <a:t>, </a:t>
            </a:r>
            <a:r>
              <a:rPr lang="es-ES" err="1">
                <a:solidFill>
                  <a:schemeClr val="bg1"/>
                </a:solidFill>
              </a:rPr>
              <a:t>lmus</a:t>
            </a:r>
            <a:r>
              <a:rPr lang="es-ES">
                <a:solidFill>
                  <a:schemeClr val="bg1"/>
                </a:solidFill>
              </a:rPr>
              <a:t> </a:t>
            </a:r>
            <a:r>
              <a:rPr lang="es-ES" err="1">
                <a:solidFill>
                  <a:schemeClr val="bg1"/>
                </a:solidFill>
              </a:rPr>
              <a:t>deru</a:t>
            </a:r>
            <a:r>
              <a:rPr lang="es-ES">
                <a:solidFill>
                  <a:schemeClr val="bg1"/>
                </a:solidFill>
              </a:rPr>
              <a:t> </a:t>
            </a:r>
            <a:r>
              <a:rPr lang="es-ES" err="1">
                <a:solidFill>
                  <a:schemeClr val="bg1"/>
                </a:solidFill>
              </a:rPr>
              <a:t>llam</a:t>
            </a:r>
            <a:r>
              <a:rPr lang="es-ES">
                <a:solidFill>
                  <a:schemeClr val="bg1"/>
                </a:solidFill>
              </a:rPr>
              <a:t> </a:t>
            </a:r>
            <a:r>
              <a:rPr lang="es-ES" err="1">
                <a:solidFill>
                  <a:schemeClr val="bg1"/>
                </a:solidFill>
              </a:rPr>
              <a:t>deru</a:t>
            </a:r>
            <a:r>
              <a:rPr lang="es-ES">
                <a:solidFill>
                  <a:schemeClr val="bg1"/>
                </a:solidFill>
              </a:rPr>
              <a:t> </a:t>
            </a:r>
            <a:r>
              <a:rPr lang="es-ES" err="1">
                <a:solidFill>
                  <a:schemeClr val="bg1"/>
                </a:solidFill>
              </a:rPr>
              <a:t>llam</a:t>
            </a:r>
            <a:endParaRPr lang="es-ES">
              <a:solidFill>
                <a:schemeClr val="bg1"/>
              </a:solidFill>
            </a:endParaRPr>
          </a:p>
        </p:txBody>
      </p:sp>
      <p:sp>
        <p:nvSpPr>
          <p:cNvPr id="18" name="Marcador de posición de imagen 7">
            <a:extLst>
              <a:ext uri="{FF2B5EF4-FFF2-40B4-BE49-F238E27FC236}">
                <a16:creationId xmlns:a16="http://schemas.microsoft.com/office/drawing/2014/main" id="{98F82C54-E041-4961-B68A-84A13C1FB2D8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4119562" y="1714500"/>
            <a:ext cx="2400300" cy="2400300"/>
          </a:xfrm>
          <a:solidFill>
            <a:schemeClr val="bg1">
              <a:lumMod val="95000"/>
            </a:schemeClr>
          </a:solidFill>
          <a:ln w="12700">
            <a:solidFill>
              <a:srgbClr val="FF3228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19" name="Marcador de posición de imagen 7">
            <a:extLst>
              <a:ext uri="{FF2B5EF4-FFF2-40B4-BE49-F238E27FC236}">
                <a16:creationId xmlns:a16="http://schemas.microsoft.com/office/drawing/2014/main" id="{498F53C0-25B8-4416-BB17-5CFFE7E97B0C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519862" y="1714500"/>
            <a:ext cx="2400300" cy="2400300"/>
          </a:xfrm>
          <a:solidFill>
            <a:schemeClr val="bg1">
              <a:lumMod val="95000"/>
            </a:schemeClr>
          </a:solidFill>
          <a:ln w="12700">
            <a:solidFill>
              <a:srgbClr val="FF3228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22" name="Marcador de posición de imagen 7">
            <a:extLst>
              <a:ext uri="{FF2B5EF4-FFF2-40B4-BE49-F238E27FC236}">
                <a16:creationId xmlns:a16="http://schemas.microsoft.com/office/drawing/2014/main" id="{E4299396-37C3-47E4-B635-8BE73AC26544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8920162" y="1714500"/>
            <a:ext cx="2400300" cy="2400300"/>
          </a:xfrm>
          <a:solidFill>
            <a:schemeClr val="bg1">
              <a:lumMod val="95000"/>
            </a:schemeClr>
          </a:solidFill>
          <a:ln w="12700">
            <a:solidFill>
              <a:srgbClr val="FF3228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24" name="Marcador de texto 17">
            <a:extLst>
              <a:ext uri="{FF2B5EF4-FFF2-40B4-BE49-F238E27FC236}">
                <a16:creationId xmlns:a16="http://schemas.microsoft.com/office/drawing/2014/main" id="{A24DE945-2CE3-4EC7-A127-55E426E2534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703460" y="4784969"/>
            <a:ext cx="7054849" cy="1344898"/>
          </a:xfrm>
        </p:spPr>
        <p:txBody>
          <a:bodyPr lIns="0">
            <a:noAutofit/>
          </a:bodyPr>
          <a:lstStyle>
            <a:lvl1pPr marL="0" indent="0">
              <a:lnSpc>
                <a:spcPts val="1700"/>
              </a:lnSpc>
              <a:spcBef>
                <a:spcPts val="900"/>
              </a:spcBef>
              <a:spcAft>
                <a:spcPts val="900"/>
              </a:spcAft>
              <a:buNone/>
              <a:defRPr sz="144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s-ES"/>
              <a:t>Te </a:t>
            </a:r>
            <a:r>
              <a:rPr lang="es-ES" err="1"/>
              <a:t>cusdaep</a:t>
            </a:r>
            <a:r>
              <a:rPr lang="es-ES"/>
              <a:t> </a:t>
            </a:r>
            <a:r>
              <a:rPr lang="es-ES" err="1"/>
              <a:t>taquuam</a:t>
            </a:r>
            <a:r>
              <a:rPr lang="es-ES"/>
              <a:t>, </a:t>
            </a:r>
            <a:r>
              <a:rPr lang="es-ES" err="1"/>
              <a:t>taquam</a:t>
            </a:r>
            <a:r>
              <a:rPr lang="es-ES"/>
              <a:t>, </a:t>
            </a:r>
            <a:r>
              <a:rPr lang="es-ES" err="1"/>
              <a:t>ea</a:t>
            </a:r>
            <a:r>
              <a:rPr lang="es-ES"/>
              <a:t> </a:t>
            </a:r>
            <a:r>
              <a:rPr lang="es-ES" err="1"/>
              <a:t>dolorisPoribus</a:t>
            </a:r>
            <a:r>
              <a:rPr lang="es-ES"/>
              <a:t> </a:t>
            </a:r>
            <a:r>
              <a:rPr lang="es-ES" err="1"/>
              <a:t>reiciis</a:t>
            </a:r>
            <a:r>
              <a:rPr lang="es-ES"/>
              <a:t> </a:t>
            </a:r>
            <a:r>
              <a:rPr lang="es-ES" err="1"/>
              <a:t>conseque</a:t>
            </a:r>
            <a:r>
              <a:rPr lang="es-ES"/>
              <a:t> </a:t>
            </a:r>
            <a:r>
              <a:rPr lang="es-ES" err="1"/>
              <a:t>conempo</a:t>
            </a:r>
            <a:r>
              <a:rPr lang="es-ES"/>
              <a:t> </a:t>
            </a:r>
            <a:r>
              <a:rPr lang="es-ES" err="1"/>
              <a:t>ribusam</a:t>
            </a:r>
            <a:r>
              <a:rPr lang="es-ES"/>
              <a:t> </a:t>
            </a:r>
            <a:r>
              <a:rPr lang="es-ES" err="1"/>
              <a:t>enimincil</a:t>
            </a:r>
            <a:r>
              <a:rPr lang="es-ES"/>
              <a:t> </a:t>
            </a:r>
            <a:r>
              <a:rPr lang="es-ES" err="1"/>
              <a:t>molupta</a:t>
            </a:r>
            <a:r>
              <a:rPr lang="es-ES"/>
              <a:t> </a:t>
            </a:r>
            <a:r>
              <a:rPr lang="es-ES" err="1"/>
              <a:t>tiatesed</a:t>
            </a:r>
            <a:r>
              <a:rPr lang="es-ES"/>
              <a:t> qui </a:t>
            </a:r>
            <a:r>
              <a:rPr lang="es-ES" err="1"/>
              <a:t>sit</a:t>
            </a:r>
            <a:r>
              <a:rPr lang="es-ES"/>
              <a:t> </a:t>
            </a:r>
            <a:r>
              <a:rPr lang="es-ES" err="1"/>
              <a:t>aut</a:t>
            </a:r>
            <a:r>
              <a:rPr lang="es-ES"/>
              <a:t> </a:t>
            </a:r>
            <a:r>
              <a:rPr lang="es-ES" err="1"/>
              <a:t>harit</a:t>
            </a:r>
            <a:r>
              <a:rPr lang="es-ES"/>
              <a:t>, </a:t>
            </a:r>
            <a:r>
              <a:rPr lang="es-ES" err="1"/>
              <a:t>quoditat</a:t>
            </a:r>
            <a:r>
              <a:rPr lang="es-ES"/>
              <a:t> mi, </a:t>
            </a:r>
            <a:r>
              <a:rPr lang="es-ES" err="1"/>
              <a:t>experum</a:t>
            </a:r>
            <a:r>
              <a:rPr lang="es-ES"/>
              <a:t> a </a:t>
            </a:r>
            <a:r>
              <a:rPr lang="es-ES" err="1"/>
              <a:t>conse</a:t>
            </a:r>
            <a:r>
              <a:rPr lang="es-ES"/>
              <a:t> </a:t>
            </a:r>
            <a:r>
              <a:rPr lang="es-ES" err="1"/>
              <a:t>sequamet</a:t>
            </a:r>
            <a:r>
              <a:rPr lang="es-ES"/>
              <a:t>, quid </a:t>
            </a:r>
            <a:r>
              <a:rPr lang="es-ES" err="1"/>
              <a:t>ullestrum</a:t>
            </a:r>
            <a:r>
              <a:rPr lang="es-ES"/>
              <a:t> quia </a:t>
            </a:r>
            <a:r>
              <a:rPr lang="es-ES" err="1"/>
              <a:t>estemqu</a:t>
            </a:r>
            <a:r>
              <a:rPr lang="es-ES"/>
              <a:t> </a:t>
            </a:r>
            <a:r>
              <a:rPr lang="es-ES" err="1"/>
              <a:t>idundam</a:t>
            </a:r>
            <a:r>
              <a:rPr lang="es-ES"/>
              <a:t> qui </a:t>
            </a:r>
            <a:r>
              <a:rPr lang="es-ES" err="1"/>
              <a:t>alitiis</a:t>
            </a:r>
            <a:r>
              <a:rPr lang="es-ES"/>
              <a:t> sitia quo </a:t>
            </a:r>
            <a:r>
              <a:rPr lang="es-ES" err="1"/>
              <a:t>totationsedi</a:t>
            </a:r>
            <a:r>
              <a:rPr lang="es-ES"/>
              <a:t> </a:t>
            </a:r>
            <a:r>
              <a:rPr lang="es-ES" err="1"/>
              <a:t>dolorpor</a:t>
            </a:r>
            <a:r>
              <a:rPr lang="es-ES"/>
              <a:t> </a:t>
            </a:r>
            <a:r>
              <a:rPr lang="es-ES" err="1"/>
              <a:t>samus</a:t>
            </a:r>
            <a:r>
              <a:rPr lang="es-ES"/>
              <a:t> am, </a:t>
            </a:r>
            <a:r>
              <a:rPr lang="es-ES" err="1"/>
              <a:t>ullabore</a:t>
            </a:r>
            <a:r>
              <a:rPr lang="es-ES"/>
              <a:t> </a:t>
            </a:r>
            <a:r>
              <a:rPr lang="es-ES" err="1"/>
              <a:t>nihicipsusa</a:t>
            </a:r>
            <a:r>
              <a:rPr lang="es-ES"/>
              <a:t> </a:t>
            </a:r>
            <a:r>
              <a:rPr lang="es-ES" err="1"/>
              <a:t>conse</a:t>
            </a:r>
            <a:r>
              <a:rPr lang="es-ES"/>
              <a:t> </a:t>
            </a:r>
            <a:r>
              <a:rPr lang="es-ES" err="1"/>
              <a:t>conet</a:t>
            </a:r>
            <a:r>
              <a:rPr lang="es-ES"/>
              <a:t> </a:t>
            </a:r>
            <a:r>
              <a:rPr lang="es-ES" err="1"/>
              <a:t>quuntin</a:t>
            </a:r>
            <a:r>
              <a:rPr lang="es-ES"/>
              <a:t> </a:t>
            </a:r>
            <a:r>
              <a:rPr lang="es-ES" err="1"/>
              <a:t>ullabor</a:t>
            </a:r>
            <a:r>
              <a:rPr lang="es-ES"/>
              <a:t> </a:t>
            </a:r>
            <a:r>
              <a:rPr lang="es-ES" err="1"/>
              <a:t>ionsequos</a:t>
            </a:r>
            <a:r>
              <a:rPr lang="es-ES"/>
              <a:t> es </a:t>
            </a:r>
            <a:r>
              <a:rPr lang="es-ES" err="1"/>
              <a:t>aut</a:t>
            </a:r>
            <a:r>
              <a:rPr lang="es-ES"/>
              <a:t> </a:t>
            </a:r>
            <a:r>
              <a:rPr lang="es-ES" err="1"/>
              <a:t>moloreptur</a:t>
            </a:r>
            <a:r>
              <a:rPr lang="es-ES"/>
              <a:t> </a:t>
            </a:r>
            <a:r>
              <a:rPr lang="es-ES" err="1"/>
              <a:t>molorep</a:t>
            </a:r>
            <a:r>
              <a:rPr lang="es-ES"/>
              <a:t> </a:t>
            </a:r>
            <a:r>
              <a:rPr lang="es-ES" err="1"/>
              <a:t>erspica</a:t>
            </a:r>
            <a:r>
              <a:rPr lang="es-ES"/>
              <a:t> </a:t>
            </a:r>
            <a:r>
              <a:rPr lang="es-ES" err="1"/>
              <a:t>tiossin</a:t>
            </a:r>
            <a:r>
              <a:rPr lang="es-ES"/>
              <a:t> </a:t>
            </a:r>
            <a:r>
              <a:rPr lang="es-ES" err="1"/>
              <a:t>vendae</a:t>
            </a:r>
            <a:r>
              <a:rPr lang="es-ES"/>
              <a:t> dolor as dolo </a:t>
            </a:r>
            <a:r>
              <a:rPr lang="es-ES" err="1"/>
              <a:t>consendit</a:t>
            </a:r>
            <a:r>
              <a:rPr lang="es-ES"/>
              <a:t>.		</a:t>
            </a:r>
          </a:p>
        </p:txBody>
      </p:sp>
      <p:sp>
        <p:nvSpPr>
          <p:cNvPr id="25" name="Marcador de texto 8">
            <a:extLst>
              <a:ext uri="{FF2B5EF4-FFF2-40B4-BE49-F238E27FC236}">
                <a16:creationId xmlns:a16="http://schemas.microsoft.com/office/drawing/2014/main" id="{3D775503-C7C8-4604-9DD9-74B7D04AFCC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14751" y="6199674"/>
            <a:ext cx="2155472" cy="776860"/>
          </a:xfrm>
        </p:spPr>
        <p:txBody>
          <a:bodyPr lIns="0">
            <a:normAutofit/>
          </a:bodyPr>
          <a:lstStyle>
            <a:lvl1pPr marL="273050" indent="-187325">
              <a:lnSpc>
                <a:spcPts val="1700"/>
              </a:lnSpc>
              <a:spcBef>
                <a:spcPts val="0"/>
              </a:spcBef>
              <a:buClr>
                <a:schemeClr val="bg1"/>
              </a:buClr>
              <a:buSzPct val="120000"/>
              <a:defRPr sz="1440">
                <a:solidFill>
                  <a:schemeClr val="bg1"/>
                </a:solidFill>
              </a:defRPr>
            </a:lvl1pPr>
          </a:lstStyle>
          <a:p>
            <a:pPr lvl="0"/>
            <a:r>
              <a:rPr lang="es-ES" err="1"/>
              <a:t>Lorem</a:t>
            </a:r>
            <a:r>
              <a:rPr lang="es-ES"/>
              <a:t> </a:t>
            </a:r>
            <a:r>
              <a:rPr lang="es-ES" err="1"/>
              <a:t>Ipsum</a:t>
            </a:r>
            <a:r>
              <a:rPr lang="es-ES"/>
              <a:t> dolor</a:t>
            </a:r>
          </a:p>
          <a:p>
            <a:pPr lvl="0"/>
            <a:r>
              <a:rPr lang="es-ES" err="1"/>
              <a:t>Lorem</a:t>
            </a:r>
            <a:r>
              <a:rPr lang="es-ES"/>
              <a:t> </a:t>
            </a:r>
            <a:r>
              <a:rPr lang="es-ES" err="1"/>
              <a:t>Ipsum</a:t>
            </a:r>
            <a:r>
              <a:rPr lang="es-ES"/>
              <a:t> dolor</a:t>
            </a:r>
          </a:p>
          <a:p>
            <a:pPr lvl="0"/>
            <a:endParaRPr lang="es-ES"/>
          </a:p>
        </p:txBody>
      </p:sp>
      <p:sp>
        <p:nvSpPr>
          <p:cNvPr id="26" name="Marcador de texto 8">
            <a:extLst>
              <a:ext uri="{FF2B5EF4-FFF2-40B4-BE49-F238E27FC236}">
                <a16:creationId xmlns:a16="http://schemas.microsoft.com/office/drawing/2014/main" id="{FEF82472-BA77-4424-9633-6F836819F35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2753" y="6199674"/>
            <a:ext cx="2155472" cy="776860"/>
          </a:xfrm>
        </p:spPr>
        <p:txBody>
          <a:bodyPr lIns="0">
            <a:normAutofit/>
          </a:bodyPr>
          <a:lstStyle>
            <a:lvl1pPr marL="273050" indent="-187325">
              <a:lnSpc>
                <a:spcPts val="1700"/>
              </a:lnSpc>
              <a:spcBef>
                <a:spcPts val="0"/>
              </a:spcBef>
              <a:buClr>
                <a:schemeClr val="bg1"/>
              </a:buClr>
              <a:buSzPct val="120000"/>
              <a:defRPr sz="1440">
                <a:solidFill>
                  <a:schemeClr val="bg1"/>
                </a:solidFill>
              </a:defRPr>
            </a:lvl1pPr>
          </a:lstStyle>
          <a:p>
            <a:pPr lvl="0"/>
            <a:r>
              <a:rPr lang="es-ES" err="1"/>
              <a:t>Lorem</a:t>
            </a:r>
            <a:r>
              <a:rPr lang="es-ES"/>
              <a:t> </a:t>
            </a:r>
            <a:r>
              <a:rPr lang="es-ES" err="1"/>
              <a:t>Ipsum</a:t>
            </a:r>
            <a:r>
              <a:rPr lang="es-ES"/>
              <a:t> dolor</a:t>
            </a:r>
          </a:p>
          <a:p>
            <a:pPr lvl="0"/>
            <a:r>
              <a:rPr lang="es-ES" err="1"/>
              <a:t>Lorem</a:t>
            </a:r>
            <a:r>
              <a:rPr lang="es-ES"/>
              <a:t> </a:t>
            </a:r>
            <a:r>
              <a:rPr lang="es-ES" err="1"/>
              <a:t>Ipsum</a:t>
            </a:r>
            <a:r>
              <a:rPr lang="es-ES"/>
              <a:t> dolor</a:t>
            </a:r>
          </a:p>
          <a:p>
            <a:pPr lvl="0"/>
            <a:endParaRPr lang="es-ES"/>
          </a:p>
        </p:txBody>
      </p:sp>
      <p:sp>
        <p:nvSpPr>
          <p:cNvPr id="31" name="Marcador de texto 8">
            <a:extLst>
              <a:ext uri="{FF2B5EF4-FFF2-40B4-BE49-F238E27FC236}">
                <a16:creationId xmlns:a16="http://schemas.microsoft.com/office/drawing/2014/main" id="{2C25FDCB-8A18-4353-AD68-DE9C42E8530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130755" y="6199674"/>
            <a:ext cx="2155472" cy="776860"/>
          </a:xfrm>
        </p:spPr>
        <p:txBody>
          <a:bodyPr lIns="0">
            <a:normAutofit/>
          </a:bodyPr>
          <a:lstStyle>
            <a:lvl1pPr marL="273050" indent="-187325">
              <a:lnSpc>
                <a:spcPts val="1700"/>
              </a:lnSpc>
              <a:spcBef>
                <a:spcPts val="0"/>
              </a:spcBef>
              <a:buClr>
                <a:schemeClr val="bg1"/>
              </a:buClr>
              <a:buSzPct val="120000"/>
              <a:defRPr sz="1440">
                <a:solidFill>
                  <a:schemeClr val="bg1"/>
                </a:solidFill>
              </a:defRPr>
            </a:lvl1pPr>
          </a:lstStyle>
          <a:p>
            <a:pPr lvl="0"/>
            <a:r>
              <a:rPr lang="es-ES" err="1"/>
              <a:t>Lorem</a:t>
            </a:r>
            <a:r>
              <a:rPr lang="es-ES"/>
              <a:t> </a:t>
            </a:r>
            <a:r>
              <a:rPr lang="es-ES" err="1"/>
              <a:t>Ipsum</a:t>
            </a:r>
            <a:r>
              <a:rPr lang="es-ES"/>
              <a:t> dolor</a:t>
            </a:r>
          </a:p>
          <a:p>
            <a:pPr lvl="0"/>
            <a:r>
              <a:rPr lang="es-ES" err="1"/>
              <a:t>Lorem</a:t>
            </a:r>
            <a:r>
              <a:rPr lang="es-ES"/>
              <a:t> </a:t>
            </a:r>
            <a:r>
              <a:rPr lang="es-ES" err="1"/>
              <a:t>Ipsum</a:t>
            </a:r>
            <a:r>
              <a:rPr lang="es-ES"/>
              <a:t> dolor</a:t>
            </a:r>
          </a:p>
          <a:p>
            <a:pPr lvl="0"/>
            <a:endParaRPr lang="es-ES"/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9F4B4B96-4DE9-41D6-8451-E609EA42CEB1}"/>
              </a:ext>
            </a:extLst>
          </p:cNvPr>
          <p:cNvSpPr txBox="1"/>
          <p:nvPr userDrawn="1"/>
        </p:nvSpPr>
        <p:spPr>
          <a:xfrm>
            <a:off x="432928" y="7772943"/>
            <a:ext cx="4043094" cy="2400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960">
                <a:solidFill>
                  <a:srgbClr val="333333"/>
                </a:solidFill>
                <a:latin typeface="Century Gothic" panose="020B0502020202020204" pitchFamily="34" charset="0"/>
              </a:rPr>
              <a:t>© Copyright Universidad Europea. Todos los derechos reservados</a:t>
            </a:r>
            <a:endParaRPr lang="es-ES"/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477BE39B-2C02-47CD-9D3F-4E61D751F409}"/>
              </a:ext>
            </a:extLst>
          </p:cNvPr>
          <p:cNvSpPr/>
          <p:nvPr userDrawn="1"/>
        </p:nvSpPr>
        <p:spPr>
          <a:xfrm>
            <a:off x="13723938" y="7570604"/>
            <a:ext cx="384969" cy="384969"/>
          </a:xfrm>
          <a:prstGeom prst="rect">
            <a:avLst/>
          </a:prstGeom>
          <a:solidFill>
            <a:srgbClr val="FF32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6" name="Marcador de posición de imagen 7">
            <a:extLst>
              <a:ext uri="{FF2B5EF4-FFF2-40B4-BE49-F238E27FC236}">
                <a16:creationId xmlns:a16="http://schemas.microsoft.com/office/drawing/2014/main" id="{8AC1F603-16D4-4B7E-9BC4-BCCDDDAB5BC9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1320462" y="1714500"/>
            <a:ext cx="2400300" cy="2400300"/>
          </a:xfrm>
          <a:solidFill>
            <a:schemeClr val="bg1">
              <a:lumMod val="95000"/>
            </a:schemeClr>
          </a:solidFill>
          <a:ln w="12700">
            <a:solidFill>
              <a:srgbClr val="FF3228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20" name="Marcador de posición de imagen 7">
            <a:extLst>
              <a:ext uri="{FF2B5EF4-FFF2-40B4-BE49-F238E27FC236}">
                <a16:creationId xmlns:a16="http://schemas.microsoft.com/office/drawing/2014/main" id="{67D034BC-BB8D-49E7-947F-922C5A5DACEE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06463" y="4114800"/>
            <a:ext cx="2400300" cy="2400300"/>
          </a:xfrm>
          <a:solidFill>
            <a:schemeClr val="bg1">
              <a:lumMod val="95000"/>
            </a:schemeClr>
          </a:solidFill>
          <a:ln w="12700">
            <a:solidFill>
              <a:srgbClr val="FF3228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21" name="Marcador de posición de imagen 7">
            <a:extLst>
              <a:ext uri="{FF2B5EF4-FFF2-40B4-BE49-F238E27FC236}">
                <a16:creationId xmlns:a16="http://schemas.microsoft.com/office/drawing/2014/main" id="{7FAEAF19-22D9-44E7-96B5-170204E4B50A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11320462" y="4114800"/>
            <a:ext cx="2400300" cy="2400300"/>
          </a:xfrm>
          <a:solidFill>
            <a:schemeClr val="bg1">
              <a:lumMod val="95000"/>
            </a:schemeClr>
          </a:solidFill>
          <a:ln w="12700">
            <a:solidFill>
              <a:srgbClr val="FF3228"/>
            </a:solidFill>
          </a:ln>
        </p:spPr>
        <p:txBody>
          <a:bodyPr/>
          <a:lstStyle/>
          <a:p>
            <a:endParaRPr lang="es-ES"/>
          </a:p>
        </p:txBody>
      </p:sp>
      <p:pic>
        <p:nvPicPr>
          <p:cNvPr id="27" name="Gráfico 26">
            <a:extLst>
              <a:ext uri="{FF2B5EF4-FFF2-40B4-BE49-F238E27FC236}">
                <a16:creationId xmlns:a16="http://schemas.microsoft.com/office/drawing/2014/main" id="{CCDE9E1A-3233-4FBC-8D0F-9343CD5143F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4442" y="332974"/>
            <a:ext cx="1400054" cy="38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72142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+ Imagen 0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925D4089-B258-44FC-955E-40718A0F125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4630399" cy="8229599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B404AC2F-F741-474A-AAAD-A7DB5C81ABB1}"/>
              </a:ext>
            </a:extLst>
          </p:cNvPr>
          <p:cNvSpPr txBox="1"/>
          <p:nvPr userDrawn="1"/>
        </p:nvSpPr>
        <p:spPr>
          <a:xfrm>
            <a:off x="812568" y="7772943"/>
            <a:ext cx="4043094" cy="2400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960">
                <a:solidFill>
                  <a:srgbClr val="333333"/>
                </a:solidFill>
                <a:latin typeface="Century Gothic" panose="020B0502020202020204" pitchFamily="34" charset="0"/>
              </a:rPr>
              <a:t>© Copyright Universidad Europea. Todos los derechos reservados</a:t>
            </a:r>
            <a:endParaRPr lang="es-ES"/>
          </a:p>
        </p:txBody>
      </p:sp>
      <p:sp>
        <p:nvSpPr>
          <p:cNvPr id="12" name="Marcador de texto 17">
            <a:extLst>
              <a:ext uri="{FF2B5EF4-FFF2-40B4-BE49-F238E27FC236}">
                <a16:creationId xmlns:a16="http://schemas.microsoft.com/office/drawing/2014/main" id="{34A037BA-7E00-432A-9890-BBCE257D6AC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21265" y="1923482"/>
            <a:ext cx="4194175" cy="1973263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lang="es-ES" sz="4300" b="1" kern="1200" dirty="0">
                <a:solidFill>
                  <a:schemeClr val="bg1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r>
              <a:rPr lang="es-ES" err="1">
                <a:solidFill>
                  <a:schemeClr val="bg1"/>
                </a:solidFill>
              </a:rPr>
              <a:t>Lorem</a:t>
            </a:r>
            <a:r>
              <a:rPr lang="es-ES">
                <a:solidFill>
                  <a:schemeClr val="bg1"/>
                </a:solidFill>
              </a:rPr>
              <a:t> </a:t>
            </a:r>
            <a:r>
              <a:rPr lang="es-ES" err="1">
                <a:solidFill>
                  <a:schemeClr val="bg1"/>
                </a:solidFill>
              </a:rPr>
              <a:t>ipsum</a:t>
            </a:r>
            <a:r>
              <a:rPr lang="es-ES">
                <a:solidFill>
                  <a:schemeClr val="bg1"/>
                </a:solidFill>
              </a:rPr>
              <a:t> dolor </a:t>
            </a:r>
            <a:r>
              <a:rPr lang="es-ES" err="1">
                <a:solidFill>
                  <a:schemeClr val="bg1"/>
                </a:solidFill>
              </a:rPr>
              <a:t>sit</a:t>
            </a:r>
            <a:endParaRPr lang="es-ES">
              <a:solidFill>
                <a:schemeClr val="bg1"/>
              </a:solidFill>
            </a:endParaRPr>
          </a:p>
        </p:txBody>
      </p:sp>
      <p:sp>
        <p:nvSpPr>
          <p:cNvPr id="13" name="Marcador de texto 17">
            <a:extLst>
              <a:ext uri="{FF2B5EF4-FFF2-40B4-BE49-F238E27FC236}">
                <a16:creationId xmlns:a16="http://schemas.microsoft.com/office/drawing/2014/main" id="{D5939F23-68EC-42A7-A3F4-31F0B135636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315199" y="2174406"/>
            <a:ext cx="5681609" cy="494221"/>
          </a:xfrm>
        </p:spPr>
        <p:txBody>
          <a:bodyPr lIns="0">
            <a:normAutofit/>
          </a:bodyPr>
          <a:lstStyle>
            <a:lvl1pPr marL="0" indent="0">
              <a:lnSpc>
                <a:spcPts val="2800"/>
              </a:lnSpc>
              <a:buNone/>
              <a:defRPr sz="2400" b="1"/>
            </a:lvl1pPr>
          </a:lstStyle>
          <a:p>
            <a:pPr lvl="0"/>
            <a:r>
              <a:rPr lang="es-ES" err="1"/>
              <a:t>Aximinct</a:t>
            </a:r>
            <a:r>
              <a:rPr lang="es-ES"/>
              <a:t> </a:t>
            </a:r>
            <a:r>
              <a:rPr lang="es-ES" err="1"/>
              <a:t>emquibus</a:t>
            </a:r>
            <a:r>
              <a:rPr lang="es-ES"/>
              <a:t> et </a:t>
            </a:r>
            <a:r>
              <a:rPr lang="es-ES" err="1"/>
              <a:t>facium</a:t>
            </a:r>
            <a:r>
              <a:rPr lang="es-ES"/>
              <a:t> </a:t>
            </a:r>
            <a:r>
              <a:rPr lang="es-ES" err="1"/>
              <a:t>natur</a:t>
            </a:r>
            <a:endParaRPr lang="es-ES"/>
          </a:p>
        </p:txBody>
      </p:sp>
      <p:sp>
        <p:nvSpPr>
          <p:cNvPr id="14" name="Marcador de texto 17">
            <a:extLst>
              <a:ext uri="{FF2B5EF4-FFF2-40B4-BE49-F238E27FC236}">
                <a16:creationId xmlns:a16="http://schemas.microsoft.com/office/drawing/2014/main" id="{C4B278FF-4E7D-4239-B497-A558A37A446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315200" y="2746447"/>
            <a:ext cx="6408738" cy="1833173"/>
          </a:xfrm>
        </p:spPr>
        <p:txBody>
          <a:bodyPr lIns="0">
            <a:noAutofit/>
          </a:bodyPr>
          <a:lstStyle>
            <a:lvl1pPr marL="0" indent="0">
              <a:lnSpc>
                <a:spcPts val="1700"/>
              </a:lnSpc>
              <a:spcBef>
                <a:spcPts val="900"/>
              </a:spcBef>
              <a:buNone/>
              <a:defRPr sz="1440" b="0">
                <a:solidFill>
                  <a:srgbClr val="1E1E1E"/>
                </a:solidFill>
              </a:defRPr>
            </a:lvl1pPr>
          </a:lstStyle>
          <a:p>
            <a:pPr lvl="0"/>
            <a:r>
              <a:rPr lang="es-ES" err="1"/>
              <a:t>Poribus</a:t>
            </a:r>
            <a:r>
              <a:rPr lang="es-ES"/>
              <a:t> </a:t>
            </a:r>
            <a:r>
              <a:rPr lang="es-ES" err="1"/>
              <a:t>reiciis</a:t>
            </a:r>
            <a:r>
              <a:rPr lang="es-ES"/>
              <a:t> </a:t>
            </a:r>
            <a:r>
              <a:rPr lang="es-ES" err="1"/>
              <a:t>conseque</a:t>
            </a:r>
            <a:r>
              <a:rPr lang="es-ES"/>
              <a:t> </a:t>
            </a:r>
            <a:r>
              <a:rPr lang="es-ES" err="1"/>
              <a:t>conempo</a:t>
            </a:r>
            <a:r>
              <a:rPr lang="es-ES"/>
              <a:t> </a:t>
            </a:r>
            <a:r>
              <a:rPr lang="es-ES" err="1"/>
              <a:t>ribusam</a:t>
            </a:r>
            <a:r>
              <a:rPr lang="es-ES"/>
              <a:t> </a:t>
            </a:r>
            <a:r>
              <a:rPr lang="es-ES" err="1"/>
              <a:t>enimincil</a:t>
            </a:r>
            <a:r>
              <a:rPr lang="es-ES"/>
              <a:t> </a:t>
            </a:r>
            <a:r>
              <a:rPr lang="es-ES" err="1"/>
              <a:t>molupta</a:t>
            </a:r>
            <a:r>
              <a:rPr lang="es-ES"/>
              <a:t> </a:t>
            </a:r>
            <a:r>
              <a:rPr lang="es-ES" err="1"/>
              <a:t>tiatesed</a:t>
            </a:r>
            <a:r>
              <a:rPr lang="es-ES"/>
              <a:t> qui </a:t>
            </a:r>
            <a:r>
              <a:rPr lang="es-ES" err="1"/>
              <a:t>sit</a:t>
            </a:r>
            <a:r>
              <a:rPr lang="es-ES"/>
              <a:t> </a:t>
            </a:r>
            <a:r>
              <a:rPr lang="es-ES" err="1"/>
              <a:t>aut</a:t>
            </a:r>
            <a:r>
              <a:rPr lang="es-ES"/>
              <a:t> </a:t>
            </a:r>
            <a:r>
              <a:rPr lang="es-ES" err="1"/>
              <a:t>harit</a:t>
            </a:r>
            <a:r>
              <a:rPr lang="es-ES"/>
              <a:t>, </a:t>
            </a:r>
            <a:r>
              <a:rPr lang="es-ES" err="1"/>
              <a:t>quoditat</a:t>
            </a:r>
            <a:r>
              <a:rPr lang="es-ES"/>
              <a:t> mi, </a:t>
            </a:r>
            <a:r>
              <a:rPr lang="es-ES" err="1"/>
              <a:t>experum</a:t>
            </a:r>
            <a:r>
              <a:rPr lang="es-ES"/>
              <a:t> a </a:t>
            </a:r>
            <a:r>
              <a:rPr lang="es-ES" err="1"/>
              <a:t>conse</a:t>
            </a:r>
            <a:r>
              <a:rPr lang="es-ES"/>
              <a:t> </a:t>
            </a:r>
            <a:r>
              <a:rPr lang="es-ES" err="1"/>
              <a:t>sequamet</a:t>
            </a:r>
            <a:r>
              <a:rPr lang="es-ES"/>
              <a:t>, quid </a:t>
            </a:r>
            <a:r>
              <a:rPr lang="es-ES" err="1"/>
              <a:t>ullestrum</a:t>
            </a:r>
            <a:r>
              <a:rPr lang="es-ES"/>
              <a:t> quia </a:t>
            </a:r>
            <a:r>
              <a:rPr lang="es-ES" err="1"/>
              <a:t>estemqu</a:t>
            </a:r>
            <a:r>
              <a:rPr lang="es-ES"/>
              <a:t> </a:t>
            </a:r>
            <a:r>
              <a:rPr lang="es-ES" err="1"/>
              <a:t>idun</a:t>
            </a:r>
            <a:r>
              <a:rPr lang="es-ES"/>
              <a:t> qui </a:t>
            </a:r>
            <a:r>
              <a:rPr lang="es-ES" err="1"/>
              <a:t>alitis</a:t>
            </a:r>
            <a:r>
              <a:rPr lang="es-ES"/>
              <a:t> </a:t>
            </a:r>
            <a:r>
              <a:rPr lang="es-ES" err="1"/>
              <a:t>harit</a:t>
            </a:r>
            <a:r>
              <a:rPr lang="es-ES"/>
              <a:t>, </a:t>
            </a:r>
            <a:r>
              <a:rPr lang="es-ES" err="1"/>
              <a:t>quoditat</a:t>
            </a:r>
            <a:r>
              <a:rPr lang="es-ES"/>
              <a:t> mi, </a:t>
            </a:r>
            <a:r>
              <a:rPr lang="es-ES" err="1"/>
              <a:t>experum</a:t>
            </a:r>
            <a:r>
              <a:rPr lang="es-ES"/>
              <a:t> a </a:t>
            </a:r>
            <a:r>
              <a:rPr lang="es-ES" err="1"/>
              <a:t>conse</a:t>
            </a:r>
            <a:r>
              <a:rPr lang="es-ES"/>
              <a:t> </a:t>
            </a:r>
            <a:r>
              <a:rPr lang="es-ES" err="1"/>
              <a:t>sequamet</a:t>
            </a:r>
            <a:r>
              <a:rPr lang="es-ES"/>
              <a:t>, quid </a:t>
            </a:r>
            <a:r>
              <a:rPr lang="es-ES" err="1"/>
              <a:t>ullestrum</a:t>
            </a:r>
            <a:r>
              <a:rPr lang="es-ES"/>
              <a:t> quia </a:t>
            </a:r>
            <a:r>
              <a:rPr lang="es-ES" err="1"/>
              <a:t>estemqu</a:t>
            </a:r>
            <a:r>
              <a:rPr lang="es-ES"/>
              <a:t> </a:t>
            </a:r>
            <a:r>
              <a:rPr lang="es-ES" err="1"/>
              <a:t>idun</a:t>
            </a:r>
            <a:r>
              <a:rPr lang="es-ES"/>
              <a:t> qui </a:t>
            </a:r>
            <a:r>
              <a:rPr lang="es-ES" err="1"/>
              <a:t>alitis</a:t>
            </a:r>
            <a:r>
              <a:rPr lang="es-ES"/>
              <a:t> </a:t>
            </a:r>
            <a:r>
              <a:rPr lang="es-ES" err="1"/>
              <a:t>harit</a:t>
            </a:r>
            <a:r>
              <a:rPr lang="es-ES"/>
              <a:t>, </a:t>
            </a:r>
            <a:r>
              <a:rPr lang="es-ES" err="1"/>
              <a:t>quoditat</a:t>
            </a:r>
            <a:r>
              <a:rPr lang="es-ES"/>
              <a:t> mi, </a:t>
            </a:r>
            <a:r>
              <a:rPr lang="es-ES" err="1"/>
              <a:t>experum</a:t>
            </a:r>
            <a:r>
              <a:rPr lang="es-ES"/>
              <a:t> a </a:t>
            </a:r>
            <a:r>
              <a:rPr lang="es-ES" err="1"/>
              <a:t>conse</a:t>
            </a:r>
            <a:r>
              <a:rPr lang="es-ES"/>
              <a:t> </a:t>
            </a:r>
            <a:r>
              <a:rPr lang="es-ES" err="1"/>
              <a:t>sequamet</a:t>
            </a:r>
            <a:r>
              <a:rPr lang="es-ES"/>
              <a:t>, quid </a:t>
            </a:r>
            <a:r>
              <a:rPr lang="es-ES" err="1"/>
              <a:t>ullestrum</a:t>
            </a:r>
            <a:r>
              <a:rPr lang="es-ES"/>
              <a:t> quia </a:t>
            </a:r>
            <a:r>
              <a:rPr lang="es-ES" err="1"/>
              <a:t>estemq</a:t>
            </a:r>
            <a:r>
              <a:rPr lang="es-ES"/>
              <a:t>.</a:t>
            </a:r>
          </a:p>
          <a:p>
            <a:pPr lvl="0"/>
            <a:r>
              <a:rPr lang="es-ES" err="1"/>
              <a:t>Arupiet</a:t>
            </a:r>
            <a:r>
              <a:rPr lang="es-ES"/>
              <a:t> </a:t>
            </a:r>
            <a:r>
              <a:rPr lang="es-ES" err="1"/>
              <a:t>autest</a:t>
            </a:r>
            <a:r>
              <a:rPr lang="es-ES"/>
              <a:t> </a:t>
            </a:r>
            <a:r>
              <a:rPr lang="es-ES" err="1"/>
              <a:t>ent</a:t>
            </a:r>
            <a:r>
              <a:rPr lang="es-ES"/>
              <a:t> </a:t>
            </a:r>
            <a:r>
              <a:rPr lang="es-ES" err="1"/>
              <a:t>laudant</a:t>
            </a:r>
            <a:r>
              <a:rPr lang="es-ES"/>
              <a:t> ut </a:t>
            </a:r>
            <a:r>
              <a:rPr lang="es-ES" err="1"/>
              <a:t>eatur</a:t>
            </a:r>
            <a:r>
              <a:rPr lang="es-ES"/>
              <a:t>?</a:t>
            </a:r>
            <a:br>
              <a:rPr lang="es-ES"/>
            </a:br>
            <a:r>
              <a:rPr lang="es-ES" err="1"/>
              <a:t>experum</a:t>
            </a:r>
            <a:r>
              <a:rPr lang="es-ES"/>
              <a:t> a </a:t>
            </a:r>
            <a:r>
              <a:rPr lang="es-ES" err="1"/>
              <a:t>conse</a:t>
            </a:r>
            <a:r>
              <a:rPr lang="es-ES"/>
              <a:t> </a:t>
            </a:r>
            <a:r>
              <a:rPr lang="es-ES" err="1"/>
              <a:t>sequamet</a:t>
            </a:r>
            <a:r>
              <a:rPr lang="es-ES"/>
              <a:t>, quid </a:t>
            </a:r>
            <a:r>
              <a:rPr lang="es-ES" err="1"/>
              <a:t>ullestrum</a:t>
            </a:r>
            <a:r>
              <a:rPr lang="es-ES"/>
              <a:t> quia </a:t>
            </a:r>
            <a:r>
              <a:rPr lang="es-ES" err="1"/>
              <a:t>estemqu</a:t>
            </a:r>
            <a:r>
              <a:rPr lang="es-ES"/>
              <a:t> </a:t>
            </a:r>
            <a:r>
              <a:rPr lang="es-ES" err="1"/>
              <a:t>idun</a:t>
            </a:r>
            <a:r>
              <a:rPr lang="es-ES"/>
              <a:t> qui </a:t>
            </a:r>
            <a:r>
              <a:rPr lang="es-ES" err="1"/>
              <a:t>aliti</a:t>
            </a:r>
            <a:endParaRPr lang="es-ES"/>
          </a:p>
        </p:txBody>
      </p:sp>
      <p:sp>
        <p:nvSpPr>
          <p:cNvPr id="16" name="Marcador de texto 17">
            <a:extLst>
              <a:ext uri="{FF2B5EF4-FFF2-40B4-BE49-F238E27FC236}">
                <a16:creationId xmlns:a16="http://schemas.microsoft.com/office/drawing/2014/main" id="{E00736CE-E999-4D2B-BC2F-789DF823B17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315200" y="4758127"/>
            <a:ext cx="6408738" cy="1833173"/>
          </a:xfrm>
        </p:spPr>
        <p:txBody>
          <a:bodyPr lIns="0">
            <a:noAutofit/>
          </a:bodyPr>
          <a:lstStyle>
            <a:lvl1pPr marL="358775" indent="-176213">
              <a:lnSpc>
                <a:spcPts val="1700"/>
              </a:lnSpc>
              <a:spcBef>
                <a:spcPts val="800"/>
              </a:spcBef>
              <a:buSzPct val="120000"/>
              <a:buFont typeface="Wingdings" panose="05000000000000000000" pitchFamily="2" charset="2"/>
              <a:buChar char="§"/>
              <a:defRPr sz="1440" b="0">
                <a:solidFill>
                  <a:srgbClr val="1E1E1E"/>
                </a:solidFill>
              </a:defRPr>
            </a:lvl1pPr>
          </a:lstStyle>
          <a:p>
            <a:pPr lvl="0"/>
            <a:r>
              <a:rPr lang="es-ES" err="1"/>
              <a:t>Autest</a:t>
            </a:r>
            <a:r>
              <a:rPr lang="es-ES"/>
              <a:t> </a:t>
            </a:r>
            <a:r>
              <a:rPr lang="es-ES" err="1"/>
              <a:t>ent</a:t>
            </a:r>
            <a:r>
              <a:rPr lang="es-ES"/>
              <a:t> </a:t>
            </a:r>
            <a:r>
              <a:rPr lang="es-ES" err="1"/>
              <a:t>laudant</a:t>
            </a:r>
            <a:r>
              <a:rPr lang="es-ES"/>
              <a:t> ut </a:t>
            </a:r>
            <a:r>
              <a:rPr lang="es-ES" err="1"/>
              <a:t>eatur</a:t>
            </a:r>
            <a:r>
              <a:rPr lang="es-ES"/>
              <a:t>?</a:t>
            </a:r>
          </a:p>
          <a:p>
            <a:pPr lvl="0"/>
            <a:r>
              <a:rPr lang="es-ES" err="1"/>
              <a:t>Ehenima</a:t>
            </a:r>
            <a:r>
              <a:rPr lang="es-ES"/>
              <a:t> </a:t>
            </a:r>
            <a:r>
              <a:rPr lang="es-ES" err="1"/>
              <a:t>gniatis</a:t>
            </a:r>
            <a:r>
              <a:rPr lang="es-ES"/>
              <a:t> </a:t>
            </a:r>
            <a:r>
              <a:rPr lang="es-ES" err="1"/>
              <a:t>nus</a:t>
            </a:r>
            <a:r>
              <a:rPr lang="es-ES"/>
              <a:t> </a:t>
            </a:r>
            <a:r>
              <a:rPr lang="es-ES" err="1"/>
              <a:t>reped</a:t>
            </a:r>
            <a:r>
              <a:rPr lang="es-ES"/>
              <a:t> </a:t>
            </a:r>
            <a:r>
              <a:rPr lang="es-ES" err="1"/>
              <a:t>mint</a:t>
            </a:r>
            <a:r>
              <a:rPr lang="es-ES"/>
              <a:t> a </a:t>
            </a:r>
            <a:r>
              <a:rPr lang="es-ES" err="1"/>
              <a:t>velit</a:t>
            </a:r>
            <a:r>
              <a:rPr lang="es-ES"/>
              <a:t>.</a:t>
            </a:r>
          </a:p>
          <a:p>
            <a:pPr lvl="0"/>
            <a:r>
              <a:rPr lang="es-ES" err="1"/>
              <a:t>Autest</a:t>
            </a:r>
            <a:r>
              <a:rPr lang="es-ES"/>
              <a:t> </a:t>
            </a:r>
            <a:r>
              <a:rPr lang="es-ES" err="1"/>
              <a:t>ent</a:t>
            </a:r>
            <a:r>
              <a:rPr lang="es-ES"/>
              <a:t> </a:t>
            </a:r>
            <a:r>
              <a:rPr lang="es-ES" err="1"/>
              <a:t>laudant</a:t>
            </a:r>
            <a:r>
              <a:rPr lang="es-ES"/>
              <a:t> ut </a:t>
            </a:r>
            <a:r>
              <a:rPr lang="es-ES" err="1"/>
              <a:t>eatur</a:t>
            </a:r>
            <a:r>
              <a:rPr lang="es-ES"/>
              <a:t>?</a:t>
            </a:r>
          </a:p>
          <a:p>
            <a:pPr lvl="0"/>
            <a:r>
              <a:rPr lang="es-ES" err="1"/>
              <a:t>Ehenima</a:t>
            </a:r>
            <a:r>
              <a:rPr lang="es-ES"/>
              <a:t> </a:t>
            </a:r>
            <a:r>
              <a:rPr lang="es-ES" err="1"/>
              <a:t>gniatis</a:t>
            </a:r>
            <a:r>
              <a:rPr lang="es-ES"/>
              <a:t> </a:t>
            </a:r>
            <a:r>
              <a:rPr lang="es-ES" err="1"/>
              <a:t>nus</a:t>
            </a:r>
            <a:r>
              <a:rPr lang="es-ES"/>
              <a:t> </a:t>
            </a:r>
            <a:r>
              <a:rPr lang="es-ES" err="1"/>
              <a:t>reped</a:t>
            </a:r>
            <a:r>
              <a:rPr lang="es-ES"/>
              <a:t> </a:t>
            </a:r>
            <a:r>
              <a:rPr lang="es-ES" err="1"/>
              <a:t>mint</a:t>
            </a:r>
            <a:r>
              <a:rPr lang="es-ES"/>
              <a:t> a </a:t>
            </a:r>
            <a:r>
              <a:rPr lang="es-ES" err="1"/>
              <a:t>velit</a:t>
            </a:r>
            <a:r>
              <a:rPr lang="es-ES"/>
              <a:t>.</a:t>
            </a:r>
          </a:p>
          <a:p>
            <a:pPr lvl="0"/>
            <a:r>
              <a:rPr lang="es-ES" err="1"/>
              <a:t>Autest</a:t>
            </a:r>
            <a:r>
              <a:rPr lang="es-ES"/>
              <a:t> </a:t>
            </a:r>
            <a:r>
              <a:rPr lang="es-ES" err="1"/>
              <a:t>ent</a:t>
            </a:r>
            <a:r>
              <a:rPr lang="es-ES"/>
              <a:t> </a:t>
            </a:r>
            <a:r>
              <a:rPr lang="es-ES" err="1"/>
              <a:t>laudant</a:t>
            </a:r>
            <a:r>
              <a:rPr lang="es-ES"/>
              <a:t> ut </a:t>
            </a:r>
            <a:r>
              <a:rPr lang="es-ES" err="1"/>
              <a:t>eatur</a:t>
            </a:r>
            <a:r>
              <a:rPr lang="es-ES"/>
              <a:t>?</a:t>
            </a:r>
          </a:p>
        </p:txBody>
      </p:sp>
      <p:sp>
        <p:nvSpPr>
          <p:cNvPr id="17" name="Marcador de posición de imagen 7">
            <a:extLst>
              <a:ext uri="{FF2B5EF4-FFF2-40B4-BE49-F238E27FC236}">
                <a16:creationId xmlns:a16="http://schemas.microsoft.com/office/drawing/2014/main" id="{6AB76B8A-2AD0-4548-9313-5716AE13D99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712118" y="4108450"/>
            <a:ext cx="4798220" cy="2402682"/>
          </a:xfrm>
          <a:solidFill>
            <a:schemeClr val="bg1">
              <a:lumMod val="95000"/>
            </a:schemeClr>
          </a:solidFill>
          <a:ln w="12700">
            <a:solidFill>
              <a:srgbClr val="FF3228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132D693-3033-44F9-A52D-F0B5E1F45DE5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B005B2D1-880E-4846-A216-7D6770BA1332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19" name="Gráfico 18">
            <a:extLst>
              <a:ext uri="{FF2B5EF4-FFF2-40B4-BE49-F238E27FC236}">
                <a16:creationId xmlns:a16="http://schemas.microsoft.com/office/drawing/2014/main" id="{07CC5585-C3DF-4916-9254-C8E54F13CFA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06463" y="332974"/>
            <a:ext cx="1400054" cy="385200"/>
          </a:xfrm>
          <a:prstGeom prst="rect">
            <a:avLst/>
          </a:prstGeom>
        </p:spPr>
      </p:pic>
      <p:sp>
        <p:nvSpPr>
          <p:cNvPr id="20" name="Rectángulo 19">
            <a:extLst>
              <a:ext uri="{FF2B5EF4-FFF2-40B4-BE49-F238E27FC236}">
                <a16:creationId xmlns:a16="http://schemas.microsoft.com/office/drawing/2014/main" id="{B22C28A2-32AB-417C-B087-61042DD0D4F6}"/>
              </a:ext>
            </a:extLst>
          </p:cNvPr>
          <p:cNvSpPr/>
          <p:nvPr userDrawn="1"/>
        </p:nvSpPr>
        <p:spPr>
          <a:xfrm>
            <a:off x="13723938" y="7570604"/>
            <a:ext cx="384969" cy="384969"/>
          </a:xfrm>
          <a:prstGeom prst="rect">
            <a:avLst/>
          </a:prstGeom>
          <a:solidFill>
            <a:srgbClr val="FF32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8624064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+ Imagen 0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469007C6-D80E-40B1-B81B-15B51FA6D66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05B2D1-880E-4846-A216-7D6770BA1332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05C30AF-CB23-4780-A834-EF92E7E4CA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4630399" cy="8229599"/>
          </a:xfrm>
          <a:prstGeom prst="rect">
            <a:avLst/>
          </a:prstGeom>
        </p:spPr>
      </p:pic>
      <p:sp>
        <p:nvSpPr>
          <p:cNvPr id="5" name="Marcador de posición de imagen 7">
            <a:extLst>
              <a:ext uri="{FF2B5EF4-FFF2-40B4-BE49-F238E27FC236}">
                <a16:creationId xmlns:a16="http://schemas.microsoft.com/office/drawing/2014/main" id="{7093E43B-1BD7-4551-817A-FDBD3494BF4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115617" y="1717675"/>
            <a:ext cx="5600700" cy="5600700"/>
          </a:xfrm>
          <a:solidFill>
            <a:schemeClr val="bg1">
              <a:lumMod val="95000"/>
            </a:schemeClr>
          </a:solidFill>
          <a:ln w="6350">
            <a:solidFill>
              <a:srgbClr val="FF3228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6" name="Marcador de posición de imagen 7">
            <a:extLst>
              <a:ext uri="{FF2B5EF4-FFF2-40B4-BE49-F238E27FC236}">
                <a16:creationId xmlns:a16="http://schemas.microsoft.com/office/drawing/2014/main" id="{9032E74F-8093-4998-9665-CE7635E8D4B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707379" y="2514600"/>
            <a:ext cx="2400300" cy="3200400"/>
          </a:xfrm>
          <a:solidFill>
            <a:schemeClr val="bg1">
              <a:lumMod val="95000"/>
            </a:schemeClr>
          </a:solidFill>
          <a:ln w="6350">
            <a:solidFill>
              <a:srgbClr val="FF3228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6C4C39D4-3B2B-4DAB-9583-7FE8D14A6D4C}"/>
              </a:ext>
            </a:extLst>
          </p:cNvPr>
          <p:cNvSpPr txBox="1"/>
          <p:nvPr userDrawn="1"/>
        </p:nvSpPr>
        <p:spPr>
          <a:xfrm>
            <a:off x="10257964" y="7772943"/>
            <a:ext cx="4043094" cy="2400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960">
                <a:solidFill>
                  <a:srgbClr val="333333"/>
                </a:solidFill>
                <a:latin typeface="Century Gothic" panose="020B0502020202020204" pitchFamily="34" charset="0"/>
              </a:rPr>
              <a:t>© Copyright Universidad Europea. Todos los derechos reservados</a:t>
            </a:r>
            <a:endParaRPr lang="es-ES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9C5C2486-3335-460F-B07F-F035951CCDDD}"/>
              </a:ext>
            </a:extLst>
          </p:cNvPr>
          <p:cNvSpPr/>
          <p:nvPr userDrawn="1"/>
        </p:nvSpPr>
        <p:spPr>
          <a:xfrm>
            <a:off x="521494" y="7543800"/>
            <a:ext cx="384969" cy="384969"/>
          </a:xfrm>
          <a:prstGeom prst="rect">
            <a:avLst/>
          </a:prstGeom>
          <a:solidFill>
            <a:srgbClr val="FF32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Título 11">
            <a:extLst>
              <a:ext uri="{FF2B5EF4-FFF2-40B4-BE49-F238E27FC236}">
                <a16:creationId xmlns:a16="http://schemas.microsoft.com/office/drawing/2014/main" id="{F7984858-BC9D-450C-91C7-2F5EC3169F2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06463" y="1200150"/>
            <a:ext cx="3995737" cy="1187450"/>
          </a:xfrm>
        </p:spPr>
        <p:txBody>
          <a:bodyPr lIns="0" anchor="t">
            <a:noAutofit/>
          </a:bodyPr>
          <a:lstStyle>
            <a:lvl1pPr>
              <a:defRPr sz="4300"/>
            </a:lvl1pPr>
          </a:lstStyle>
          <a:p>
            <a:r>
              <a:rPr lang="es-ES" err="1"/>
              <a:t>Lorem</a:t>
            </a:r>
            <a:r>
              <a:rPr lang="es-ES"/>
              <a:t> </a:t>
            </a:r>
            <a:r>
              <a:rPr lang="es-ES" err="1"/>
              <a:t>Ipsum</a:t>
            </a:r>
            <a:r>
              <a:rPr lang="es-ES"/>
              <a:t> dolor </a:t>
            </a:r>
            <a:r>
              <a:rPr lang="es-ES" err="1"/>
              <a:t>est</a:t>
            </a:r>
            <a:endParaRPr lang="es-ES"/>
          </a:p>
        </p:txBody>
      </p:sp>
      <p:sp>
        <p:nvSpPr>
          <p:cNvPr id="11" name="Marcador de texto 17">
            <a:extLst>
              <a:ext uri="{FF2B5EF4-FFF2-40B4-BE49-F238E27FC236}">
                <a16:creationId xmlns:a16="http://schemas.microsoft.com/office/drawing/2014/main" id="{8A0F77EF-0676-46A4-9337-9F2322D962C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06463" y="3010284"/>
            <a:ext cx="3995737" cy="494221"/>
          </a:xfrm>
        </p:spPr>
        <p:txBody>
          <a:bodyPr lIns="0">
            <a:normAutofit/>
          </a:bodyPr>
          <a:lstStyle>
            <a:lvl1pPr marL="0" indent="0">
              <a:lnSpc>
                <a:spcPts val="2800"/>
              </a:lnSpc>
              <a:buNone/>
              <a:defRPr sz="2100" b="1"/>
            </a:lvl1pPr>
          </a:lstStyle>
          <a:p>
            <a:pPr lvl="0"/>
            <a:r>
              <a:rPr lang="es-ES"/>
              <a:t>CAFYD</a:t>
            </a:r>
          </a:p>
        </p:txBody>
      </p:sp>
      <p:sp>
        <p:nvSpPr>
          <p:cNvPr id="12" name="Marcador de texto 17">
            <a:extLst>
              <a:ext uri="{FF2B5EF4-FFF2-40B4-BE49-F238E27FC236}">
                <a16:creationId xmlns:a16="http://schemas.microsoft.com/office/drawing/2014/main" id="{C2AE6F78-3D6D-4C25-AAF5-145B5A25787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77833" y="3462657"/>
            <a:ext cx="4091756" cy="1833173"/>
          </a:xfrm>
        </p:spPr>
        <p:txBody>
          <a:bodyPr lIns="0">
            <a:noAutofit/>
          </a:bodyPr>
          <a:lstStyle>
            <a:lvl1pPr marL="358775" indent="-176213">
              <a:lnSpc>
                <a:spcPts val="1600"/>
              </a:lnSpc>
              <a:spcBef>
                <a:spcPts val="600"/>
              </a:spcBef>
              <a:buSzPct val="120000"/>
              <a:buFont typeface="Wingdings" panose="05000000000000000000" pitchFamily="2" charset="2"/>
              <a:buChar char="§"/>
              <a:defRPr sz="1800" b="0">
                <a:solidFill>
                  <a:srgbClr val="1E1E1E"/>
                </a:solidFill>
              </a:defRPr>
            </a:lvl1pPr>
          </a:lstStyle>
          <a:p>
            <a:pPr lvl="0"/>
            <a:r>
              <a:rPr lang="es-ES"/>
              <a:t>Actividad Física y Deporte</a:t>
            </a:r>
          </a:p>
          <a:p>
            <a:pPr lvl="0"/>
            <a:r>
              <a:rPr lang="es-ES"/>
              <a:t>Fisioterapia</a:t>
            </a:r>
          </a:p>
        </p:txBody>
      </p:sp>
      <p:sp>
        <p:nvSpPr>
          <p:cNvPr id="13" name="Marcador de texto 17">
            <a:extLst>
              <a:ext uri="{FF2B5EF4-FFF2-40B4-BE49-F238E27FC236}">
                <a16:creationId xmlns:a16="http://schemas.microsoft.com/office/drawing/2014/main" id="{DBE18D04-5273-4916-9829-330212273FB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77833" y="5031142"/>
            <a:ext cx="4091756" cy="1833173"/>
          </a:xfrm>
        </p:spPr>
        <p:txBody>
          <a:bodyPr lIns="0">
            <a:noAutofit/>
          </a:bodyPr>
          <a:lstStyle>
            <a:lvl1pPr marL="358775" indent="-176213">
              <a:lnSpc>
                <a:spcPts val="1600"/>
              </a:lnSpc>
              <a:spcBef>
                <a:spcPts val="600"/>
              </a:spcBef>
              <a:buSzPct val="120000"/>
              <a:buFont typeface="Wingdings" panose="05000000000000000000" pitchFamily="2" charset="2"/>
              <a:buChar char="§"/>
              <a:defRPr sz="1800" b="0">
                <a:solidFill>
                  <a:srgbClr val="1E1E1E"/>
                </a:solidFill>
              </a:defRPr>
            </a:lvl1pPr>
          </a:lstStyle>
          <a:p>
            <a:pPr lvl="0"/>
            <a:r>
              <a:rPr lang="es-ES"/>
              <a:t>Farmacia y Biotecnología</a:t>
            </a:r>
          </a:p>
          <a:p>
            <a:pPr lvl="0"/>
            <a:r>
              <a:rPr lang="es-ES"/>
              <a:t>Medicina</a:t>
            </a:r>
          </a:p>
          <a:p>
            <a:pPr lvl="0"/>
            <a:r>
              <a:rPr lang="es-ES"/>
              <a:t>Odontología</a:t>
            </a:r>
          </a:p>
          <a:p>
            <a:pPr lvl="0"/>
            <a:r>
              <a:rPr lang="es-ES"/>
              <a:t>Veterinaria</a:t>
            </a:r>
          </a:p>
          <a:p>
            <a:pPr lvl="0"/>
            <a:r>
              <a:rPr lang="es-ES"/>
              <a:t>Enfermería y Nutrición</a:t>
            </a:r>
          </a:p>
          <a:p>
            <a:pPr lvl="0"/>
            <a:r>
              <a:rPr lang="es-ES"/>
              <a:t>Psicología</a:t>
            </a:r>
          </a:p>
          <a:p>
            <a:pPr lvl="0"/>
            <a:r>
              <a:rPr lang="es-ES"/>
              <a:t>Medio Ambiente</a:t>
            </a:r>
          </a:p>
        </p:txBody>
      </p:sp>
      <p:sp>
        <p:nvSpPr>
          <p:cNvPr id="14" name="Marcador de texto 17">
            <a:extLst>
              <a:ext uri="{FF2B5EF4-FFF2-40B4-BE49-F238E27FC236}">
                <a16:creationId xmlns:a16="http://schemas.microsoft.com/office/drawing/2014/main" id="{87B63EE3-DE84-4C9B-B732-C8D4030CD93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06463" y="4600421"/>
            <a:ext cx="3995737" cy="494221"/>
          </a:xfrm>
        </p:spPr>
        <p:txBody>
          <a:bodyPr lIns="0">
            <a:normAutofit/>
          </a:bodyPr>
          <a:lstStyle>
            <a:lvl1pPr marL="0" indent="0">
              <a:lnSpc>
                <a:spcPts val="2800"/>
              </a:lnSpc>
              <a:buNone/>
              <a:defRPr sz="2100" b="1"/>
            </a:lvl1pPr>
          </a:lstStyle>
          <a:p>
            <a:pPr lvl="0"/>
            <a:r>
              <a:rPr lang="es-ES"/>
              <a:t>CAFYD</a:t>
            </a:r>
          </a:p>
        </p:txBody>
      </p:sp>
      <p:pic>
        <p:nvPicPr>
          <p:cNvPr id="15" name="Gráfico 14">
            <a:extLst>
              <a:ext uri="{FF2B5EF4-FFF2-40B4-BE49-F238E27FC236}">
                <a16:creationId xmlns:a16="http://schemas.microsoft.com/office/drawing/2014/main" id="{4E02422F-8146-4B7E-AEC6-CD6782F4E56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r="69936"/>
          <a:stretch/>
        </p:blipFill>
        <p:spPr>
          <a:xfrm>
            <a:off x="13723938" y="332974"/>
            <a:ext cx="420914" cy="38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487139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+ destac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AD098634-9C38-4F2F-90BC-838646C4741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630399" cy="8229600"/>
          </a:xfrm>
          <a:prstGeom prst="rect">
            <a:avLst/>
          </a:prstGeom>
        </p:spPr>
      </p:pic>
      <p:sp>
        <p:nvSpPr>
          <p:cNvPr id="12" name="Título 11">
            <a:extLst>
              <a:ext uri="{FF2B5EF4-FFF2-40B4-BE49-F238E27FC236}">
                <a16:creationId xmlns:a16="http://schemas.microsoft.com/office/drawing/2014/main" id="{6DF73CA9-D341-47C7-BA29-DE835B1DEC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06463" y="1200150"/>
            <a:ext cx="3995737" cy="1187450"/>
          </a:xfrm>
        </p:spPr>
        <p:txBody>
          <a:bodyPr lIns="0" anchor="t">
            <a:noAutofit/>
          </a:bodyPr>
          <a:lstStyle>
            <a:lvl1pPr>
              <a:defRPr sz="4300"/>
            </a:lvl1pPr>
          </a:lstStyle>
          <a:p>
            <a:r>
              <a:rPr lang="es-ES" err="1"/>
              <a:t>Lorem</a:t>
            </a:r>
            <a:r>
              <a:rPr lang="es-ES"/>
              <a:t> </a:t>
            </a:r>
            <a:r>
              <a:rPr lang="es-ES" err="1"/>
              <a:t>ipsum</a:t>
            </a:r>
            <a:r>
              <a:rPr lang="es-ES"/>
              <a:t> dolor </a:t>
            </a:r>
            <a:r>
              <a:rPr lang="es-ES" err="1"/>
              <a:t>sit</a:t>
            </a:r>
            <a:endParaRPr lang="es-ES"/>
          </a:p>
        </p:txBody>
      </p:sp>
      <p:sp>
        <p:nvSpPr>
          <p:cNvPr id="13" name="Marcador de texto 17">
            <a:extLst>
              <a:ext uri="{FF2B5EF4-FFF2-40B4-BE49-F238E27FC236}">
                <a16:creationId xmlns:a16="http://schemas.microsoft.com/office/drawing/2014/main" id="{86DD4D6E-018E-4D2C-B73F-7DC52724864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06463" y="2658463"/>
            <a:ext cx="3221039" cy="3793137"/>
          </a:xfrm>
        </p:spPr>
        <p:txBody>
          <a:bodyPr lIns="0">
            <a:noAutofit/>
          </a:bodyPr>
          <a:lstStyle>
            <a:lvl1pPr marL="0" indent="0">
              <a:lnSpc>
                <a:spcPts val="1700"/>
              </a:lnSpc>
              <a:spcBef>
                <a:spcPts val="900"/>
              </a:spcBef>
              <a:buNone/>
              <a:defRPr sz="1440" b="0">
                <a:solidFill>
                  <a:srgbClr val="1E1E1E"/>
                </a:solidFill>
              </a:defRPr>
            </a:lvl1pPr>
          </a:lstStyle>
          <a:p>
            <a:pPr lvl="0"/>
            <a:r>
              <a:rPr lang="es-ES" err="1"/>
              <a:t>Poribus</a:t>
            </a:r>
            <a:r>
              <a:rPr lang="es-ES"/>
              <a:t> </a:t>
            </a:r>
            <a:r>
              <a:rPr lang="es-ES" err="1"/>
              <a:t>reiciis</a:t>
            </a:r>
            <a:r>
              <a:rPr lang="es-ES"/>
              <a:t> </a:t>
            </a:r>
            <a:r>
              <a:rPr lang="es-ES" err="1"/>
              <a:t>conseque</a:t>
            </a:r>
            <a:r>
              <a:rPr lang="es-ES"/>
              <a:t> </a:t>
            </a:r>
            <a:r>
              <a:rPr lang="es-ES" err="1"/>
              <a:t>conempo</a:t>
            </a:r>
            <a:r>
              <a:rPr lang="es-ES"/>
              <a:t> </a:t>
            </a:r>
            <a:r>
              <a:rPr lang="es-ES" err="1"/>
              <a:t>ribusam</a:t>
            </a:r>
            <a:r>
              <a:rPr lang="es-ES"/>
              <a:t> </a:t>
            </a:r>
            <a:r>
              <a:rPr lang="es-ES" err="1"/>
              <a:t>enimincil</a:t>
            </a:r>
            <a:r>
              <a:rPr lang="es-ES"/>
              <a:t> </a:t>
            </a:r>
            <a:r>
              <a:rPr lang="es-ES" err="1"/>
              <a:t>molupta</a:t>
            </a:r>
            <a:r>
              <a:rPr lang="es-ES"/>
              <a:t> </a:t>
            </a:r>
            <a:r>
              <a:rPr lang="es-ES" err="1"/>
              <a:t>tiatesed</a:t>
            </a:r>
            <a:r>
              <a:rPr lang="es-ES"/>
              <a:t> qui </a:t>
            </a:r>
            <a:r>
              <a:rPr lang="es-ES" err="1"/>
              <a:t>sit</a:t>
            </a:r>
            <a:r>
              <a:rPr lang="es-ES"/>
              <a:t> </a:t>
            </a:r>
            <a:r>
              <a:rPr lang="es-ES" err="1"/>
              <a:t>aut</a:t>
            </a:r>
            <a:r>
              <a:rPr lang="es-ES"/>
              <a:t> </a:t>
            </a:r>
            <a:r>
              <a:rPr lang="es-ES" err="1"/>
              <a:t>harit</a:t>
            </a:r>
            <a:r>
              <a:rPr lang="es-ES"/>
              <a:t>, </a:t>
            </a:r>
            <a:r>
              <a:rPr lang="es-ES" err="1"/>
              <a:t>quoditat</a:t>
            </a:r>
            <a:r>
              <a:rPr lang="es-ES"/>
              <a:t> mi, </a:t>
            </a:r>
            <a:r>
              <a:rPr lang="es-ES" err="1"/>
              <a:t>experum</a:t>
            </a:r>
            <a:r>
              <a:rPr lang="es-ES"/>
              <a:t> a </a:t>
            </a:r>
            <a:r>
              <a:rPr lang="es-ES" err="1"/>
              <a:t>conse</a:t>
            </a:r>
            <a:r>
              <a:rPr lang="es-ES"/>
              <a:t> </a:t>
            </a:r>
            <a:r>
              <a:rPr lang="es-ES" err="1"/>
              <a:t>sequamet</a:t>
            </a:r>
            <a:r>
              <a:rPr lang="es-ES"/>
              <a:t>, quid </a:t>
            </a:r>
            <a:r>
              <a:rPr lang="es-ES" err="1"/>
              <a:t>ullestrum</a:t>
            </a:r>
            <a:r>
              <a:rPr lang="es-ES"/>
              <a:t> quia </a:t>
            </a:r>
            <a:r>
              <a:rPr lang="es-ES" err="1"/>
              <a:t>estemqu</a:t>
            </a:r>
            <a:r>
              <a:rPr lang="es-ES"/>
              <a:t> </a:t>
            </a:r>
            <a:r>
              <a:rPr lang="es-ES" err="1"/>
              <a:t>idun</a:t>
            </a:r>
            <a:r>
              <a:rPr lang="es-ES"/>
              <a:t> qui </a:t>
            </a:r>
            <a:r>
              <a:rPr lang="es-ES" err="1"/>
              <a:t>alitis</a:t>
            </a:r>
            <a:r>
              <a:rPr lang="es-ES"/>
              <a:t> </a:t>
            </a:r>
            <a:r>
              <a:rPr lang="es-ES" err="1"/>
              <a:t>harit</a:t>
            </a:r>
            <a:r>
              <a:rPr lang="es-ES"/>
              <a:t>, </a:t>
            </a:r>
            <a:r>
              <a:rPr lang="es-ES" err="1"/>
              <a:t>quoditat</a:t>
            </a:r>
            <a:r>
              <a:rPr lang="es-ES"/>
              <a:t> mi, </a:t>
            </a:r>
            <a:r>
              <a:rPr lang="es-ES" err="1"/>
              <a:t>experum</a:t>
            </a:r>
            <a:r>
              <a:rPr lang="es-ES"/>
              <a:t> a </a:t>
            </a:r>
            <a:r>
              <a:rPr lang="es-ES" err="1"/>
              <a:t>conse</a:t>
            </a:r>
            <a:r>
              <a:rPr lang="es-ES"/>
              <a:t> </a:t>
            </a:r>
            <a:r>
              <a:rPr lang="es-ES" err="1"/>
              <a:t>sequamet</a:t>
            </a:r>
            <a:r>
              <a:rPr lang="es-ES"/>
              <a:t>, quid </a:t>
            </a:r>
            <a:r>
              <a:rPr lang="es-ES" err="1"/>
              <a:t>ullestrum</a:t>
            </a:r>
            <a:r>
              <a:rPr lang="es-ES"/>
              <a:t> quia </a:t>
            </a:r>
            <a:r>
              <a:rPr lang="es-ES" err="1"/>
              <a:t>estemqu</a:t>
            </a:r>
            <a:r>
              <a:rPr lang="es-ES"/>
              <a:t> </a:t>
            </a:r>
            <a:r>
              <a:rPr lang="es-ES" err="1"/>
              <a:t>idun</a:t>
            </a:r>
            <a:r>
              <a:rPr lang="es-ES"/>
              <a:t> qui </a:t>
            </a:r>
            <a:r>
              <a:rPr lang="es-ES" err="1"/>
              <a:t>alitis</a:t>
            </a:r>
            <a:r>
              <a:rPr lang="es-ES"/>
              <a:t> </a:t>
            </a:r>
            <a:r>
              <a:rPr lang="es-ES" err="1"/>
              <a:t>harit</a:t>
            </a:r>
            <a:r>
              <a:rPr lang="es-ES"/>
              <a:t>, </a:t>
            </a:r>
            <a:r>
              <a:rPr lang="es-ES" err="1"/>
              <a:t>quoditat</a:t>
            </a:r>
            <a:r>
              <a:rPr lang="es-ES"/>
              <a:t> mi, </a:t>
            </a:r>
            <a:r>
              <a:rPr lang="es-ES" err="1"/>
              <a:t>experum</a:t>
            </a:r>
            <a:r>
              <a:rPr lang="es-ES"/>
              <a:t> a </a:t>
            </a:r>
            <a:r>
              <a:rPr lang="es-ES" err="1"/>
              <a:t>conse</a:t>
            </a:r>
            <a:r>
              <a:rPr lang="es-ES"/>
              <a:t> </a:t>
            </a:r>
            <a:r>
              <a:rPr lang="es-ES" err="1"/>
              <a:t>sequamet</a:t>
            </a:r>
            <a:r>
              <a:rPr lang="es-ES"/>
              <a:t>, </a:t>
            </a:r>
            <a:r>
              <a:rPr lang="es-ES" err="1"/>
              <a:t>qstrum</a:t>
            </a:r>
            <a:r>
              <a:rPr lang="es-ES"/>
              <a:t> quia </a:t>
            </a:r>
            <a:r>
              <a:rPr lang="es-ES" err="1"/>
              <a:t>estemq</a:t>
            </a:r>
            <a:r>
              <a:rPr lang="es-ES"/>
              <a:t>.</a:t>
            </a:r>
          </a:p>
          <a:p>
            <a:pPr lvl="0"/>
            <a:r>
              <a:rPr lang="es-ES" err="1"/>
              <a:t>Arupiet</a:t>
            </a:r>
            <a:r>
              <a:rPr lang="es-ES"/>
              <a:t> </a:t>
            </a:r>
            <a:r>
              <a:rPr lang="es-ES" err="1"/>
              <a:t>autest</a:t>
            </a:r>
            <a:r>
              <a:rPr lang="es-ES"/>
              <a:t> </a:t>
            </a:r>
            <a:r>
              <a:rPr lang="es-ES" err="1"/>
              <a:t>ent</a:t>
            </a:r>
            <a:r>
              <a:rPr lang="es-ES"/>
              <a:t> </a:t>
            </a:r>
            <a:r>
              <a:rPr lang="es-ES" err="1"/>
              <a:t>laudant</a:t>
            </a:r>
            <a:r>
              <a:rPr lang="es-ES"/>
              <a:t> ut </a:t>
            </a:r>
            <a:r>
              <a:rPr lang="es-ES" err="1"/>
              <a:t>eatur</a:t>
            </a:r>
            <a:r>
              <a:rPr lang="es-ES"/>
              <a:t>?</a:t>
            </a:r>
            <a:br>
              <a:rPr lang="es-ES"/>
            </a:br>
            <a:r>
              <a:rPr lang="es-ES" err="1"/>
              <a:t>experum</a:t>
            </a:r>
            <a:r>
              <a:rPr lang="es-ES"/>
              <a:t> a </a:t>
            </a:r>
            <a:r>
              <a:rPr lang="es-ES" err="1"/>
              <a:t>conse</a:t>
            </a:r>
            <a:r>
              <a:rPr lang="es-ES"/>
              <a:t> </a:t>
            </a:r>
            <a:r>
              <a:rPr lang="es-ES" err="1"/>
              <a:t>sequamet</a:t>
            </a:r>
            <a:r>
              <a:rPr lang="es-ES"/>
              <a:t>, quid </a:t>
            </a:r>
            <a:r>
              <a:rPr lang="es-ES" err="1"/>
              <a:t>ullestrum</a:t>
            </a:r>
            <a:r>
              <a:rPr lang="es-ES"/>
              <a:t> quia </a:t>
            </a:r>
            <a:r>
              <a:rPr lang="es-ES" err="1"/>
              <a:t>estemqu</a:t>
            </a:r>
            <a:r>
              <a:rPr lang="es-ES"/>
              <a:t> </a:t>
            </a:r>
            <a:r>
              <a:rPr lang="es-ES" err="1"/>
              <a:t>idun</a:t>
            </a:r>
            <a:r>
              <a:rPr lang="es-ES"/>
              <a:t> qui </a:t>
            </a:r>
            <a:r>
              <a:rPr lang="es-ES" err="1"/>
              <a:t>aliti</a:t>
            </a:r>
            <a:endParaRPr lang="es-ES"/>
          </a:p>
        </p:txBody>
      </p:sp>
      <p:sp>
        <p:nvSpPr>
          <p:cNvPr id="16" name="Marcador de texto 17">
            <a:extLst>
              <a:ext uri="{FF2B5EF4-FFF2-40B4-BE49-F238E27FC236}">
                <a16:creationId xmlns:a16="http://schemas.microsoft.com/office/drawing/2014/main" id="{0CC11F15-A51A-4969-A633-5CFBF74B0B0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112664" y="1773751"/>
            <a:ext cx="2424638" cy="2341049"/>
          </a:xfrm>
        </p:spPr>
        <p:txBody>
          <a:bodyPr lIns="0">
            <a:noAutofit/>
          </a:bodyPr>
          <a:lstStyle>
            <a:lvl1pPr marL="0" indent="0">
              <a:lnSpc>
                <a:spcPts val="1700"/>
              </a:lnSpc>
              <a:spcBef>
                <a:spcPts val="900"/>
              </a:spcBef>
              <a:buNone/>
              <a:defRPr sz="1440" b="0">
                <a:solidFill>
                  <a:srgbClr val="1E1E1E"/>
                </a:solidFill>
              </a:defRPr>
            </a:lvl1pPr>
          </a:lstStyle>
          <a:p>
            <a:pPr lvl="0"/>
            <a:r>
              <a:rPr lang="es-ES"/>
              <a:t>Es </a:t>
            </a:r>
            <a:r>
              <a:rPr lang="es-ES" err="1"/>
              <a:t>aut</a:t>
            </a:r>
            <a:r>
              <a:rPr lang="es-ES"/>
              <a:t> </a:t>
            </a:r>
            <a:r>
              <a:rPr lang="es-ES" err="1"/>
              <a:t>reiciis</a:t>
            </a:r>
            <a:r>
              <a:rPr lang="es-ES"/>
              <a:t> am </a:t>
            </a:r>
            <a:r>
              <a:rPr lang="es-ES" err="1"/>
              <a:t>enimincil</a:t>
            </a:r>
            <a:r>
              <a:rPr lang="es-ES"/>
              <a:t> </a:t>
            </a:r>
            <a:r>
              <a:rPr lang="es-ES" err="1"/>
              <a:t>molupta</a:t>
            </a:r>
            <a:r>
              <a:rPr lang="es-ES"/>
              <a:t> </a:t>
            </a:r>
            <a:r>
              <a:rPr lang="es-ES" err="1"/>
              <a:t>tiatesed</a:t>
            </a:r>
            <a:r>
              <a:rPr lang="es-ES"/>
              <a:t> qui </a:t>
            </a:r>
            <a:r>
              <a:rPr lang="es-ES" err="1"/>
              <a:t>sit</a:t>
            </a:r>
            <a:r>
              <a:rPr lang="es-ES"/>
              <a:t> </a:t>
            </a:r>
            <a:r>
              <a:rPr lang="es-ES" err="1"/>
              <a:t>aut</a:t>
            </a:r>
            <a:r>
              <a:rPr lang="es-ES"/>
              <a:t> </a:t>
            </a:r>
            <a:r>
              <a:rPr lang="es-ES" err="1"/>
              <a:t>harit</a:t>
            </a:r>
            <a:r>
              <a:rPr lang="es-ES"/>
              <a:t>, </a:t>
            </a:r>
            <a:r>
              <a:rPr lang="es-ES" err="1"/>
              <a:t>quoditat</a:t>
            </a:r>
            <a:r>
              <a:rPr lang="es-ES"/>
              <a:t> mi, </a:t>
            </a:r>
            <a:r>
              <a:rPr lang="es-ES" err="1"/>
              <a:t>experum</a:t>
            </a:r>
            <a:r>
              <a:rPr lang="es-ES"/>
              <a:t> a </a:t>
            </a:r>
            <a:r>
              <a:rPr lang="es-ES" err="1"/>
              <a:t>conse</a:t>
            </a:r>
            <a:r>
              <a:rPr lang="es-ES"/>
              <a:t> </a:t>
            </a:r>
            <a:r>
              <a:rPr lang="es-ES" err="1"/>
              <a:t>sequamet</a:t>
            </a:r>
            <a:r>
              <a:rPr lang="es-ES"/>
              <a:t>, quid </a:t>
            </a:r>
            <a:r>
              <a:rPr lang="es-ES" err="1"/>
              <a:t>ulle</a:t>
            </a:r>
            <a:r>
              <a:rPr lang="es-ES"/>
              <a:t>.</a:t>
            </a:r>
          </a:p>
          <a:p>
            <a:pPr lvl="0"/>
            <a:r>
              <a:rPr lang="es-ES" err="1"/>
              <a:t>Eheima</a:t>
            </a:r>
            <a:r>
              <a:rPr lang="es-ES"/>
              <a:t> </a:t>
            </a:r>
            <a:r>
              <a:rPr lang="es-ES" err="1"/>
              <a:t>gniatis</a:t>
            </a:r>
            <a:r>
              <a:rPr lang="es-ES"/>
              <a:t> </a:t>
            </a:r>
            <a:r>
              <a:rPr lang="es-ES" err="1"/>
              <a:t>nus</a:t>
            </a:r>
            <a:r>
              <a:rPr lang="es-ES"/>
              <a:t> </a:t>
            </a:r>
            <a:r>
              <a:rPr lang="es-ES" err="1"/>
              <a:t>reped</a:t>
            </a:r>
            <a:r>
              <a:rPr lang="es-ES"/>
              <a:t> </a:t>
            </a:r>
            <a:r>
              <a:rPr lang="es-ES" err="1"/>
              <a:t>mint</a:t>
            </a:r>
            <a:r>
              <a:rPr lang="es-ES"/>
              <a:t> a </a:t>
            </a:r>
            <a:r>
              <a:rPr lang="es-ES" err="1"/>
              <a:t>velit</a:t>
            </a:r>
            <a:r>
              <a:rPr lang="es-ES"/>
              <a:t> </a:t>
            </a:r>
            <a:r>
              <a:rPr lang="es-ES" err="1"/>
              <a:t>aut</a:t>
            </a:r>
            <a:r>
              <a:rPr lang="es-ES"/>
              <a:t> </a:t>
            </a:r>
            <a:r>
              <a:rPr lang="es-ES" err="1"/>
              <a:t>est</a:t>
            </a:r>
            <a:r>
              <a:rPr lang="es-ES"/>
              <a:t>, </a:t>
            </a:r>
            <a:r>
              <a:rPr lang="es-ES" err="1"/>
              <a:t>cus</a:t>
            </a:r>
            <a:r>
              <a:rPr lang="es-ES"/>
              <a:t> </a:t>
            </a:r>
            <a:r>
              <a:rPr lang="es-ES" err="1"/>
              <a:t>apic</a:t>
            </a:r>
            <a:r>
              <a:rPr lang="es-ES"/>
              <a:t> </a:t>
            </a:r>
            <a:r>
              <a:rPr lang="es-ES" err="1"/>
              <a:t>to</a:t>
            </a:r>
            <a:r>
              <a:rPr lang="es-ES"/>
              <a:t> </a:t>
            </a:r>
            <a:r>
              <a:rPr lang="es-ES" err="1"/>
              <a:t>testi</a:t>
            </a:r>
            <a:r>
              <a:rPr lang="es-ES"/>
              <a:t> sed este </a:t>
            </a:r>
            <a:r>
              <a:rPr lang="es-ES" err="1"/>
              <a:t>eum</a:t>
            </a:r>
            <a:r>
              <a:rPr lang="es-ES"/>
              <a:t> fuga este </a:t>
            </a:r>
            <a:r>
              <a:rPr lang="es-ES" err="1"/>
              <a:t>eum</a:t>
            </a:r>
            <a:r>
              <a:rPr lang="es-ES"/>
              <a:t> fuga.</a:t>
            </a:r>
          </a:p>
        </p:txBody>
      </p:sp>
      <p:sp>
        <p:nvSpPr>
          <p:cNvPr id="19" name="Marcador de texto 17">
            <a:extLst>
              <a:ext uri="{FF2B5EF4-FFF2-40B4-BE49-F238E27FC236}">
                <a16:creationId xmlns:a16="http://schemas.microsoft.com/office/drawing/2014/main" id="{3F4FA38A-F665-431F-A109-0B7C9881BCB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112664" y="1481015"/>
            <a:ext cx="2424638" cy="373062"/>
          </a:xfrm>
        </p:spPr>
        <p:txBody>
          <a:bodyPr lIns="0">
            <a:noAutofit/>
          </a:bodyPr>
          <a:lstStyle>
            <a:lvl1pPr marL="0" indent="0">
              <a:lnSpc>
                <a:spcPts val="1700"/>
              </a:lnSpc>
              <a:spcBef>
                <a:spcPts val="900"/>
              </a:spcBef>
              <a:buNone/>
              <a:defRPr sz="1440" b="1">
                <a:solidFill>
                  <a:srgbClr val="1E1E1E"/>
                </a:solidFill>
              </a:defRPr>
            </a:lvl1pPr>
          </a:lstStyle>
          <a:p>
            <a:pPr lvl="0"/>
            <a:r>
              <a:rPr lang="es-ES" err="1"/>
              <a:t>Poribus</a:t>
            </a:r>
            <a:r>
              <a:rPr lang="es-ES"/>
              <a:t> </a:t>
            </a:r>
            <a:r>
              <a:rPr lang="es-ES" err="1"/>
              <a:t>reiciis</a:t>
            </a:r>
            <a:r>
              <a:rPr lang="es-ES"/>
              <a:t> </a:t>
            </a:r>
            <a:r>
              <a:rPr lang="es-ES" err="1"/>
              <a:t>conseque</a:t>
            </a:r>
            <a:endParaRPr lang="es-ES"/>
          </a:p>
        </p:txBody>
      </p:sp>
      <p:sp>
        <p:nvSpPr>
          <p:cNvPr id="21" name="Marcador de texto 17">
            <a:extLst>
              <a:ext uri="{FF2B5EF4-FFF2-40B4-BE49-F238E27FC236}">
                <a16:creationId xmlns:a16="http://schemas.microsoft.com/office/drawing/2014/main" id="{AA93BD72-42D1-4CF3-8EA4-00687AC8EA4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665157" y="5721537"/>
            <a:ext cx="5621865" cy="1180224"/>
          </a:xfrm>
        </p:spPr>
        <p:txBody>
          <a:bodyPr lIns="0">
            <a:noAutofit/>
          </a:bodyPr>
          <a:lstStyle>
            <a:lvl1pPr marL="0" indent="0">
              <a:lnSpc>
                <a:spcPts val="1700"/>
              </a:lnSpc>
              <a:spcBef>
                <a:spcPts val="900"/>
              </a:spcBef>
              <a:buNone/>
              <a:defRPr sz="144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s-ES"/>
              <a:t>Ma </a:t>
            </a:r>
            <a:r>
              <a:rPr lang="es-ES" err="1"/>
              <a:t>vendest</a:t>
            </a:r>
            <a:r>
              <a:rPr lang="es-ES"/>
              <a:t> as qui </a:t>
            </a:r>
            <a:r>
              <a:rPr lang="es-ES" err="1"/>
              <a:t>beaPoribus</a:t>
            </a:r>
            <a:r>
              <a:rPr lang="es-ES"/>
              <a:t> </a:t>
            </a:r>
            <a:r>
              <a:rPr lang="es-ES" err="1"/>
              <a:t>reiciis</a:t>
            </a:r>
            <a:r>
              <a:rPr lang="es-ES"/>
              <a:t> </a:t>
            </a:r>
            <a:r>
              <a:rPr lang="es-ES" err="1"/>
              <a:t>conseque</a:t>
            </a:r>
            <a:r>
              <a:rPr lang="es-ES"/>
              <a:t> </a:t>
            </a:r>
            <a:r>
              <a:rPr lang="es-ES" err="1"/>
              <a:t>conempo</a:t>
            </a:r>
            <a:r>
              <a:rPr lang="es-ES"/>
              <a:t> </a:t>
            </a:r>
            <a:r>
              <a:rPr lang="es-ES" err="1"/>
              <a:t>ribusam</a:t>
            </a:r>
            <a:r>
              <a:rPr lang="es-ES"/>
              <a:t> </a:t>
            </a:r>
            <a:r>
              <a:rPr lang="es-ES" err="1"/>
              <a:t>enimincil</a:t>
            </a:r>
            <a:r>
              <a:rPr lang="es-ES"/>
              <a:t> </a:t>
            </a:r>
            <a:r>
              <a:rPr lang="es-ES" err="1"/>
              <a:t>molupta</a:t>
            </a:r>
            <a:r>
              <a:rPr lang="es-ES"/>
              <a:t> </a:t>
            </a:r>
            <a:r>
              <a:rPr lang="es-ES" err="1"/>
              <a:t>tiatesed</a:t>
            </a:r>
            <a:r>
              <a:rPr lang="es-ES"/>
              <a:t> qui, quid </a:t>
            </a:r>
            <a:r>
              <a:rPr lang="es-ES" err="1"/>
              <a:t>ullestrum</a:t>
            </a:r>
            <a:r>
              <a:rPr lang="es-ES"/>
              <a:t> quia </a:t>
            </a:r>
            <a:r>
              <a:rPr lang="es-ES" err="1"/>
              <a:t>estemqu</a:t>
            </a:r>
            <a:r>
              <a:rPr lang="es-ES"/>
              <a:t> </a:t>
            </a:r>
            <a:r>
              <a:rPr lang="es-ES" err="1"/>
              <a:t>idun</a:t>
            </a:r>
            <a:r>
              <a:rPr lang="es-ES"/>
              <a:t> qui </a:t>
            </a:r>
            <a:r>
              <a:rPr lang="es-ES" err="1"/>
              <a:t>alitis</a:t>
            </a:r>
            <a:r>
              <a:rPr lang="es-ES"/>
              <a:t> </a:t>
            </a:r>
            <a:r>
              <a:rPr lang="es-ES" err="1"/>
              <a:t>harit</a:t>
            </a:r>
            <a:r>
              <a:rPr lang="es-ES"/>
              <a:t>, </a:t>
            </a:r>
            <a:r>
              <a:rPr lang="es-ES" err="1"/>
              <a:t>quoditat</a:t>
            </a:r>
            <a:r>
              <a:rPr lang="es-ES"/>
              <a:t> mi, </a:t>
            </a:r>
            <a:r>
              <a:rPr lang="es-ES" err="1"/>
              <a:t>experum</a:t>
            </a:r>
            <a:r>
              <a:rPr lang="es-ES"/>
              <a:t> a </a:t>
            </a:r>
            <a:r>
              <a:rPr lang="es-ES" err="1"/>
              <a:t>conse</a:t>
            </a:r>
            <a:r>
              <a:rPr lang="es-ES"/>
              <a:t> </a:t>
            </a:r>
            <a:r>
              <a:rPr lang="es-ES" err="1"/>
              <a:t>sequamet</a:t>
            </a:r>
            <a:r>
              <a:rPr lang="es-ES"/>
              <a:t>, </a:t>
            </a:r>
            <a:r>
              <a:rPr lang="es-ES" err="1"/>
              <a:t>qstrum</a:t>
            </a:r>
            <a:r>
              <a:rPr lang="es-ES"/>
              <a:t> q</a:t>
            </a:r>
          </a:p>
        </p:txBody>
      </p:sp>
      <p:sp>
        <p:nvSpPr>
          <p:cNvPr id="22" name="Marcador de texto 17">
            <a:extLst>
              <a:ext uri="{FF2B5EF4-FFF2-40B4-BE49-F238E27FC236}">
                <a16:creationId xmlns:a16="http://schemas.microsoft.com/office/drawing/2014/main" id="{E9C06FA8-3B73-43E3-9BC5-35A805BD2D9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665157" y="5170947"/>
            <a:ext cx="5463821" cy="462209"/>
          </a:xfrm>
        </p:spPr>
        <p:txBody>
          <a:bodyPr lIns="0">
            <a:normAutofit/>
          </a:bodyPr>
          <a:lstStyle>
            <a:lvl1pPr marL="0" indent="0">
              <a:lnSpc>
                <a:spcPts val="2800"/>
              </a:lnSpc>
              <a:buNone/>
              <a:defRPr sz="275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s-ES" err="1"/>
              <a:t>Lorem</a:t>
            </a:r>
            <a:r>
              <a:rPr lang="es-ES"/>
              <a:t> </a:t>
            </a:r>
            <a:r>
              <a:rPr lang="es-ES" err="1"/>
              <a:t>ipsum</a:t>
            </a:r>
            <a:r>
              <a:rPr lang="es-ES"/>
              <a:t> </a:t>
            </a:r>
            <a:r>
              <a:rPr lang="es-ES" err="1"/>
              <a:t>Imus</a:t>
            </a:r>
            <a:r>
              <a:rPr lang="es-ES"/>
              <a:t> </a:t>
            </a:r>
            <a:r>
              <a:rPr lang="es-ES" err="1"/>
              <a:t>deru</a:t>
            </a:r>
            <a:r>
              <a:rPr lang="es-ES"/>
              <a:t> </a:t>
            </a:r>
            <a:r>
              <a:rPr lang="es-ES" err="1"/>
              <a:t>llam</a:t>
            </a:r>
            <a:endParaRPr lang="es-ES"/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11B956B5-474C-4B72-A097-482CBA58CAFD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B005B2D1-880E-4846-A216-7D6770BA1332}" type="slidenum">
              <a:rPr lang="es-ES" smtClean="0"/>
              <a:pPr/>
              <a:t>‹#›</a:t>
            </a:fld>
            <a:endParaRPr lang="es-ES"/>
          </a:p>
        </p:txBody>
      </p:sp>
      <p:sp>
        <p:nvSpPr>
          <p:cNvPr id="23" name="Marcador de texto 17">
            <a:extLst>
              <a:ext uri="{FF2B5EF4-FFF2-40B4-BE49-F238E27FC236}">
                <a16:creationId xmlns:a16="http://schemas.microsoft.com/office/drawing/2014/main" id="{56215996-BE86-478A-BB7D-A5A5B6715F0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913328" y="1773751"/>
            <a:ext cx="2424638" cy="2341049"/>
          </a:xfrm>
        </p:spPr>
        <p:txBody>
          <a:bodyPr lIns="0">
            <a:noAutofit/>
          </a:bodyPr>
          <a:lstStyle>
            <a:lvl1pPr marL="0" indent="0">
              <a:lnSpc>
                <a:spcPts val="1700"/>
              </a:lnSpc>
              <a:spcBef>
                <a:spcPts val="900"/>
              </a:spcBef>
              <a:buNone/>
              <a:defRPr sz="1440" b="0">
                <a:solidFill>
                  <a:srgbClr val="1E1E1E"/>
                </a:solidFill>
              </a:defRPr>
            </a:lvl1pPr>
          </a:lstStyle>
          <a:p>
            <a:pPr lvl="0"/>
            <a:r>
              <a:rPr lang="es-ES"/>
              <a:t>Es </a:t>
            </a:r>
            <a:r>
              <a:rPr lang="es-ES" err="1"/>
              <a:t>aut</a:t>
            </a:r>
            <a:r>
              <a:rPr lang="es-ES"/>
              <a:t> </a:t>
            </a:r>
            <a:r>
              <a:rPr lang="es-ES" err="1"/>
              <a:t>reiciis</a:t>
            </a:r>
            <a:r>
              <a:rPr lang="es-ES"/>
              <a:t> am </a:t>
            </a:r>
            <a:r>
              <a:rPr lang="es-ES" err="1"/>
              <a:t>enimincil</a:t>
            </a:r>
            <a:r>
              <a:rPr lang="es-ES"/>
              <a:t> </a:t>
            </a:r>
            <a:r>
              <a:rPr lang="es-ES" err="1"/>
              <a:t>molupta</a:t>
            </a:r>
            <a:r>
              <a:rPr lang="es-ES"/>
              <a:t> </a:t>
            </a:r>
            <a:r>
              <a:rPr lang="es-ES" err="1"/>
              <a:t>tiatesed</a:t>
            </a:r>
            <a:r>
              <a:rPr lang="es-ES"/>
              <a:t> qui </a:t>
            </a:r>
            <a:r>
              <a:rPr lang="es-ES" err="1"/>
              <a:t>sit</a:t>
            </a:r>
            <a:r>
              <a:rPr lang="es-ES"/>
              <a:t> </a:t>
            </a:r>
            <a:r>
              <a:rPr lang="es-ES" err="1"/>
              <a:t>aut</a:t>
            </a:r>
            <a:r>
              <a:rPr lang="es-ES"/>
              <a:t> </a:t>
            </a:r>
            <a:r>
              <a:rPr lang="es-ES" err="1"/>
              <a:t>harit</a:t>
            </a:r>
            <a:r>
              <a:rPr lang="es-ES"/>
              <a:t>, </a:t>
            </a:r>
            <a:r>
              <a:rPr lang="es-ES" err="1"/>
              <a:t>quoditat</a:t>
            </a:r>
            <a:r>
              <a:rPr lang="es-ES"/>
              <a:t> mi, </a:t>
            </a:r>
            <a:r>
              <a:rPr lang="es-ES" err="1"/>
              <a:t>experum</a:t>
            </a:r>
            <a:r>
              <a:rPr lang="es-ES"/>
              <a:t> a </a:t>
            </a:r>
            <a:r>
              <a:rPr lang="es-ES" err="1"/>
              <a:t>conse</a:t>
            </a:r>
            <a:r>
              <a:rPr lang="es-ES"/>
              <a:t> </a:t>
            </a:r>
            <a:r>
              <a:rPr lang="es-ES" err="1"/>
              <a:t>sequamet</a:t>
            </a:r>
            <a:r>
              <a:rPr lang="es-ES"/>
              <a:t>, quid </a:t>
            </a:r>
            <a:r>
              <a:rPr lang="es-ES" err="1"/>
              <a:t>ulle</a:t>
            </a:r>
            <a:r>
              <a:rPr lang="es-ES"/>
              <a:t>.</a:t>
            </a:r>
          </a:p>
          <a:p>
            <a:pPr lvl="0"/>
            <a:r>
              <a:rPr lang="es-ES" err="1"/>
              <a:t>Eheima</a:t>
            </a:r>
            <a:r>
              <a:rPr lang="es-ES"/>
              <a:t> </a:t>
            </a:r>
            <a:r>
              <a:rPr lang="es-ES" err="1"/>
              <a:t>gniatis</a:t>
            </a:r>
            <a:r>
              <a:rPr lang="es-ES"/>
              <a:t> </a:t>
            </a:r>
            <a:r>
              <a:rPr lang="es-ES" err="1"/>
              <a:t>nus</a:t>
            </a:r>
            <a:r>
              <a:rPr lang="es-ES"/>
              <a:t> </a:t>
            </a:r>
            <a:r>
              <a:rPr lang="es-ES" err="1"/>
              <a:t>reped</a:t>
            </a:r>
            <a:r>
              <a:rPr lang="es-ES"/>
              <a:t> </a:t>
            </a:r>
            <a:r>
              <a:rPr lang="es-ES" err="1"/>
              <a:t>mint</a:t>
            </a:r>
            <a:r>
              <a:rPr lang="es-ES"/>
              <a:t> a </a:t>
            </a:r>
            <a:r>
              <a:rPr lang="es-ES" err="1"/>
              <a:t>velit</a:t>
            </a:r>
            <a:r>
              <a:rPr lang="es-ES"/>
              <a:t> </a:t>
            </a:r>
            <a:r>
              <a:rPr lang="es-ES" err="1"/>
              <a:t>aut</a:t>
            </a:r>
            <a:r>
              <a:rPr lang="es-ES"/>
              <a:t> </a:t>
            </a:r>
            <a:r>
              <a:rPr lang="es-ES" err="1"/>
              <a:t>est</a:t>
            </a:r>
            <a:r>
              <a:rPr lang="es-ES"/>
              <a:t>, </a:t>
            </a:r>
            <a:r>
              <a:rPr lang="es-ES" err="1"/>
              <a:t>cus</a:t>
            </a:r>
            <a:r>
              <a:rPr lang="es-ES"/>
              <a:t> </a:t>
            </a:r>
            <a:r>
              <a:rPr lang="es-ES" err="1"/>
              <a:t>apic</a:t>
            </a:r>
            <a:r>
              <a:rPr lang="es-ES"/>
              <a:t> </a:t>
            </a:r>
            <a:r>
              <a:rPr lang="es-ES" err="1"/>
              <a:t>to</a:t>
            </a:r>
            <a:r>
              <a:rPr lang="es-ES"/>
              <a:t> </a:t>
            </a:r>
            <a:r>
              <a:rPr lang="es-ES" err="1"/>
              <a:t>testi</a:t>
            </a:r>
            <a:r>
              <a:rPr lang="es-ES"/>
              <a:t> sed este </a:t>
            </a:r>
            <a:r>
              <a:rPr lang="es-ES" err="1"/>
              <a:t>eum</a:t>
            </a:r>
            <a:r>
              <a:rPr lang="es-ES"/>
              <a:t> fuga este </a:t>
            </a:r>
            <a:r>
              <a:rPr lang="es-ES" err="1"/>
              <a:t>eum</a:t>
            </a:r>
            <a:r>
              <a:rPr lang="es-ES"/>
              <a:t> fuga.</a:t>
            </a:r>
          </a:p>
        </p:txBody>
      </p:sp>
      <p:sp>
        <p:nvSpPr>
          <p:cNvPr id="26" name="Marcador de texto 17">
            <a:extLst>
              <a:ext uri="{FF2B5EF4-FFF2-40B4-BE49-F238E27FC236}">
                <a16:creationId xmlns:a16="http://schemas.microsoft.com/office/drawing/2014/main" id="{D4355630-7B14-407D-8E28-171203EC858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913328" y="1481015"/>
            <a:ext cx="2424638" cy="373062"/>
          </a:xfrm>
        </p:spPr>
        <p:txBody>
          <a:bodyPr lIns="0">
            <a:noAutofit/>
          </a:bodyPr>
          <a:lstStyle>
            <a:lvl1pPr marL="0" indent="0">
              <a:lnSpc>
                <a:spcPts val="1700"/>
              </a:lnSpc>
              <a:spcBef>
                <a:spcPts val="900"/>
              </a:spcBef>
              <a:buNone/>
              <a:defRPr sz="1440" b="1">
                <a:solidFill>
                  <a:srgbClr val="1E1E1E"/>
                </a:solidFill>
              </a:defRPr>
            </a:lvl1pPr>
          </a:lstStyle>
          <a:p>
            <a:pPr lvl="0"/>
            <a:r>
              <a:rPr lang="es-ES" err="1"/>
              <a:t>Poribus</a:t>
            </a:r>
            <a:r>
              <a:rPr lang="es-ES"/>
              <a:t> </a:t>
            </a:r>
            <a:r>
              <a:rPr lang="es-ES" err="1"/>
              <a:t>reiciis</a:t>
            </a:r>
            <a:r>
              <a:rPr lang="es-ES"/>
              <a:t> </a:t>
            </a:r>
            <a:r>
              <a:rPr lang="es-ES" err="1"/>
              <a:t>conseque</a:t>
            </a:r>
            <a:endParaRPr lang="es-ES"/>
          </a:p>
        </p:txBody>
      </p:sp>
      <p:sp>
        <p:nvSpPr>
          <p:cNvPr id="27" name="Marcador de texto 17">
            <a:extLst>
              <a:ext uri="{FF2B5EF4-FFF2-40B4-BE49-F238E27FC236}">
                <a16:creationId xmlns:a16="http://schemas.microsoft.com/office/drawing/2014/main" id="{8CB8B76B-0849-49C7-B74A-F2D429C5C05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1312883" y="1773751"/>
            <a:ext cx="2424638" cy="2341049"/>
          </a:xfrm>
        </p:spPr>
        <p:txBody>
          <a:bodyPr lIns="0">
            <a:noAutofit/>
          </a:bodyPr>
          <a:lstStyle>
            <a:lvl1pPr marL="0" indent="0">
              <a:lnSpc>
                <a:spcPts val="1700"/>
              </a:lnSpc>
              <a:spcBef>
                <a:spcPts val="900"/>
              </a:spcBef>
              <a:buNone/>
              <a:defRPr sz="1440" b="0">
                <a:solidFill>
                  <a:srgbClr val="1E1E1E"/>
                </a:solidFill>
              </a:defRPr>
            </a:lvl1pPr>
          </a:lstStyle>
          <a:p>
            <a:pPr lvl="0"/>
            <a:r>
              <a:rPr lang="es-ES"/>
              <a:t>Es </a:t>
            </a:r>
            <a:r>
              <a:rPr lang="es-ES" err="1"/>
              <a:t>aut</a:t>
            </a:r>
            <a:r>
              <a:rPr lang="es-ES"/>
              <a:t> </a:t>
            </a:r>
            <a:r>
              <a:rPr lang="es-ES" err="1"/>
              <a:t>reiciis</a:t>
            </a:r>
            <a:r>
              <a:rPr lang="es-ES"/>
              <a:t> am </a:t>
            </a:r>
            <a:r>
              <a:rPr lang="es-ES" err="1"/>
              <a:t>enimincil</a:t>
            </a:r>
            <a:r>
              <a:rPr lang="es-ES"/>
              <a:t> </a:t>
            </a:r>
            <a:r>
              <a:rPr lang="es-ES" err="1"/>
              <a:t>molupta</a:t>
            </a:r>
            <a:r>
              <a:rPr lang="es-ES"/>
              <a:t> </a:t>
            </a:r>
            <a:r>
              <a:rPr lang="es-ES" err="1"/>
              <a:t>tiatesed</a:t>
            </a:r>
            <a:r>
              <a:rPr lang="es-ES"/>
              <a:t> qui </a:t>
            </a:r>
            <a:r>
              <a:rPr lang="es-ES" err="1"/>
              <a:t>sit</a:t>
            </a:r>
            <a:r>
              <a:rPr lang="es-ES"/>
              <a:t> </a:t>
            </a:r>
            <a:r>
              <a:rPr lang="es-ES" err="1"/>
              <a:t>aut</a:t>
            </a:r>
            <a:r>
              <a:rPr lang="es-ES"/>
              <a:t> </a:t>
            </a:r>
            <a:r>
              <a:rPr lang="es-ES" err="1"/>
              <a:t>harit</a:t>
            </a:r>
            <a:r>
              <a:rPr lang="es-ES"/>
              <a:t>, </a:t>
            </a:r>
            <a:r>
              <a:rPr lang="es-ES" err="1"/>
              <a:t>quoditat</a:t>
            </a:r>
            <a:r>
              <a:rPr lang="es-ES"/>
              <a:t> mi, </a:t>
            </a:r>
            <a:r>
              <a:rPr lang="es-ES" err="1"/>
              <a:t>experum</a:t>
            </a:r>
            <a:r>
              <a:rPr lang="es-ES"/>
              <a:t> a </a:t>
            </a:r>
            <a:r>
              <a:rPr lang="es-ES" err="1"/>
              <a:t>conse</a:t>
            </a:r>
            <a:r>
              <a:rPr lang="es-ES"/>
              <a:t> </a:t>
            </a:r>
            <a:r>
              <a:rPr lang="es-ES" err="1"/>
              <a:t>sequamet</a:t>
            </a:r>
            <a:r>
              <a:rPr lang="es-ES"/>
              <a:t>, quid </a:t>
            </a:r>
            <a:r>
              <a:rPr lang="es-ES" err="1"/>
              <a:t>ulle</a:t>
            </a:r>
            <a:r>
              <a:rPr lang="es-ES"/>
              <a:t>.</a:t>
            </a:r>
          </a:p>
          <a:p>
            <a:pPr lvl="0"/>
            <a:r>
              <a:rPr lang="es-ES" err="1"/>
              <a:t>Eheima</a:t>
            </a:r>
            <a:r>
              <a:rPr lang="es-ES"/>
              <a:t> </a:t>
            </a:r>
            <a:r>
              <a:rPr lang="es-ES" err="1"/>
              <a:t>gniatis</a:t>
            </a:r>
            <a:r>
              <a:rPr lang="es-ES"/>
              <a:t> </a:t>
            </a:r>
            <a:r>
              <a:rPr lang="es-ES" err="1"/>
              <a:t>nus</a:t>
            </a:r>
            <a:r>
              <a:rPr lang="es-ES"/>
              <a:t> </a:t>
            </a:r>
            <a:r>
              <a:rPr lang="es-ES" err="1"/>
              <a:t>reped</a:t>
            </a:r>
            <a:r>
              <a:rPr lang="es-ES"/>
              <a:t> </a:t>
            </a:r>
            <a:r>
              <a:rPr lang="es-ES" err="1"/>
              <a:t>mint</a:t>
            </a:r>
            <a:r>
              <a:rPr lang="es-ES"/>
              <a:t> a </a:t>
            </a:r>
            <a:r>
              <a:rPr lang="es-ES" err="1"/>
              <a:t>velit</a:t>
            </a:r>
            <a:r>
              <a:rPr lang="es-ES"/>
              <a:t> </a:t>
            </a:r>
            <a:r>
              <a:rPr lang="es-ES" err="1"/>
              <a:t>aut</a:t>
            </a:r>
            <a:r>
              <a:rPr lang="es-ES"/>
              <a:t> </a:t>
            </a:r>
            <a:r>
              <a:rPr lang="es-ES" err="1"/>
              <a:t>est</a:t>
            </a:r>
            <a:r>
              <a:rPr lang="es-ES"/>
              <a:t>, </a:t>
            </a:r>
            <a:r>
              <a:rPr lang="es-ES" err="1"/>
              <a:t>cus</a:t>
            </a:r>
            <a:r>
              <a:rPr lang="es-ES"/>
              <a:t> </a:t>
            </a:r>
            <a:r>
              <a:rPr lang="es-ES" err="1"/>
              <a:t>apic</a:t>
            </a:r>
            <a:r>
              <a:rPr lang="es-ES"/>
              <a:t> </a:t>
            </a:r>
            <a:r>
              <a:rPr lang="es-ES" err="1"/>
              <a:t>to</a:t>
            </a:r>
            <a:r>
              <a:rPr lang="es-ES"/>
              <a:t> </a:t>
            </a:r>
            <a:r>
              <a:rPr lang="es-ES" err="1"/>
              <a:t>testi</a:t>
            </a:r>
            <a:r>
              <a:rPr lang="es-ES"/>
              <a:t> sed este </a:t>
            </a:r>
            <a:r>
              <a:rPr lang="es-ES" err="1"/>
              <a:t>eum</a:t>
            </a:r>
            <a:r>
              <a:rPr lang="es-ES"/>
              <a:t> fuga este </a:t>
            </a:r>
            <a:r>
              <a:rPr lang="es-ES" err="1"/>
              <a:t>eum</a:t>
            </a:r>
            <a:r>
              <a:rPr lang="es-ES"/>
              <a:t> fuga.</a:t>
            </a:r>
          </a:p>
        </p:txBody>
      </p:sp>
      <p:sp>
        <p:nvSpPr>
          <p:cNvPr id="28" name="Marcador de texto 17">
            <a:extLst>
              <a:ext uri="{FF2B5EF4-FFF2-40B4-BE49-F238E27FC236}">
                <a16:creationId xmlns:a16="http://schemas.microsoft.com/office/drawing/2014/main" id="{833C39CC-E352-4BB2-BDE7-38665F7B02B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1312883" y="1481015"/>
            <a:ext cx="2424638" cy="373062"/>
          </a:xfrm>
        </p:spPr>
        <p:txBody>
          <a:bodyPr lIns="0">
            <a:noAutofit/>
          </a:bodyPr>
          <a:lstStyle>
            <a:lvl1pPr marL="0" indent="0">
              <a:lnSpc>
                <a:spcPts val="1700"/>
              </a:lnSpc>
              <a:spcBef>
                <a:spcPts val="900"/>
              </a:spcBef>
              <a:buNone/>
              <a:defRPr sz="1440" b="1">
                <a:solidFill>
                  <a:srgbClr val="1E1E1E"/>
                </a:solidFill>
              </a:defRPr>
            </a:lvl1pPr>
          </a:lstStyle>
          <a:p>
            <a:pPr lvl="0"/>
            <a:r>
              <a:rPr lang="es-ES" err="1"/>
              <a:t>Poribus</a:t>
            </a:r>
            <a:r>
              <a:rPr lang="es-ES"/>
              <a:t> </a:t>
            </a:r>
            <a:r>
              <a:rPr lang="es-ES" err="1"/>
              <a:t>reiciis</a:t>
            </a:r>
            <a:r>
              <a:rPr lang="es-ES"/>
              <a:t> </a:t>
            </a:r>
            <a:r>
              <a:rPr lang="es-ES" err="1"/>
              <a:t>conseque</a:t>
            </a:r>
            <a:endParaRPr lang="es-ES"/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975477D0-A98F-4793-B73D-124C47737C0C}"/>
              </a:ext>
            </a:extLst>
          </p:cNvPr>
          <p:cNvSpPr txBox="1"/>
          <p:nvPr userDrawn="1"/>
        </p:nvSpPr>
        <p:spPr>
          <a:xfrm>
            <a:off x="432928" y="7772943"/>
            <a:ext cx="4043094" cy="2400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960">
                <a:solidFill>
                  <a:srgbClr val="333333"/>
                </a:solidFill>
                <a:latin typeface="Century Gothic" panose="020B0502020202020204" pitchFamily="34" charset="0"/>
              </a:rPr>
              <a:t>© Copyright Universidad Europea. Todos los derechos reservados</a:t>
            </a:r>
            <a:endParaRPr lang="es-ES"/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6F2A21CC-AD0D-45B5-879F-848E1DF89384}"/>
              </a:ext>
            </a:extLst>
          </p:cNvPr>
          <p:cNvSpPr/>
          <p:nvPr userDrawn="1"/>
        </p:nvSpPr>
        <p:spPr>
          <a:xfrm>
            <a:off x="13723938" y="7570604"/>
            <a:ext cx="384969" cy="384969"/>
          </a:xfrm>
          <a:prstGeom prst="rect">
            <a:avLst/>
          </a:prstGeom>
          <a:solidFill>
            <a:srgbClr val="FF32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17" name="Gráfico 16">
            <a:extLst>
              <a:ext uri="{FF2B5EF4-FFF2-40B4-BE49-F238E27FC236}">
                <a16:creationId xmlns:a16="http://schemas.microsoft.com/office/drawing/2014/main" id="{B8F199B5-CC4B-4B07-BC0C-F2F694FE5AB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r="69936"/>
          <a:stretch/>
        </p:blipFill>
        <p:spPr>
          <a:xfrm>
            <a:off x="524442" y="332974"/>
            <a:ext cx="420914" cy="38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814223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+ Imagen columnas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Imagen 25">
            <a:extLst>
              <a:ext uri="{FF2B5EF4-FFF2-40B4-BE49-F238E27FC236}">
                <a16:creationId xmlns:a16="http://schemas.microsoft.com/office/drawing/2014/main" id="{FE33CE54-4ADA-4CAE-A118-8414E019D85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4630399" cy="8229599"/>
          </a:xfrm>
          <a:prstGeom prst="rect">
            <a:avLst/>
          </a:prstGeom>
        </p:spPr>
      </p:pic>
      <p:sp>
        <p:nvSpPr>
          <p:cNvPr id="11" name="Marcador de texto 17">
            <a:extLst>
              <a:ext uri="{FF2B5EF4-FFF2-40B4-BE49-F238E27FC236}">
                <a16:creationId xmlns:a16="http://schemas.microsoft.com/office/drawing/2014/main" id="{A5BE6BA0-EF8C-4789-822C-BEE963EC7E2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06463" y="4712160"/>
            <a:ext cx="2424638" cy="2606215"/>
          </a:xfrm>
        </p:spPr>
        <p:txBody>
          <a:bodyPr lIns="0">
            <a:noAutofit/>
          </a:bodyPr>
          <a:lstStyle>
            <a:lvl1pPr marL="0" indent="0">
              <a:lnSpc>
                <a:spcPts val="1700"/>
              </a:lnSpc>
              <a:spcBef>
                <a:spcPts val="900"/>
              </a:spcBef>
              <a:buNone/>
              <a:defRPr sz="1440" b="0">
                <a:solidFill>
                  <a:srgbClr val="1E1E1E"/>
                </a:solidFill>
              </a:defRPr>
            </a:lvl1pPr>
          </a:lstStyle>
          <a:p>
            <a:pPr lvl="0"/>
            <a:r>
              <a:rPr lang="es-ES"/>
              <a:t>Es </a:t>
            </a:r>
            <a:r>
              <a:rPr lang="es-ES" err="1"/>
              <a:t>aut</a:t>
            </a:r>
            <a:r>
              <a:rPr lang="es-ES"/>
              <a:t> </a:t>
            </a:r>
            <a:r>
              <a:rPr lang="es-ES" err="1"/>
              <a:t>reiciis</a:t>
            </a:r>
            <a:r>
              <a:rPr lang="es-ES"/>
              <a:t> am </a:t>
            </a:r>
            <a:r>
              <a:rPr lang="es-ES" err="1"/>
              <a:t>enimincil</a:t>
            </a:r>
            <a:r>
              <a:rPr lang="es-ES"/>
              <a:t> </a:t>
            </a:r>
            <a:r>
              <a:rPr lang="es-ES" err="1"/>
              <a:t>molupta</a:t>
            </a:r>
            <a:r>
              <a:rPr lang="es-ES"/>
              <a:t> </a:t>
            </a:r>
            <a:r>
              <a:rPr lang="es-ES" err="1"/>
              <a:t>tiatesed</a:t>
            </a:r>
            <a:r>
              <a:rPr lang="es-ES"/>
              <a:t> qui </a:t>
            </a:r>
            <a:r>
              <a:rPr lang="es-ES" err="1"/>
              <a:t>sit</a:t>
            </a:r>
            <a:r>
              <a:rPr lang="es-ES"/>
              <a:t> </a:t>
            </a:r>
            <a:r>
              <a:rPr lang="es-ES" err="1"/>
              <a:t>aut</a:t>
            </a:r>
            <a:r>
              <a:rPr lang="es-ES"/>
              <a:t> </a:t>
            </a:r>
            <a:r>
              <a:rPr lang="es-ES" err="1"/>
              <a:t>harit</a:t>
            </a:r>
            <a:r>
              <a:rPr lang="es-ES"/>
              <a:t>, </a:t>
            </a:r>
            <a:r>
              <a:rPr lang="es-ES" err="1"/>
              <a:t>quoditat</a:t>
            </a:r>
            <a:r>
              <a:rPr lang="es-ES"/>
              <a:t> mi, </a:t>
            </a:r>
            <a:r>
              <a:rPr lang="es-ES" err="1"/>
              <a:t>experum</a:t>
            </a:r>
            <a:r>
              <a:rPr lang="es-ES"/>
              <a:t> a </a:t>
            </a:r>
            <a:r>
              <a:rPr lang="es-ES" err="1"/>
              <a:t>conse</a:t>
            </a:r>
            <a:r>
              <a:rPr lang="es-ES"/>
              <a:t> </a:t>
            </a:r>
            <a:r>
              <a:rPr lang="es-ES" err="1"/>
              <a:t>sequamet</a:t>
            </a:r>
            <a:r>
              <a:rPr lang="es-ES"/>
              <a:t>, quid </a:t>
            </a:r>
            <a:r>
              <a:rPr lang="es-ES" err="1"/>
              <a:t>ulle</a:t>
            </a:r>
            <a:r>
              <a:rPr lang="es-ES"/>
              <a:t>.</a:t>
            </a:r>
          </a:p>
          <a:p>
            <a:pPr lvl="0"/>
            <a:r>
              <a:rPr lang="es-ES" err="1"/>
              <a:t>Eheima</a:t>
            </a:r>
            <a:r>
              <a:rPr lang="es-ES"/>
              <a:t> </a:t>
            </a:r>
            <a:r>
              <a:rPr lang="es-ES" err="1"/>
              <a:t>gniatis</a:t>
            </a:r>
            <a:r>
              <a:rPr lang="es-ES"/>
              <a:t> </a:t>
            </a:r>
            <a:r>
              <a:rPr lang="es-ES" err="1"/>
              <a:t>nus</a:t>
            </a:r>
            <a:r>
              <a:rPr lang="es-ES"/>
              <a:t> </a:t>
            </a:r>
            <a:r>
              <a:rPr lang="es-ES" err="1"/>
              <a:t>reped</a:t>
            </a:r>
            <a:r>
              <a:rPr lang="es-ES"/>
              <a:t> </a:t>
            </a:r>
            <a:r>
              <a:rPr lang="es-ES" err="1"/>
              <a:t>mint</a:t>
            </a:r>
            <a:r>
              <a:rPr lang="es-ES"/>
              <a:t> a </a:t>
            </a:r>
            <a:r>
              <a:rPr lang="es-ES" err="1"/>
              <a:t>velit</a:t>
            </a:r>
            <a:r>
              <a:rPr lang="es-ES"/>
              <a:t> </a:t>
            </a:r>
            <a:r>
              <a:rPr lang="es-ES" err="1"/>
              <a:t>aut</a:t>
            </a:r>
            <a:r>
              <a:rPr lang="es-ES"/>
              <a:t> </a:t>
            </a:r>
            <a:r>
              <a:rPr lang="es-ES" err="1"/>
              <a:t>est</a:t>
            </a:r>
            <a:r>
              <a:rPr lang="es-ES"/>
              <a:t>, </a:t>
            </a:r>
            <a:r>
              <a:rPr lang="es-ES" err="1"/>
              <a:t>cus</a:t>
            </a:r>
            <a:r>
              <a:rPr lang="es-ES"/>
              <a:t> </a:t>
            </a:r>
            <a:r>
              <a:rPr lang="es-ES" err="1"/>
              <a:t>apic</a:t>
            </a:r>
            <a:r>
              <a:rPr lang="es-ES"/>
              <a:t> </a:t>
            </a:r>
            <a:r>
              <a:rPr lang="es-ES" err="1"/>
              <a:t>to</a:t>
            </a:r>
            <a:r>
              <a:rPr lang="es-ES"/>
              <a:t> </a:t>
            </a:r>
            <a:r>
              <a:rPr lang="es-ES" err="1"/>
              <a:t>testi</a:t>
            </a:r>
            <a:r>
              <a:rPr lang="es-ES"/>
              <a:t> sed este </a:t>
            </a:r>
            <a:r>
              <a:rPr lang="es-ES" err="1"/>
              <a:t>eum</a:t>
            </a:r>
            <a:r>
              <a:rPr lang="es-ES"/>
              <a:t> fuga este </a:t>
            </a:r>
            <a:r>
              <a:rPr lang="es-ES" err="1"/>
              <a:t>eum</a:t>
            </a:r>
            <a:r>
              <a:rPr lang="es-ES"/>
              <a:t> fuga.</a:t>
            </a:r>
          </a:p>
        </p:txBody>
      </p:sp>
      <p:sp>
        <p:nvSpPr>
          <p:cNvPr id="12" name="Marcador de texto 17">
            <a:extLst>
              <a:ext uri="{FF2B5EF4-FFF2-40B4-BE49-F238E27FC236}">
                <a16:creationId xmlns:a16="http://schemas.microsoft.com/office/drawing/2014/main" id="{DA10493C-84F1-4EEE-AC24-47D0D50A078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06463" y="4419424"/>
            <a:ext cx="2424638" cy="373062"/>
          </a:xfrm>
        </p:spPr>
        <p:txBody>
          <a:bodyPr lIns="0">
            <a:noAutofit/>
          </a:bodyPr>
          <a:lstStyle>
            <a:lvl1pPr marL="0" indent="0">
              <a:lnSpc>
                <a:spcPts val="1700"/>
              </a:lnSpc>
              <a:spcBef>
                <a:spcPts val="900"/>
              </a:spcBef>
              <a:buNone/>
              <a:defRPr sz="1440" b="1">
                <a:solidFill>
                  <a:srgbClr val="1E1E1E"/>
                </a:solidFill>
              </a:defRPr>
            </a:lvl1pPr>
          </a:lstStyle>
          <a:p>
            <a:pPr lvl="0"/>
            <a:r>
              <a:rPr lang="es-ES" err="1"/>
              <a:t>Poribus</a:t>
            </a:r>
            <a:r>
              <a:rPr lang="es-ES"/>
              <a:t> </a:t>
            </a:r>
            <a:r>
              <a:rPr lang="es-ES" err="1"/>
              <a:t>reiciis</a:t>
            </a:r>
            <a:r>
              <a:rPr lang="es-ES"/>
              <a:t> </a:t>
            </a:r>
            <a:r>
              <a:rPr lang="es-ES" err="1"/>
              <a:t>conseque</a:t>
            </a:r>
            <a:endParaRPr lang="es-ES"/>
          </a:p>
        </p:txBody>
      </p:sp>
      <p:sp>
        <p:nvSpPr>
          <p:cNvPr id="13" name="Marcador de texto 17">
            <a:extLst>
              <a:ext uri="{FF2B5EF4-FFF2-40B4-BE49-F238E27FC236}">
                <a16:creationId xmlns:a16="http://schemas.microsoft.com/office/drawing/2014/main" id="{541F3DA4-12C0-417B-8A35-5A21C5692D8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512800" y="4712160"/>
            <a:ext cx="2424638" cy="2606215"/>
          </a:xfrm>
        </p:spPr>
        <p:txBody>
          <a:bodyPr lIns="0">
            <a:noAutofit/>
          </a:bodyPr>
          <a:lstStyle>
            <a:lvl1pPr marL="0" indent="0">
              <a:lnSpc>
                <a:spcPts val="1700"/>
              </a:lnSpc>
              <a:spcBef>
                <a:spcPts val="900"/>
              </a:spcBef>
              <a:buNone/>
              <a:defRPr sz="1440" b="0">
                <a:solidFill>
                  <a:srgbClr val="1E1E1E"/>
                </a:solidFill>
              </a:defRPr>
            </a:lvl1pPr>
          </a:lstStyle>
          <a:p>
            <a:pPr lvl="0"/>
            <a:r>
              <a:rPr lang="es-ES"/>
              <a:t>Es </a:t>
            </a:r>
            <a:r>
              <a:rPr lang="es-ES" err="1"/>
              <a:t>aut</a:t>
            </a:r>
            <a:r>
              <a:rPr lang="es-ES"/>
              <a:t> </a:t>
            </a:r>
            <a:r>
              <a:rPr lang="es-ES" err="1"/>
              <a:t>reiciis</a:t>
            </a:r>
            <a:r>
              <a:rPr lang="es-ES"/>
              <a:t> am </a:t>
            </a:r>
            <a:r>
              <a:rPr lang="es-ES" err="1"/>
              <a:t>enimincil</a:t>
            </a:r>
            <a:r>
              <a:rPr lang="es-ES"/>
              <a:t> </a:t>
            </a:r>
            <a:r>
              <a:rPr lang="es-ES" err="1"/>
              <a:t>molupta</a:t>
            </a:r>
            <a:r>
              <a:rPr lang="es-ES"/>
              <a:t> </a:t>
            </a:r>
            <a:r>
              <a:rPr lang="es-ES" err="1"/>
              <a:t>tiatesed</a:t>
            </a:r>
            <a:r>
              <a:rPr lang="es-ES"/>
              <a:t> qui </a:t>
            </a:r>
            <a:r>
              <a:rPr lang="es-ES" err="1"/>
              <a:t>sit</a:t>
            </a:r>
            <a:r>
              <a:rPr lang="es-ES"/>
              <a:t> </a:t>
            </a:r>
            <a:r>
              <a:rPr lang="es-ES" err="1"/>
              <a:t>aut</a:t>
            </a:r>
            <a:r>
              <a:rPr lang="es-ES"/>
              <a:t> </a:t>
            </a:r>
            <a:r>
              <a:rPr lang="es-ES" err="1"/>
              <a:t>harit</a:t>
            </a:r>
            <a:r>
              <a:rPr lang="es-ES"/>
              <a:t>, </a:t>
            </a:r>
            <a:r>
              <a:rPr lang="es-ES" err="1"/>
              <a:t>quoditat</a:t>
            </a:r>
            <a:r>
              <a:rPr lang="es-ES"/>
              <a:t> mi, </a:t>
            </a:r>
            <a:r>
              <a:rPr lang="es-ES" err="1"/>
              <a:t>experum</a:t>
            </a:r>
            <a:r>
              <a:rPr lang="es-ES"/>
              <a:t> a </a:t>
            </a:r>
            <a:r>
              <a:rPr lang="es-ES" err="1"/>
              <a:t>conse</a:t>
            </a:r>
            <a:r>
              <a:rPr lang="es-ES"/>
              <a:t> </a:t>
            </a:r>
            <a:r>
              <a:rPr lang="es-ES" err="1"/>
              <a:t>sequamet</a:t>
            </a:r>
            <a:r>
              <a:rPr lang="es-ES"/>
              <a:t>, quid </a:t>
            </a:r>
            <a:r>
              <a:rPr lang="es-ES" err="1"/>
              <a:t>ulle</a:t>
            </a:r>
            <a:r>
              <a:rPr lang="es-ES"/>
              <a:t>.</a:t>
            </a:r>
          </a:p>
          <a:p>
            <a:pPr lvl="0"/>
            <a:r>
              <a:rPr lang="es-ES" err="1"/>
              <a:t>Eheima</a:t>
            </a:r>
            <a:r>
              <a:rPr lang="es-ES"/>
              <a:t> </a:t>
            </a:r>
            <a:r>
              <a:rPr lang="es-ES" err="1"/>
              <a:t>gniatis</a:t>
            </a:r>
            <a:r>
              <a:rPr lang="es-ES"/>
              <a:t> </a:t>
            </a:r>
            <a:r>
              <a:rPr lang="es-ES" err="1"/>
              <a:t>nus</a:t>
            </a:r>
            <a:r>
              <a:rPr lang="es-ES"/>
              <a:t> </a:t>
            </a:r>
            <a:r>
              <a:rPr lang="es-ES" err="1"/>
              <a:t>reped</a:t>
            </a:r>
            <a:r>
              <a:rPr lang="es-ES"/>
              <a:t> </a:t>
            </a:r>
            <a:r>
              <a:rPr lang="es-ES" err="1"/>
              <a:t>mint</a:t>
            </a:r>
            <a:r>
              <a:rPr lang="es-ES"/>
              <a:t> a </a:t>
            </a:r>
            <a:r>
              <a:rPr lang="es-ES" err="1"/>
              <a:t>velit</a:t>
            </a:r>
            <a:r>
              <a:rPr lang="es-ES"/>
              <a:t> </a:t>
            </a:r>
            <a:r>
              <a:rPr lang="es-ES" err="1"/>
              <a:t>aut</a:t>
            </a:r>
            <a:r>
              <a:rPr lang="es-ES"/>
              <a:t> </a:t>
            </a:r>
            <a:r>
              <a:rPr lang="es-ES" err="1"/>
              <a:t>est</a:t>
            </a:r>
            <a:r>
              <a:rPr lang="es-ES"/>
              <a:t>, </a:t>
            </a:r>
            <a:r>
              <a:rPr lang="es-ES" err="1"/>
              <a:t>cus</a:t>
            </a:r>
            <a:r>
              <a:rPr lang="es-ES"/>
              <a:t> </a:t>
            </a:r>
            <a:r>
              <a:rPr lang="es-ES" err="1"/>
              <a:t>apic</a:t>
            </a:r>
            <a:r>
              <a:rPr lang="es-ES"/>
              <a:t> </a:t>
            </a:r>
            <a:r>
              <a:rPr lang="es-ES" err="1"/>
              <a:t>to</a:t>
            </a:r>
            <a:r>
              <a:rPr lang="es-ES"/>
              <a:t> </a:t>
            </a:r>
            <a:r>
              <a:rPr lang="es-ES" err="1"/>
              <a:t>testi</a:t>
            </a:r>
            <a:r>
              <a:rPr lang="es-ES"/>
              <a:t> sed este </a:t>
            </a:r>
            <a:r>
              <a:rPr lang="es-ES" err="1"/>
              <a:t>eum</a:t>
            </a:r>
            <a:r>
              <a:rPr lang="es-ES"/>
              <a:t> fuga este </a:t>
            </a:r>
            <a:r>
              <a:rPr lang="es-ES" err="1"/>
              <a:t>eum</a:t>
            </a:r>
            <a:r>
              <a:rPr lang="es-ES"/>
              <a:t> fuga.</a:t>
            </a:r>
          </a:p>
        </p:txBody>
      </p:sp>
      <p:sp>
        <p:nvSpPr>
          <p:cNvPr id="14" name="Marcador de texto 17">
            <a:extLst>
              <a:ext uri="{FF2B5EF4-FFF2-40B4-BE49-F238E27FC236}">
                <a16:creationId xmlns:a16="http://schemas.microsoft.com/office/drawing/2014/main" id="{549CA5E7-CE4D-4144-A33B-615B80E66B6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512800" y="4419424"/>
            <a:ext cx="2424638" cy="373062"/>
          </a:xfrm>
        </p:spPr>
        <p:txBody>
          <a:bodyPr lIns="0">
            <a:noAutofit/>
          </a:bodyPr>
          <a:lstStyle>
            <a:lvl1pPr marL="0" indent="0">
              <a:lnSpc>
                <a:spcPts val="1700"/>
              </a:lnSpc>
              <a:spcBef>
                <a:spcPts val="900"/>
              </a:spcBef>
              <a:buNone/>
              <a:defRPr sz="1440" b="1">
                <a:solidFill>
                  <a:srgbClr val="1E1E1E"/>
                </a:solidFill>
              </a:defRPr>
            </a:lvl1pPr>
          </a:lstStyle>
          <a:p>
            <a:pPr lvl="0"/>
            <a:r>
              <a:rPr lang="es-ES" err="1"/>
              <a:t>Poribus</a:t>
            </a:r>
            <a:r>
              <a:rPr lang="es-ES"/>
              <a:t> </a:t>
            </a:r>
            <a:r>
              <a:rPr lang="es-ES" err="1"/>
              <a:t>reiciis</a:t>
            </a:r>
            <a:r>
              <a:rPr lang="es-ES"/>
              <a:t> </a:t>
            </a:r>
            <a:r>
              <a:rPr lang="es-ES" err="1"/>
              <a:t>conseque</a:t>
            </a:r>
            <a:endParaRPr lang="es-ES"/>
          </a:p>
        </p:txBody>
      </p:sp>
      <p:sp>
        <p:nvSpPr>
          <p:cNvPr id="15" name="Marcador de texto 17">
            <a:extLst>
              <a:ext uri="{FF2B5EF4-FFF2-40B4-BE49-F238E27FC236}">
                <a16:creationId xmlns:a16="http://schemas.microsoft.com/office/drawing/2014/main" id="{B26F822F-19DB-485F-918E-9182FAEE9D4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315200" y="4712160"/>
            <a:ext cx="2424638" cy="2606215"/>
          </a:xfrm>
        </p:spPr>
        <p:txBody>
          <a:bodyPr lIns="0">
            <a:noAutofit/>
          </a:bodyPr>
          <a:lstStyle>
            <a:lvl1pPr marL="0" indent="0">
              <a:lnSpc>
                <a:spcPts val="1700"/>
              </a:lnSpc>
              <a:spcBef>
                <a:spcPts val="900"/>
              </a:spcBef>
              <a:buNone/>
              <a:defRPr sz="1440" b="0">
                <a:solidFill>
                  <a:srgbClr val="1E1E1E"/>
                </a:solidFill>
              </a:defRPr>
            </a:lvl1pPr>
          </a:lstStyle>
          <a:p>
            <a:pPr lvl="0"/>
            <a:r>
              <a:rPr lang="es-ES"/>
              <a:t>Es </a:t>
            </a:r>
            <a:r>
              <a:rPr lang="es-ES" err="1"/>
              <a:t>aut</a:t>
            </a:r>
            <a:r>
              <a:rPr lang="es-ES"/>
              <a:t> </a:t>
            </a:r>
            <a:r>
              <a:rPr lang="es-ES" err="1"/>
              <a:t>reiciis</a:t>
            </a:r>
            <a:r>
              <a:rPr lang="es-ES"/>
              <a:t> am </a:t>
            </a:r>
            <a:r>
              <a:rPr lang="es-ES" err="1"/>
              <a:t>enimincil</a:t>
            </a:r>
            <a:r>
              <a:rPr lang="es-ES"/>
              <a:t> </a:t>
            </a:r>
            <a:r>
              <a:rPr lang="es-ES" err="1"/>
              <a:t>molupta</a:t>
            </a:r>
            <a:r>
              <a:rPr lang="es-ES"/>
              <a:t> </a:t>
            </a:r>
            <a:r>
              <a:rPr lang="es-ES" err="1"/>
              <a:t>tiatesed</a:t>
            </a:r>
            <a:r>
              <a:rPr lang="es-ES"/>
              <a:t> qui </a:t>
            </a:r>
            <a:r>
              <a:rPr lang="es-ES" err="1"/>
              <a:t>sit</a:t>
            </a:r>
            <a:r>
              <a:rPr lang="es-ES"/>
              <a:t> </a:t>
            </a:r>
            <a:r>
              <a:rPr lang="es-ES" err="1"/>
              <a:t>aut</a:t>
            </a:r>
            <a:r>
              <a:rPr lang="es-ES"/>
              <a:t> </a:t>
            </a:r>
            <a:r>
              <a:rPr lang="es-ES" err="1"/>
              <a:t>harit</a:t>
            </a:r>
            <a:r>
              <a:rPr lang="es-ES"/>
              <a:t>, </a:t>
            </a:r>
            <a:r>
              <a:rPr lang="es-ES" err="1"/>
              <a:t>quoditat</a:t>
            </a:r>
            <a:r>
              <a:rPr lang="es-ES"/>
              <a:t> mi, </a:t>
            </a:r>
            <a:r>
              <a:rPr lang="es-ES" err="1"/>
              <a:t>experum</a:t>
            </a:r>
            <a:r>
              <a:rPr lang="es-ES"/>
              <a:t> a </a:t>
            </a:r>
            <a:r>
              <a:rPr lang="es-ES" err="1"/>
              <a:t>conse</a:t>
            </a:r>
            <a:r>
              <a:rPr lang="es-ES"/>
              <a:t> </a:t>
            </a:r>
            <a:r>
              <a:rPr lang="es-ES" err="1"/>
              <a:t>sequamet</a:t>
            </a:r>
            <a:r>
              <a:rPr lang="es-ES"/>
              <a:t>, quid </a:t>
            </a:r>
            <a:r>
              <a:rPr lang="es-ES" err="1"/>
              <a:t>ulle</a:t>
            </a:r>
            <a:r>
              <a:rPr lang="es-ES"/>
              <a:t>.</a:t>
            </a:r>
          </a:p>
          <a:p>
            <a:pPr lvl="0"/>
            <a:r>
              <a:rPr lang="es-ES" err="1"/>
              <a:t>Eheima</a:t>
            </a:r>
            <a:r>
              <a:rPr lang="es-ES"/>
              <a:t> </a:t>
            </a:r>
            <a:r>
              <a:rPr lang="es-ES" err="1"/>
              <a:t>gniatis</a:t>
            </a:r>
            <a:r>
              <a:rPr lang="es-ES"/>
              <a:t> </a:t>
            </a:r>
            <a:r>
              <a:rPr lang="es-ES" err="1"/>
              <a:t>nus</a:t>
            </a:r>
            <a:r>
              <a:rPr lang="es-ES"/>
              <a:t> </a:t>
            </a:r>
            <a:r>
              <a:rPr lang="es-ES" err="1"/>
              <a:t>reped</a:t>
            </a:r>
            <a:r>
              <a:rPr lang="es-ES"/>
              <a:t> </a:t>
            </a:r>
            <a:r>
              <a:rPr lang="es-ES" err="1"/>
              <a:t>mint</a:t>
            </a:r>
            <a:r>
              <a:rPr lang="es-ES"/>
              <a:t> a </a:t>
            </a:r>
            <a:r>
              <a:rPr lang="es-ES" err="1"/>
              <a:t>velit</a:t>
            </a:r>
            <a:r>
              <a:rPr lang="es-ES"/>
              <a:t> </a:t>
            </a:r>
            <a:r>
              <a:rPr lang="es-ES" err="1"/>
              <a:t>aut</a:t>
            </a:r>
            <a:r>
              <a:rPr lang="es-ES"/>
              <a:t> </a:t>
            </a:r>
            <a:r>
              <a:rPr lang="es-ES" err="1"/>
              <a:t>est</a:t>
            </a:r>
            <a:r>
              <a:rPr lang="es-ES"/>
              <a:t>, </a:t>
            </a:r>
            <a:r>
              <a:rPr lang="es-ES" err="1"/>
              <a:t>cus</a:t>
            </a:r>
            <a:r>
              <a:rPr lang="es-ES"/>
              <a:t> </a:t>
            </a:r>
            <a:r>
              <a:rPr lang="es-ES" err="1"/>
              <a:t>apic</a:t>
            </a:r>
            <a:r>
              <a:rPr lang="es-ES"/>
              <a:t> </a:t>
            </a:r>
            <a:r>
              <a:rPr lang="es-ES" err="1"/>
              <a:t>to</a:t>
            </a:r>
            <a:r>
              <a:rPr lang="es-ES"/>
              <a:t> </a:t>
            </a:r>
            <a:r>
              <a:rPr lang="es-ES" err="1"/>
              <a:t>testi</a:t>
            </a:r>
            <a:r>
              <a:rPr lang="es-ES"/>
              <a:t> sed este </a:t>
            </a:r>
            <a:r>
              <a:rPr lang="es-ES" err="1"/>
              <a:t>eum</a:t>
            </a:r>
            <a:r>
              <a:rPr lang="es-ES"/>
              <a:t> fuga este </a:t>
            </a:r>
            <a:r>
              <a:rPr lang="es-ES" err="1"/>
              <a:t>eum</a:t>
            </a:r>
            <a:r>
              <a:rPr lang="es-ES"/>
              <a:t> fuga.</a:t>
            </a:r>
          </a:p>
        </p:txBody>
      </p:sp>
      <p:sp>
        <p:nvSpPr>
          <p:cNvPr id="16" name="Marcador de texto 17">
            <a:extLst>
              <a:ext uri="{FF2B5EF4-FFF2-40B4-BE49-F238E27FC236}">
                <a16:creationId xmlns:a16="http://schemas.microsoft.com/office/drawing/2014/main" id="{5A77DDD7-7CA5-4183-81DC-FDEFA856F55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315200" y="4419424"/>
            <a:ext cx="2424638" cy="373062"/>
          </a:xfrm>
        </p:spPr>
        <p:txBody>
          <a:bodyPr lIns="0">
            <a:noAutofit/>
          </a:bodyPr>
          <a:lstStyle>
            <a:lvl1pPr marL="0" indent="0">
              <a:lnSpc>
                <a:spcPts val="1700"/>
              </a:lnSpc>
              <a:spcBef>
                <a:spcPts val="900"/>
              </a:spcBef>
              <a:buNone/>
              <a:defRPr sz="1440" b="1">
                <a:solidFill>
                  <a:srgbClr val="1E1E1E"/>
                </a:solidFill>
              </a:defRPr>
            </a:lvl1pPr>
          </a:lstStyle>
          <a:p>
            <a:pPr lvl="0"/>
            <a:r>
              <a:rPr lang="es-ES" err="1"/>
              <a:t>Poribus</a:t>
            </a:r>
            <a:r>
              <a:rPr lang="es-ES"/>
              <a:t> </a:t>
            </a:r>
            <a:r>
              <a:rPr lang="es-ES" err="1"/>
              <a:t>reiciis</a:t>
            </a:r>
            <a:r>
              <a:rPr lang="es-ES"/>
              <a:t> </a:t>
            </a:r>
            <a:r>
              <a:rPr lang="es-ES" err="1"/>
              <a:t>conseque</a:t>
            </a:r>
            <a:endParaRPr lang="es-ES"/>
          </a:p>
        </p:txBody>
      </p:sp>
      <p:sp>
        <p:nvSpPr>
          <p:cNvPr id="17" name="Marcador de texto 17">
            <a:extLst>
              <a:ext uri="{FF2B5EF4-FFF2-40B4-BE49-F238E27FC236}">
                <a16:creationId xmlns:a16="http://schemas.microsoft.com/office/drawing/2014/main" id="{BB59BBE8-7ADF-42A8-A88D-DE4785AC20A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100557" y="4712160"/>
            <a:ext cx="2424638" cy="2606215"/>
          </a:xfrm>
        </p:spPr>
        <p:txBody>
          <a:bodyPr lIns="0">
            <a:noAutofit/>
          </a:bodyPr>
          <a:lstStyle>
            <a:lvl1pPr marL="0" indent="0">
              <a:lnSpc>
                <a:spcPts val="1700"/>
              </a:lnSpc>
              <a:spcBef>
                <a:spcPts val="900"/>
              </a:spcBef>
              <a:buNone/>
              <a:defRPr sz="1440" b="0">
                <a:solidFill>
                  <a:srgbClr val="1E1E1E"/>
                </a:solidFill>
              </a:defRPr>
            </a:lvl1pPr>
          </a:lstStyle>
          <a:p>
            <a:pPr lvl="0"/>
            <a:r>
              <a:rPr lang="es-ES"/>
              <a:t>Es </a:t>
            </a:r>
            <a:r>
              <a:rPr lang="es-ES" err="1"/>
              <a:t>aut</a:t>
            </a:r>
            <a:r>
              <a:rPr lang="es-ES"/>
              <a:t> </a:t>
            </a:r>
            <a:r>
              <a:rPr lang="es-ES" err="1"/>
              <a:t>reiciis</a:t>
            </a:r>
            <a:r>
              <a:rPr lang="es-ES"/>
              <a:t> am </a:t>
            </a:r>
            <a:r>
              <a:rPr lang="es-ES" err="1"/>
              <a:t>enimincil</a:t>
            </a:r>
            <a:r>
              <a:rPr lang="es-ES"/>
              <a:t> </a:t>
            </a:r>
            <a:r>
              <a:rPr lang="es-ES" err="1"/>
              <a:t>molupta</a:t>
            </a:r>
            <a:r>
              <a:rPr lang="es-ES"/>
              <a:t> </a:t>
            </a:r>
            <a:r>
              <a:rPr lang="es-ES" err="1"/>
              <a:t>tiatesed</a:t>
            </a:r>
            <a:r>
              <a:rPr lang="es-ES"/>
              <a:t> qui </a:t>
            </a:r>
            <a:r>
              <a:rPr lang="es-ES" err="1"/>
              <a:t>sit</a:t>
            </a:r>
            <a:r>
              <a:rPr lang="es-ES"/>
              <a:t> </a:t>
            </a:r>
            <a:r>
              <a:rPr lang="es-ES" err="1"/>
              <a:t>aut</a:t>
            </a:r>
            <a:r>
              <a:rPr lang="es-ES"/>
              <a:t> </a:t>
            </a:r>
            <a:r>
              <a:rPr lang="es-ES" err="1"/>
              <a:t>harit</a:t>
            </a:r>
            <a:r>
              <a:rPr lang="es-ES"/>
              <a:t>, </a:t>
            </a:r>
            <a:r>
              <a:rPr lang="es-ES" err="1"/>
              <a:t>quoditat</a:t>
            </a:r>
            <a:r>
              <a:rPr lang="es-ES"/>
              <a:t> mi, </a:t>
            </a:r>
            <a:r>
              <a:rPr lang="es-ES" err="1"/>
              <a:t>experum</a:t>
            </a:r>
            <a:r>
              <a:rPr lang="es-ES"/>
              <a:t> a </a:t>
            </a:r>
            <a:r>
              <a:rPr lang="es-ES" err="1"/>
              <a:t>conse</a:t>
            </a:r>
            <a:r>
              <a:rPr lang="es-ES"/>
              <a:t> </a:t>
            </a:r>
            <a:r>
              <a:rPr lang="es-ES" err="1"/>
              <a:t>sequamet</a:t>
            </a:r>
            <a:r>
              <a:rPr lang="es-ES"/>
              <a:t>, quid </a:t>
            </a:r>
            <a:r>
              <a:rPr lang="es-ES" err="1"/>
              <a:t>ulle</a:t>
            </a:r>
            <a:r>
              <a:rPr lang="es-ES"/>
              <a:t>.</a:t>
            </a:r>
          </a:p>
          <a:p>
            <a:pPr lvl="0"/>
            <a:r>
              <a:rPr lang="es-ES" err="1"/>
              <a:t>Eheima</a:t>
            </a:r>
            <a:r>
              <a:rPr lang="es-ES"/>
              <a:t> </a:t>
            </a:r>
            <a:r>
              <a:rPr lang="es-ES" err="1"/>
              <a:t>gniatis</a:t>
            </a:r>
            <a:r>
              <a:rPr lang="es-ES"/>
              <a:t> </a:t>
            </a:r>
            <a:r>
              <a:rPr lang="es-ES" err="1"/>
              <a:t>nus</a:t>
            </a:r>
            <a:r>
              <a:rPr lang="es-ES"/>
              <a:t> </a:t>
            </a:r>
            <a:r>
              <a:rPr lang="es-ES" err="1"/>
              <a:t>reped</a:t>
            </a:r>
            <a:r>
              <a:rPr lang="es-ES"/>
              <a:t> </a:t>
            </a:r>
            <a:r>
              <a:rPr lang="es-ES" err="1"/>
              <a:t>mint</a:t>
            </a:r>
            <a:r>
              <a:rPr lang="es-ES"/>
              <a:t> a </a:t>
            </a:r>
            <a:r>
              <a:rPr lang="es-ES" err="1"/>
              <a:t>velit</a:t>
            </a:r>
            <a:r>
              <a:rPr lang="es-ES"/>
              <a:t> </a:t>
            </a:r>
            <a:r>
              <a:rPr lang="es-ES" err="1"/>
              <a:t>aut</a:t>
            </a:r>
            <a:r>
              <a:rPr lang="es-ES"/>
              <a:t> </a:t>
            </a:r>
            <a:r>
              <a:rPr lang="es-ES" err="1"/>
              <a:t>est</a:t>
            </a:r>
            <a:r>
              <a:rPr lang="es-ES"/>
              <a:t>, </a:t>
            </a:r>
            <a:r>
              <a:rPr lang="es-ES" err="1"/>
              <a:t>cus</a:t>
            </a:r>
            <a:r>
              <a:rPr lang="es-ES"/>
              <a:t> </a:t>
            </a:r>
            <a:r>
              <a:rPr lang="es-ES" err="1"/>
              <a:t>apic</a:t>
            </a:r>
            <a:r>
              <a:rPr lang="es-ES"/>
              <a:t> </a:t>
            </a:r>
            <a:r>
              <a:rPr lang="es-ES" err="1"/>
              <a:t>to</a:t>
            </a:r>
            <a:r>
              <a:rPr lang="es-ES"/>
              <a:t> </a:t>
            </a:r>
            <a:r>
              <a:rPr lang="es-ES" err="1"/>
              <a:t>testi</a:t>
            </a:r>
            <a:r>
              <a:rPr lang="es-ES"/>
              <a:t> sed este </a:t>
            </a:r>
            <a:r>
              <a:rPr lang="es-ES" err="1"/>
              <a:t>eum</a:t>
            </a:r>
            <a:r>
              <a:rPr lang="es-ES"/>
              <a:t> fuga este </a:t>
            </a:r>
            <a:r>
              <a:rPr lang="es-ES" err="1"/>
              <a:t>eum</a:t>
            </a:r>
            <a:r>
              <a:rPr lang="es-ES"/>
              <a:t> fuga.</a:t>
            </a:r>
          </a:p>
        </p:txBody>
      </p:sp>
      <p:sp>
        <p:nvSpPr>
          <p:cNvPr id="18" name="Marcador de texto 17">
            <a:extLst>
              <a:ext uri="{FF2B5EF4-FFF2-40B4-BE49-F238E27FC236}">
                <a16:creationId xmlns:a16="http://schemas.microsoft.com/office/drawing/2014/main" id="{7B3079E3-2A2F-44FF-80EE-F62C9820AC0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100557" y="4419424"/>
            <a:ext cx="2424638" cy="373062"/>
          </a:xfrm>
        </p:spPr>
        <p:txBody>
          <a:bodyPr lIns="0">
            <a:noAutofit/>
          </a:bodyPr>
          <a:lstStyle>
            <a:lvl1pPr marL="0" indent="0">
              <a:lnSpc>
                <a:spcPts val="1700"/>
              </a:lnSpc>
              <a:spcBef>
                <a:spcPts val="900"/>
              </a:spcBef>
              <a:buNone/>
              <a:defRPr sz="1440" b="1">
                <a:solidFill>
                  <a:srgbClr val="1E1E1E"/>
                </a:solidFill>
              </a:defRPr>
            </a:lvl1pPr>
          </a:lstStyle>
          <a:p>
            <a:pPr lvl="0"/>
            <a:r>
              <a:rPr lang="es-ES" err="1"/>
              <a:t>Poribus</a:t>
            </a:r>
            <a:r>
              <a:rPr lang="es-ES"/>
              <a:t> </a:t>
            </a:r>
            <a:r>
              <a:rPr lang="es-ES" err="1"/>
              <a:t>reiciis</a:t>
            </a:r>
            <a:r>
              <a:rPr lang="es-ES"/>
              <a:t> </a:t>
            </a:r>
            <a:r>
              <a:rPr lang="es-ES" err="1"/>
              <a:t>conseque</a:t>
            </a:r>
            <a:endParaRPr lang="es-ES"/>
          </a:p>
        </p:txBody>
      </p:sp>
      <p:sp>
        <p:nvSpPr>
          <p:cNvPr id="19" name="Marcador de posición de imagen 7">
            <a:extLst>
              <a:ext uri="{FF2B5EF4-FFF2-40B4-BE49-F238E27FC236}">
                <a16:creationId xmlns:a16="http://schemas.microsoft.com/office/drawing/2014/main" id="{3780FA98-8A2D-4AB0-BCB7-3AF138C66FF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15351" y="1709736"/>
            <a:ext cx="2400300" cy="2400300"/>
          </a:xfrm>
          <a:solidFill>
            <a:schemeClr val="bg1">
              <a:lumMod val="95000"/>
            </a:schemeClr>
          </a:solidFill>
          <a:ln w="12700">
            <a:solidFill>
              <a:srgbClr val="FF3228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27" name="Marcador de posición de imagen 7">
            <a:extLst>
              <a:ext uri="{FF2B5EF4-FFF2-40B4-BE49-F238E27FC236}">
                <a16:creationId xmlns:a16="http://schemas.microsoft.com/office/drawing/2014/main" id="{FEE1D50D-9EF5-4E4F-80DA-C1B76144758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4113794" y="1709736"/>
            <a:ext cx="2400300" cy="2400300"/>
          </a:xfrm>
          <a:solidFill>
            <a:schemeClr val="bg1">
              <a:lumMod val="95000"/>
            </a:schemeClr>
          </a:solidFill>
          <a:ln w="12700">
            <a:solidFill>
              <a:srgbClr val="FF3228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28" name="Marcador de posición de imagen 7">
            <a:extLst>
              <a:ext uri="{FF2B5EF4-FFF2-40B4-BE49-F238E27FC236}">
                <a16:creationId xmlns:a16="http://schemas.microsoft.com/office/drawing/2014/main" id="{5CDBB068-7FD6-4104-9FBE-1725202273B5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7312237" y="1709736"/>
            <a:ext cx="2400300" cy="2400300"/>
          </a:xfrm>
          <a:solidFill>
            <a:schemeClr val="bg1">
              <a:lumMod val="95000"/>
            </a:schemeClr>
          </a:solidFill>
          <a:ln w="12700">
            <a:solidFill>
              <a:srgbClr val="FF3228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29" name="Marcador de posición de imagen 7">
            <a:extLst>
              <a:ext uri="{FF2B5EF4-FFF2-40B4-BE49-F238E27FC236}">
                <a16:creationId xmlns:a16="http://schemas.microsoft.com/office/drawing/2014/main" id="{3C9FEC0F-2668-4B32-85C4-26004524F8C9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10510680" y="1709736"/>
            <a:ext cx="2400300" cy="2400300"/>
          </a:xfrm>
          <a:solidFill>
            <a:schemeClr val="bg1">
              <a:lumMod val="95000"/>
            </a:schemeClr>
          </a:solidFill>
          <a:ln w="12700">
            <a:solidFill>
              <a:srgbClr val="FF3228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E710E39C-7B7A-43D3-8B05-6DA983FD1A78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B005B2D1-880E-4846-A216-7D6770BA1332}" type="slidenum">
              <a:rPr lang="es-ES" smtClean="0"/>
              <a:pPr/>
              <a:t>‹#›</a:t>
            </a:fld>
            <a:endParaRPr lang="es-ES"/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EFD41441-FCE1-4F3D-A0ED-1BF629F539E9}"/>
              </a:ext>
            </a:extLst>
          </p:cNvPr>
          <p:cNvSpPr txBox="1"/>
          <p:nvPr userDrawn="1"/>
        </p:nvSpPr>
        <p:spPr>
          <a:xfrm>
            <a:off x="812568" y="7772943"/>
            <a:ext cx="4043094" cy="2400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960">
                <a:solidFill>
                  <a:srgbClr val="333333"/>
                </a:solidFill>
                <a:latin typeface="Century Gothic" panose="020B0502020202020204" pitchFamily="34" charset="0"/>
              </a:rPr>
              <a:t>© Copyright Universidad Europea. Todos los derechos reservados</a:t>
            </a:r>
            <a:endParaRPr lang="es-ES"/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2143B8ED-23C6-4860-B284-E110999C427E}"/>
              </a:ext>
            </a:extLst>
          </p:cNvPr>
          <p:cNvSpPr/>
          <p:nvPr userDrawn="1"/>
        </p:nvSpPr>
        <p:spPr>
          <a:xfrm>
            <a:off x="13723938" y="7543800"/>
            <a:ext cx="384969" cy="384969"/>
          </a:xfrm>
          <a:prstGeom prst="rect">
            <a:avLst/>
          </a:prstGeom>
          <a:solidFill>
            <a:srgbClr val="FF32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21" name="Gráfico 20">
            <a:extLst>
              <a:ext uri="{FF2B5EF4-FFF2-40B4-BE49-F238E27FC236}">
                <a16:creationId xmlns:a16="http://schemas.microsoft.com/office/drawing/2014/main" id="{65BC441D-1CA2-4DBF-BA8D-07C4683C6D1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06463" y="332974"/>
            <a:ext cx="1400054" cy="38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336206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+ imagen columnas 0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C4749420-973A-4342-AEE0-ECC11A60801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4630399" cy="8229599"/>
          </a:xfrm>
          <a:prstGeom prst="rect">
            <a:avLst/>
          </a:prstGeom>
        </p:spPr>
      </p:pic>
      <p:sp>
        <p:nvSpPr>
          <p:cNvPr id="7" name="Marcador de posición de imagen 7">
            <a:extLst>
              <a:ext uri="{FF2B5EF4-FFF2-40B4-BE49-F238E27FC236}">
                <a16:creationId xmlns:a16="http://schemas.microsoft.com/office/drawing/2014/main" id="{2B6BD71C-4096-4F82-8DB0-FF443C8725EC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3314744" y="1716881"/>
            <a:ext cx="2400300" cy="2400300"/>
          </a:xfrm>
          <a:solidFill>
            <a:schemeClr val="bg1">
              <a:lumMod val="95000"/>
            </a:schemeClr>
          </a:solidFill>
          <a:ln w="12700">
            <a:solidFill>
              <a:srgbClr val="FF3228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8" name="Marcador de posición de imagen 7">
            <a:extLst>
              <a:ext uri="{FF2B5EF4-FFF2-40B4-BE49-F238E27FC236}">
                <a16:creationId xmlns:a16="http://schemas.microsoft.com/office/drawing/2014/main" id="{483706D3-653E-403B-8883-D2CF39104E31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5715044" y="4112419"/>
            <a:ext cx="2400300" cy="2400300"/>
          </a:xfrm>
          <a:solidFill>
            <a:schemeClr val="bg1">
              <a:lumMod val="95000"/>
            </a:schemeClr>
          </a:solidFill>
          <a:ln w="12700">
            <a:solidFill>
              <a:srgbClr val="FF3228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9" name="Marcador de posición de imagen 7">
            <a:extLst>
              <a:ext uri="{FF2B5EF4-FFF2-40B4-BE49-F238E27FC236}">
                <a16:creationId xmlns:a16="http://schemas.microsoft.com/office/drawing/2014/main" id="{1B580BCD-8739-47BD-9BF7-6D610A0289D5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8115344" y="1712119"/>
            <a:ext cx="2400300" cy="2400300"/>
          </a:xfrm>
          <a:solidFill>
            <a:schemeClr val="bg1">
              <a:lumMod val="95000"/>
            </a:schemeClr>
          </a:solidFill>
          <a:ln w="12700">
            <a:solidFill>
              <a:srgbClr val="FF3228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10" name="Marcador de posición de imagen 7">
            <a:extLst>
              <a:ext uri="{FF2B5EF4-FFF2-40B4-BE49-F238E27FC236}">
                <a16:creationId xmlns:a16="http://schemas.microsoft.com/office/drawing/2014/main" id="{72D9053C-B7C1-4079-97C4-CD577398C91C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10515644" y="4112419"/>
            <a:ext cx="2400300" cy="2400300"/>
          </a:xfrm>
          <a:solidFill>
            <a:schemeClr val="bg1">
              <a:lumMod val="95000"/>
            </a:schemeClr>
          </a:solidFill>
          <a:ln w="12700">
            <a:solidFill>
              <a:srgbClr val="FF3228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11" name="Marcador de texto 17">
            <a:extLst>
              <a:ext uri="{FF2B5EF4-FFF2-40B4-BE49-F238E27FC236}">
                <a16:creationId xmlns:a16="http://schemas.microsoft.com/office/drawing/2014/main" id="{02BEB712-9524-436F-8DB0-E7213F8A66A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06463" y="2679612"/>
            <a:ext cx="2020445" cy="1047961"/>
          </a:xfrm>
        </p:spPr>
        <p:txBody>
          <a:bodyPr lIns="0">
            <a:noAutofit/>
          </a:bodyPr>
          <a:lstStyle>
            <a:lvl1pPr marL="0" indent="0">
              <a:lnSpc>
                <a:spcPts val="1700"/>
              </a:lnSpc>
              <a:spcBef>
                <a:spcPts val="900"/>
              </a:spcBef>
              <a:buNone/>
              <a:defRPr sz="1440" b="0">
                <a:solidFill>
                  <a:srgbClr val="1E1E1E"/>
                </a:solidFill>
              </a:defRPr>
            </a:lvl1pPr>
          </a:lstStyle>
          <a:p>
            <a:pPr lvl="0"/>
            <a:r>
              <a:rPr lang="es-ES" err="1"/>
              <a:t>Conempo</a:t>
            </a:r>
            <a:r>
              <a:rPr lang="es-ES"/>
              <a:t> </a:t>
            </a:r>
            <a:r>
              <a:rPr lang="es-ES" err="1"/>
              <a:t>ribusameniminincil</a:t>
            </a:r>
            <a:r>
              <a:rPr lang="es-ES"/>
              <a:t> </a:t>
            </a:r>
            <a:r>
              <a:rPr lang="es-ES" err="1"/>
              <a:t>molupta</a:t>
            </a:r>
            <a:r>
              <a:rPr lang="es-ES"/>
              <a:t> </a:t>
            </a:r>
            <a:r>
              <a:rPr lang="es-ES" err="1"/>
              <a:t>tia</a:t>
            </a:r>
            <a:r>
              <a:rPr lang="es-ES"/>
              <a:t>.</a:t>
            </a:r>
          </a:p>
        </p:txBody>
      </p:sp>
      <p:sp>
        <p:nvSpPr>
          <p:cNvPr id="17" name="Marcador de texto 17">
            <a:extLst>
              <a:ext uri="{FF2B5EF4-FFF2-40B4-BE49-F238E27FC236}">
                <a16:creationId xmlns:a16="http://schemas.microsoft.com/office/drawing/2014/main" id="{7826BE1C-13DA-464E-9EE4-E768156895E6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102880" y="2221542"/>
            <a:ext cx="1867076" cy="420059"/>
          </a:xfrm>
        </p:spPr>
        <p:txBody>
          <a:bodyPr lIns="0">
            <a:noAutofit/>
          </a:bodyPr>
          <a:lstStyle>
            <a:lvl1pPr marL="0" indent="0">
              <a:lnSpc>
                <a:spcPts val="2400"/>
              </a:lnSpc>
              <a:spcBef>
                <a:spcPts val="900"/>
              </a:spcBef>
              <a:buNone/>
              <a:defRPr sz="2200" b="1">
                <a:solidFill>
                  <a:srgbClr val="1E1E1E"/>
                </a:solidFill>
              </a:defRPr>
            </a:lvl1pPr>
          </a:lstStyle>
          <a:p>
            <a:pPr lvl="0"/>
            <a:r>
              <a:rPr lang="es-ES" err="1"/>
              <a:t>Lorem</a:t>
            </a:r>
            <a:endParaRPr lang="es-ES"/>
          </a:p>
        </p:txBody>
      </p:sp>
      <p:sp>
        <p:nvSpPr>
          <p:cNvPr id="18" name="Marcador de texto 17">
            <a:extLst>
              <a:ext uri="{FF2B5EF4-FFF2-40B4-BE49-F238E27FC236}">
                <a16:creationId xmlns:a16="http://schemas.microsoft.com/office/drawing/2014/main" id="{C2E72049-4AE4-4147-A3CB-8F026BC5AAB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914444" y="2221543"/>
            <a:ext cx="2020445" cy="420058"/>
          </a:xfrm>
        </p:spPr>
        <p:txBody>
          <a:bodyPr lIns="0">
            <a:noAutofit/>
          </a:bodyPr>
          <a:lstStyle>
            <a:lvl1pPr marL="0" indent="0">
              <a:lnSpc>
                <a:spcPts val="2400"/>
              </a:lnSpc>
              <a:spcBef>
                <a:spcPts val="900"/>
              </a:spcBef>
              <a:buNone/>
              <a:defRPr sz="2200" b="1">
                <a:solidFill>
                  <a:srgbClr val="1E1E1E"/>
                </a:solidFill>
              </a:defRPr>
            </a:lvl1pPr>
          </a:lstStyle>
          <a:p>
            <a:pPr lvl="0"/>
            <a:r>
              <a:rPr lang="es-ES" err="1"/>
              <a:t>Lorem</a:t>
            </a:r>
            <a:endParaRPr lang="es-ES"/>
          </a:p>
        </p:txBody>
      </p:sp>
      <p:sp>
        <p:nvSpPr>
          <p:cNvPr id="19" name="Marcador de texto 17">
            <a:extLst>
              <a:ext uri="{FF2B5EF4-FFF2-40B4-BE49-F238E27FC236}">
                <a16:creationId xmlns:a16="http://schemas.microsoft.com/office/drawing/2014/main" id="{596D7099-6EBD-4045-A8C4-1A6A6EA8708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700820" y="4412536"/>
            <a:ext cx="1864602" cy="452975"/>
          </a:xfrm>
        </p:spPr>
        <p:txBody>
          <a:bodyPr lIns="0">
            <a:noAutofit/>
          </a:bodyPr>
          <a:lstStyle>
            <a:lvl1pPr marL="0" indent="0">
              <a:lnSpc>
                <a:spcPts val="2400"/>
              </a:lnSpc>
              <a:spcBef>
                <a:spcPts val="900"/>
              </a:spcBef>
              <a:buNone/>
              <a:defRPr sz="2200" b="1">
                <a:solidFill>
                  <a:srgbClr val="1E1E1E"/>
                </a:solidFill>
              </a:defRPr>
            </a:lvl1pPr>
          </a:lstStyle>
          <a:p>
            <a:pPr lvl="0"/>
            <a:r>
              <a:rPr lang="es-ES" err="1"/>
              <a:t>Lorem</a:t>
            </a:r>
            <a:endParaRPr lang="es-ES"/>
          </a:p>
        </p:txBody>
      </p:sp>
      <p:sp>
        <p:nvSpPr>
          <p:cNvPr id="20" name="Marcador de texto 17">
            <a:extLst>
              <a:ext uri="{FF2B5EF4-FFF2-40B4-BE49-F238E27FC236}">
                <a16:creationId xmlns:a16="http://schemas.microsoft.com/office/drawing/2014/main" id="{A28AD329-F597-40A3-B151-EB8880A9F01F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503180" y="4412536"/>
            <a:ext cx="1864602" cy="452975"/>
          </a:xfrm>
        </p:spPr>
        <p:txBody>
          <a:bodyPr lIns="0">
            <a:noAutofit/>
          </a:bodyPr>
          <a:lstStyle>
            <a:lvl1pPr marL="0" indent="0">
              <a:lnSpc>
                <a:spcPts val="2400"/>
              </a:lnSpc>
              <a:spcBef>
                <a:spcPts val="900"/>
              </a:spcBef>
              <a:buNone/>
              <a:defRPr sz="2200" b="1">
                <a:solidFill>
                  <a:srgbClr val="1E1E1E"/>
                </a:solidFill>
              </a:defRPr>
            </a:lvl1pPr>
          </a:lstStyle>
          <a:p>
            <a:pPr lvl="0"/>
            <a:r>
              <a:rPr lang="es-ES" err="1"/>
              <a:t>Lorem</a:t>
            </a:r>
            <a:endParaRPr lang="es-ES"/>
          </a:p>
        </p:txBody>
      </p:sp>
      <p:sp>
        <p:nvSpPr>
          <p:cNvPr id="21" name="Marcador de texto 17">
            <a:extLst>
              <a:ext uri="{FF2B5EF4-FFF2-40B4-BE49-F238E27FC236}">
                <a16:creationId xmlns:a16="http://schemas.microsoft.com/office/drawing/2014/main" id="{AD435A95-D6D1-4231-9A3E-4617CF482278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700820" y="4862724"/>
            <a:ext cx="1864602" cy="1047961"/>
          </a:xfrm>
        </p:spPr>
        <p:txBody>
          <a:bodyPr lIns="0">
            <a:noAutofit/>
          </a:bodyPr>
          <a:lstStyle>
            <a:lvl1pPr marL="0" indent="0">
              <a:lnSpc>
                <a:spcPts val="1700"/>
              </a:lnSpc>
              <a:spcBef>
                <a:spcPts val="900"/>
              </a:spcBef>
              <a:buNone/>
              <a:defRPr sz="1440" b="0">
                <a:solidFill>
                  <a:srgbClr val="1E1E1E"/>
                </a:solidFill>
              </a:defRPr>
            </a:lvl1pPr>
          </a:lstStyle>
          <a:p>
            <a:pPr lvl="0"/>
            <a:r>
              <a:rPr lang="es-ES" err="1"/>
              <a:t>Conempo</a:t>
            </a:r>
            <a:r>
              <a:rPr lang="es-ES"/>
              <a:t> </a:t>
            </a:r>
            <a:r>
              <a:rPr lang="es-ES" err="1"/>
              <a:t>ribusameniminincil</a:t>
            </a:r>
            <a:r>
              <a:rPr lang="es-ES"/>
              <a:t> </a:t>
            </a:r>
            <a:r>
              <a:rPr lang="es-ES" err="1"/>
              <a:t>molupta</a:t>
            </a:r>
            <a:r>
              <a:rPr lang="es-ES"/>
              <a:t> </a:t>
            </a:r>
            <a:r>
              <a:rPr lang="es-ES" err="1"/>
              <a:t>tia</a:t>
            </a:r>
            <a:r>
              <a:rPr lang="es-ES"/>
              <a:t>.</a:t>
            </a:r>
          </a:p>
        </p:txBody>
      </p:sp>
      <p:sp>
        <p:nvSpPr>
          <p:cNvPr id="22" name="Marcador de texto 17">
            <a:extLst>
              <a:ext uri="{FF2B5EF4-FFF2-40B4-BE49-F238E27FC236}">
                <a16:creationId xmlns:a16="http://schemas.microsoft.com/office/drawing/2014/main" id="{27878A41-CB95-400B-AFDB-0C609F3E30AE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105354" y="2670563"/>
            <a:ext cx="1864602" cy="1047961"/>
          </a:xfrm>
        </p:spPr>
        <p:txBody>
          <a:bodyPr lIns="0">
            <a:noAutofit/>
          </a:bodyPr>
          <a:lstStyle>
            <a:lvl1pPr marL="0" indent="0">
              <a:lnSpc>
                <a:spcPts val="1700"/>
              </a:lnSpc>
              <a:spcBef>
                <a:spcPts val="900"/>
              </a:spcBef>
              <a:buNone/>
              <a:defRPr sz="1440" b="0">
                <a:solidFill>
                  <a:srgbClr val="1E1E1E"/>
                </a:solidFill>
              </a:defRPr>
            </a:lvl1pPr>
          </a:lstStyle>
          <a:p>
            <a:pPr lvl="0"/>
            <a:r>
              <a:rPr lang="es-ES" err="1"/>
              <a:t>Conempo</a:t>
            </a:r>
            <a:r>
              <a:rPr lang="es-ES"/>
              <a:t> </a:t>
            </a:r>
            <a:r>
              <a:rPr lang="es-ES" err="1"/>
              <a:t>ribusameniminincil</a:t>
            </a:r>
            <a:r>
              <a:rPr lang="es-ES"/>
              <a:t> </a:t>
            </a:r>
            <a:r>
              <a:rPr lang="es-ES" err="1"/>
              <a:t>molupta</a:t>
            </a:r>
            <a:r>
              <a:rPr lang="es-ES"/>
              <a:t> </a:t>
            </a:r>
            <a:r>
              <a:rPr lang="es-ES" err="1"/>
              <a:t>tia</a:t>
            </a:r>
            <a:r>
              <a:rPr lang="es-ES"/>
              <a:t>.</a:t>
            </a:r>
          </a:p>
        </p:txBody>
      </p:sp>
      <p:sp>
        <p:nvSpPr>
          <p:cNvPr id="23" name="Marcador de texto 17">
            <a:extLst>
              <a:ext uri="{FF2B5EF4-FFF2-40B4-BE49-F238E27FC236}">
                <a16:creationId xmlns:a16="http://schemas.microsoft.com/office/drawing/2014/main" id="{DEA2B6A7-2652-47AE-9512-6EAE447D7884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927818" y="2992195"/>
            <a:ext cx="1864602" cy="903634"/>
          </a:xfrm>
        </p:spPr>
        <p:txBody>
          <a:bodyPr lIns="0">
            <a:noAutofit/>
          </a:bodyPr>
          <a:lstStyle>
            <a:lvl1pPr marL="0" indent="0">
              <a:lnSpc>
                <a:spcPts val="1700"/>
              </a:lnSpc>
              <a:spcBef>
                <a:spcPts val="900"/>
              </a:spcBef>
              <a:buNone/>
              <a:defRPr sz="1440" b="0">
                <a:solidFill>
                  <a:srgbClr val="1E1E1E"/>
                </a:solidFill>
              </a:defRPr>
            </a:lvl1pPr>
          </a:lstStyle>
          <a:p>
            <a:pPr lvl="0"/>
            <a:r>
              <a:rPr lang="es-ES" err="1"/>
              <a:t>Conempo</a:t>
            </a:r>
            <a:r>
              <a:rPr lang="es-ES"/>
              <a:t> </a:t>
            </a:r>
            <a:r>
              <a:rPr lang="es-ES" err="1"/>
              <a:t>ribusameniminincil</a:t>
            </a:r>
            <a:r>
              <a:rPr lang="es-ES"/>
              <a:t> </a:t>
            </a:r>
            <a:r>
              <a:rPr lang="es-ES" err="1"/>
              <a:t>molupta</a:t>
            </a:r>
            <a:r>
              <a:rPr lang="es-ES"/>
              <a:t> </a:t>
            </a:r>
            <a:r>
              <a:rPr lang="es-ES" err="1"/>
              <a:t>tia</a:t>
            </a:r>
            <a:r>
              <a:rPr lang="es-ES"/>
              <a:t>.</a:t>
            </a:r>
          </a:p>
        </p:txBody>
      </p:sp>
      <p:sp>
        <p:nvSpPr>
          <p:cNvPr id="24" name="Marcador de texto 17">
            <a:extLst>
              <a:ext uri="{FF2B5EF4-FFF2-40B4-BE49-F238E27FC236}">
                <a16:creationId xmlns:a16="http://schemas.microsoft.com/office/drawing/2014/main" id="{57D8A415-C600-4A55-BF6D-7DD69EBA7160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503180" y="4855864"/>
            <a:ext cx="1864602" cy="903634"/>
          </a:xfrm>
        </p:spPr>
        <p:txBody>
          <a:bodyPr lIns="0">
            <a:noAutofit/>
          </a:bodyPr>
          <a:lstStyle>
            <a:lvl1pPr marL="0" indent="0">
              <a:lnSpc>
                <a:spcPts val="1700"/>
              </a:lnSpc>
              <a:spcBef>
                <a:spcPts val="900"/>
              </a:spcBef>
              <a:buNone/>
              <a:defRPr sz="1440" b="0">
                <a:solidFill>
                  <a:srgbClr val="1E1E1E"/>
                </a:solidFill>
              </a:defRPr>
            </a:lvl1pPr>
          </a:lstStyle>
          <a:p>
            <a:pPr lvl="0"/>
            <a:r>
              <a:rPr lang="es-ES" err="1"/>
              <a:t>Conempo</a:t>
            </a:r>
            <a:r>
              <a:rPr lang="es-ES"/>
              <a:t> </a:t>
            </a:r>
            <a:r>
              <a:rPr lang="es-ES" err="1"/>
              <a:t>ribusameniminincil</a:t>
            </a:r>
            <a:r>
              <a:rPr lang="es-ES"/>
              <a:t> </a:t>
            </a:r>
            <a:r>
              <a:rPr lang="es-ES" err="1"/>
              <a:t>molupta</a:t>
            </a:r>
            <a:r>
              <a:rPr lang="es-ES"/>
              <a:t> </a:t>
            </a:r>
            <a:r>
              <a:rPr lang="es-ES" err="1"/>
              <a:t>tia</a:t>
            </a:r>
            <a:r>
              <a:rPr lang="es-ES"/>
              <a:t>.</a:t>
            </a:r>
          </a:p>
        </p:txBody>
      </p:sp>
      <p:sp>
        <p:nvSpPr>
          <p:cNvPr id="25" name="Marcador de posición de imagen 7">
            <a:extLst>
              <a:ext uri="{FF2B5EF4-FFF2-40B4-BE49-F238E27FC236}">
                <a16:creationId xmlns:a16="http://schemas.microsoft.com/office/drawing/2014/main" id="{BC0ED2C7-26B9-41CC-91AD-F983635A2AC7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914444" y="4112419"/>
            <a:ext cx="2400300" cy="2400300"/>
          </a:xfrm>
          <a:solidFill>
            <a:schemeClr val="bg1">
              <a:lumMod val="95000"/>
            </a:schemeClr>
          </a:solidFill>
          <a:ln w="12700">
            <a:solidFill>
              <a:srgbClr val="FF3228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27" name="Marcador de número de diapositiva 1">
            <a:extLst>
              <a:ext uri="{FF2B5EF4-FFF2-40B4-BE49-F238E27FC236}">
                <a16:creationId xmlns:a16="http://schemas.microsoft.com/office/drawing/2014/main" id="{55D377DC-1BD4-48F7-9F8B-253DBAC6D65D}"/>
              </a:ext>
            </a:extLst>
          </p:cNvPr>
          <p:cNvSpPr>
            <a:spLocks noGrp="1"/>
          </p:cNvSpPr>
          <p:nvPr>
            <p:ph type="sldNum" sz="quarter" idx="42"/>
          </p:nvPr>
        </p:nvSpPr>
        <p:spPr>
          <a:xfrm>
            <a:off x="7000489" y="7763089"/>
            <a:ext cx="629422" cy="395242"/>
          </a:xfrm>
        </p:spPr>
        <p:txBody>
          <a:bodyPr/>
          <a:lstStyle/>
          <a:p>
            <a:fld id="{B005B2D1-880E-4846-A216-7D6770BA1332}" type="slidenum">
              <a:rPr lang="es-ES" smtClean="0"/>
              <a:pPr/>
              <a:t>‹#›</a:t>
            </a:fld>
            <a:endParaRPr lang="es-ES"/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1455CCC6-D7A2-4FF0-AC4D-19A4B2C0357D}"/>
              </a:ext>
            </a:extLst>
          </p:cNvPr>
          <p:cNvSpPr txBox="1"/>
          <p:nvPr userDrawn="1"/>
        </p:nvSpPr>
        <p:spPr>
          <a:xfrm>
            <a:off x="812568" y="7772943"/>
            <a:ext cx="4043094" cy="2400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960">
                <a:solidFill>
                  <a:srgbClr val="333333"/>
                </a:solidFill>
                <a:latin typeface="Century Gothic" panose="020B0502020202020204" pitchFamily="34" charset="0"/>
              </a:rPr>
              <a:t>© Copyright Universidad Europea. Todos los derechos reservados</a:t>
            </a:r>
            <a:endParaRPr lang="es-ES"/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23B0E2CF-7B5F-4FF7-B687-252D0678CFB3}"/>
              </a:ext>
            </a:extLst>
          </p:cNvPr>
          <p:cNvSpPr/>
          <p:nvPr userDrawn="1"/>
        </p:nvSpPr>
        <p:spPr>
          <a:xfrm>
            <a:off x="13723938" y="7543800"/>
            <a:ext cx="384969" cy="384969"/>
          </a:xfrm>
          <a:prstGeom prst="rect">
            <a:avLst/>
          </a:prstGeom>
          <a:solidFill>
            <a:srgbClr val="FF32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0" name="Marcador de texto 17">
            <a:extLst>
              <a:ext uri="{FF2B5EF4-FFF2-40B4-BE49-F238E27FC236}">
                <a16:creationId xmlns:a16="http://schemas.microsoft.com/office/drawing/2014/main" id="{F163992A-DF44-4D05-8EDB-A335469ABEF3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0927818" y="2221542"/>
            <a:ext cx="1867076" cy="420059"/>
          </a:xfrm>
        </p:spPr>
        <p:txBody>
          <a:bodyPr lIns="0">
            <a:noAutofit/>
          </a:bodyPr>
          <a:lstStyle>
            <a:lvl1pPr marL="0" indent="0">
              <a:lnSpc>
                <a:spcPts val="2400"/>
              </a:lnSpc>
              <a:spcBef>
                <a:spcPts val="900"/>
              </a:spcBef>
              <a:buNone/>
              <a:defRPr sz="2200" b="1">
                <a:solidFill>
                  <a:srgbClr val="1E1E1E"/>
                </a:solidFill>
              </a:defRPr>
            </a:lvl1pPr>
          </a:lstStyle>
          <a:p>
            <a:pPr lvl="0"/>
            <a:r>
              <a:rPr lang="es-ES" err="1"/>
              <a:t>Lorem</a:t>
            </a:r>
            <a:endParaRPr lang="es-ES"/>
          </a:p>
        </p:txBody>
      </p:sp>
      <p:pic>
        <p:nvPicPr>
          <p:cNvPr id="31" name="Gráfico 30">
            <a:extLst>
              <a:ext uri="{FF2B5EF4-FFF2-40B4-BE49-F238E27FC236}">
                <a16:creationId xmlns:a16="http://schemas.microsoft.com/office/drawing/2014/main" id="{C28FE2A7-9CDA-44EF-AE7C-DC54CC00489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06463" y="332974"/>
            <a:ext cx="1400054" cy="38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064733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l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BE9038AD-4F25-484C-9C95-556EBB4B895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630399" cy="8229600"/>
          </a:xfrm>
          <a:prstGeom prst="rect">
            <a:avLst/>
          </a:prstGeom>
        </p:spPr>
      </p:pic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C28975C6-F89B-46A1-8ECE-1CE87E0387F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05B2D1-880E-4846-A216-7D6770BA1332}" type="slidenum">
              <a:rPr lang="es-ES" smtClean="0"/>
              <a:pPr/>
              <a:t>‹#›</a:t>
            </a:fld>
            <a:endParaRPr lang="es-ES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0486D824-9395-4AA4-A4E6-32321C8C2AC5}"/>
              </a:ext>
            </a:extLst>
          </p:cNvPr>
          <p:cNvSpPr txBox="1"/>
          <p:nvPr userDrawn="1"/>
        </p:nvSpPr>
        <p:spPr>
          <a:xfrm>
            <a:off x="812568" y="7772943"/>
            <a:ext cx="4043094" cy="2400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960">
                <a:solidFill>
                  <a:srgbClr val="333333"/>
                </a:solidFill>
                <a:latin typeface="Century Gothic" panose="020B0502020202020204" pitchFamily="34" charset="0"/>
              </a:rPr>
              <a:t>© Copyright Universidad Europea. Todos los derechos reservados</a:t>
            </a:r>
            <a:endParaRPr lang="es-ES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77A419E7-3AC3-4FD2-8114-8904F031B63C}"/>
              </a:ext>
            </a:extLst>
          </p:cNvPr>
          <p:cNvSpPr/>
          <p:nvPr userDrawn="1"/>
        </p:nvSpPr>
        <p:spPr>
          <a:xfrm>
            <a:off x="13723938" y="7543800"/>
            <a:ext cx="384969" cy="384969"/>
          </a:xfrm>
          <a:prstGeom prst="rect">
            <a:avLst/>
          </a:prstGeom>
          <a:solidFill>
            <a:srgbClr val="FF32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" name="Marcador de posición de imagen 7">
            <a:extLst>
              <a:ext uri="{FF2B5EF4-FFF2-40B4-BE49-F238E27FC236}">
                <a16:creationId xmlns:a16="http://schemas.microsoft.com/office/drawing/2014/main" id="{AAE88CC5-4677-4714-84F3-21D91E0FC00F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10514947" y="4114800"/>
            <a:ext cx="2400300" cy="2400300"/>
          </a:xfrm>
          <a:solidFill>
            <a:schemeClr val="bg1">
              <a:lumMod val="95000"/>
            </a:schemeClr>
          </a:solidFill>
          <a:ln w="12700">
            <a:solidFill>
              <a:srgbClr val="FF3228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10" name="Marcador de posición de imagen 7">
            <a:extLst>
              <a:ext uri="{FF2B5EF4-FFF2-40B4-BE49-F238E27FC236}">
                <a16:creationId xmlns:a16="http://schemas.microsoft.com/office/drawing/2014/main" id="{2B61235B-D928-4119-BD1E-B6FF4B4CF92A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4113074" y="4114800"/>
            <a:ext cx="3202126" cy="2400300"/>
          </a:xfrm>
          <a:solidFill>
            <a:schemeClr val="bg1">
              <a:lumMod val="95000"/>
            </a:schemeClr>
          </a:solidFill>
          <a:ln w="12700">
            <a:solidFill>
              <a:srgbClr val="FF3228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11" name="Marcador de posición de imagen 7">
            <a:extLst>
              <a:ext uri="{FF2B5EF4-FFF2-40B4-BE49-F238E27FC236}">
                <a16:creationId xmlns:a16="http://schemas.microsoft.com/office/drawing/2014/main" id="{B8938292-5682-4E13-BED5-423F843591F7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4903975" y="1714500"/>
            <a:ext cx="3202126" cy="2400300"/>
          </a:xfrm>
          <a:solidFill>
            <a:schemeClr val="bg1">
              <a:lumMod val="95000"/>
            </a:schemeClr>
          </a:solidFill>
          <a:ln w="12700">
            <a:solidFill>
              <a:srgbClr val="FF3228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12" name="Marcador de posición de imagen 7">
            <a:extLst>
              <a:ext uri="{FF2B5EF4-FFF2-40B4-BE49-F238E27FC236}">
                <a16:creationId xmlns:a16="http://schemas.microsoft.com/office/drawing/2014/main" id="{28DCFB5F-D0E2-4D64-9DCE-B4916B44634B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7312821" y="4913312"/>
            <a:ext cx="3202126" cy="2400300"/>
          </a:xfrm>
          <a:solidFill>
            <a:schemeClr val="bg1">
              <a:lumMod val="95000"/>
            </a:schemeClr>
          </a:solidFill>
          <a:ln w="12700">
            <a:solidFill>
              <a:srgbClr val="FF3228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13" name="Marcador de posición de imagen 7">
            <a:extLst>
              <a:ext uri="{FF2B5EF4-FFF2-40B4-BE49-F238E27FC236}">
                <a16:creationId xmlns:a16="http://schemas.microsoft.com/office/drawing/2014/main" id="{8DA2106E-067F-447B-B878-CE7CA1C20467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10514947" y="1714500"/>
            <a:ext cx="3202126" cy="2400300"/>
          </a:xfrm>
          <a:solidFill>
            <a:schemeClr val="bg1">
              <a:lumMod val="95000"/>
            </a:schemeClr>
          </a:solidFill>
          <a:ln w="12700">
            <a:solidFill>
              <a:srgbClr val="FF3228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14" name="Marcador de posición de imagen 7">
            <a:extLst>
              <a:ext uri="{FF2B5EF4-FFF2-40B4-BE49-F238E27FC236}">
                <a16:creationId xmlns:a16="http://schemas.microsoft.com/office/drawing/2014/main" id="{33664C4B-3043-462E-8507-E1E80D9C8494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8106101" y="915988"/>
            <a:ext cx="2411600" cy="3997324"/>
          </a:xfrm>
          <a:solidFill>
            <a:schemeClr val="bg1">
              <a:lumMod val="95000"/>
            </a:schemeClr>
          </a:solidFill>
          <a:ln w="12700">
            <a:solidFill>
              <a:srgbClr val="FF3228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15" name="Marcador de posición de imagen 7">
            <a:extLst>
              <a:ext uri="{FF2B5EF4-FFF2-40B4-BE49-F238E27FC236}">
                <a16:creationId xmlns:a16="http://schemas.microsoft.com/office/drawing/2014/main" id="{343CE43E-28E9-477C-A5E5-C851AD230074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1702785" y="1714500"/>
            <a:ext cx="2411600" cy="3997324"/>
          </a:xfrm>
          <a:solidFill>
            <a:schemeClr val="bg1">
              <a:lumMod val="95000"/>
            </a:schemeClr>
          </a:solidFill>
          <a:ln w="12700">
            <a:solidFill>
              <a:srgbClr val="FF3228"/>
            </a:solidFill>
          </a:ln>
        </p:spPr>
        <p:txBody>
          <a:bodyPr/>
          <a:lstStyle/>
          <a:p>
            <a:endParaRPr lang="es-ES"/>
          </a:p>
        </p:txBody>
      </p:sp>
      <p:pic>
        <p:nvPicPr>
          <p:cNvPr id="16" name="Gráfico 15">
            <a:extLst>
              <a:ext uri="{FF2B5EF4-FFF2-40B4-BE49-F238E27FC236}">
                <a16:creationId xmlns:a16="http://schemas.microsoft.com/office/drawing/2014/main" id="{5B12E5B8-D748-4E62-BC7E-C6BC70F186C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06463" y="332974"/>
            <a:ext cx="1400054" cy="38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8003659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n colum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03E83959-CC60-4784-8801-76D3F62B8AC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630399" cy="8229600"/>
          </a:xfrm>
          <a:prstGeom prst="rect">
            <a:avLst/>
          </a:prstGeom>
        </p:spPr>
      </p:pic>
      <p:sp>
        <p:nvSpPr>
          <p:cNvPr id="12" name="Marcador de texto 17">
            <a:extLst>
              <a:ext uri="{FF2B5EF4-FFF2-40B4-BE49-F238E27FC236}">
                <a16:creationId xmlns:a16="http://schemas.microsoft.com/office/drawing/2014/main" id="{DA10493C-84F1-4EEE-AC24-47D0D50A078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06463" y="6796000"/>
            <a:ext cx="2424638" cy="373062"/>
          </a:xfrm>
        </p:spPr>
        <p:txBody>
          <a:bodyPr lIns="0">
            <a:noAutofit/>
          </a:bodyPr>
          <a:lstStyle>
            <a:lvl1pPr marL="0" indent="0">
              <a:lnSpc>
                <a:spcPts val="1700"/>
              </a:lnSpc>
              <a:spcBef>
                <a:spcPts val="900"/>
              </a:spcBef>
              <a:buNone/>
              <a:defRPr sz="2200" b="1">
                <a:solidFill>
                  <a:srgbClr val="1E1E1E"/>
                </a:solidFill>
              </a:defRPr>
            </a:lvl1pPr>
          </a:lstStyle>
          <a:p>
            <a:pPr lvl="0"/>
            <a:r>
              <a:rPr lang="es-ES" err="1"/>
              <a:t>Lorem</a:t>
            </a:r>
            <a:endParaRPr lang="es-ES"/>
          </a:p>
        </p:txBody>
      </p:sp>
      <p:sp>
        <p:nvSpPr>
          <p:cNvPr id="19" name="Marcador de posición de imagen 7">
            <a:extLst>
              <a:ext uri="{FF2B5EF4-FFF2-40B4-BE49-F238E27FC236}">
                <a16:creationId xmlns:a16="http://schemas.microsoft.com/office/drawing/2014/main" id="{3780FA98-8A2D-4AB0-BCB7-3AF138C66FF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15809" y="3311789"/>
            <a:ext cx="2400300" cy="3200400"/>
          </a:xfrm>
          <a:solidFill>
            <a:schemeClr val="bg1">
              <a:lumMod val="95000"/>
            </a:schemeClr>
          </a:solidFill>
          <a:ln w="12700">
            <a:solidFill>
              <a:srgbClr val="FF3228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27" name="Marcador de posición de imagen 7">
            <a:extLst>
              <a:ext uri="{FF2B5EF4-FFF2-40B4-BE49-F238E27FC236}">
                <a16:creationId xmlns:a16="http://schemas.microsoft.com/office/drawing/2014/main" id="{9B7EE6F7-5DD1-4328-A105-7EE021AF7520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4115253" y="3311789"/>
            <a:ext cx="2400300" cy="3200400"/>
          </a:xfrm>
          <a:solidFill>
            <a:schemeClr val="bg1">
              <a:lumMod val="95000"/>
            </a:schemeClr>
          </a:solidFill>
          <a:ln w="12700">
            <a:solidFill>
              <a:srgbClr val="FF3228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28" name="Marcador de texto 17">
            <a:extLst>
              <a:ext uri="{FF2B5EF4-FFF2-40B4-BE49-F238E27FC236}">
                <a16:creationId xmlns:a16="http://schemas.microsoft.com/office/drawing/2014/main" id="{4A82BA9A-73BC-4751-94CD-B4947A2EC9D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110081" y="6796000"/>
            <a:ext cx="2424638" cy="373062"/>
          </a:xfrm>
        </p:spPr>
        <p:txBody>
          <a:bodyPr lIns="0">
            <a:noAutofit/>
          </a:bodyPr>
          <a:lstStyle>
            <a:lvl1pPr marL="0" indent="0">
              <a:lnSpc>
                <a:spcPts val="1700"/>
              </a:lnSpc>
              <a:spcBef>
                <a:spcPts val="900"/>
              </a:spcBef>
              <a:buNone/>
              <a:defRPr sz="2200" b="1">
                <a:solidFill>
                  <a:srgbClr val="1E1E1E"/>
                </a:solidFill>
              </a:defRPr>
            </a:lvl1pPr>
          </a:lstStyle>
          <a:p>
            <a:pPr lvl="0"/>
            <a:r>
              <a:rPr lang="es-ES" err="1"/>
              <a:t>Lorem</a:t>
            </a:r>
            <a:endParaRPr lang="es-ES"/>
          </a:p>
        </p:txBody>
      </p:sp>
      <p:sp>
        <p:nvSpPr>
          <p:cNvPr id="29" name="Marcador de texto 17">
            <a:extLst>
              <a:ext uri="{FF2B5EF4-FFF2-40B4-BE49-F238E27FC236}">
                <a16:creationId xmlns:a16="http://schemas.microsoft.com/office/drawing/2014/main" id="{33529615-CAB1-40F7-910D-B5988DA2A4F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313699" y="6796000"/>
            <a:ext cx="2424638" cy="373062"/>
          </a:xfrm>
        </p:spPr>
        <p:txBody>
          <a:bodyPr lIns="0">
            <a:noAutofit/>
          </a:bodyPr>
          <a:lstStyle>
            <a:lvl1pPr marL="0" indent="0">
              <a:lnSpc>
                <a:spcPts val="1700"/>
              </a:lnSpc>
              <a:spcBef>
                <a:spcPts val="900"/>
              </a:spcBef>
              <a:buNone/>
              <a:defRPr sz="2200" b="1">
                <a:solidFill>
                  <a:srgbClr val="1E1E1E"/>
                </a:solidFill>
              </a:defRPr>
            </a:lvl1pPr>
          </a:lstStyle>
          <a:p>
            <a:pPr lvl="0"/>
            <a:r>
              <a:rPr lang="es-ES" err="1"/>
              <a:t>Lorem</a:t>
            </a:r>
            <a:endParaRPr lang="es-ES"/>
          </a:p>
        </p:txBody>
      </p:sp>
      <p:sp>
        <p:nvSpPr>
          <p:cNvPr id="30" name="Marcador de texto 17">
            <a:extLst>
              <a:ext uri="{FF2B5EF4-FFF2-40B4-BE49-F238E27FC236}">
                <a16:creationId xmlns:a16="http://schemas.microsoft.com/office/drawing/2014/main" id="{531B6A6B-EDF3-44B1-B8FD-71880D1D4A0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0517317" y="6796000"/>
            <a:ext cx="2424638" cy="373062"/>
          </a:xfrm>
        </p:spPr>
        <p:txBody>
          <a:bodyPr lIns="0">
            <a:noAutofit/>
          </a:bodyPr>
          <a:lstStyle>
            <a:lvl1pPr marL="0" indent="0">
              <a:lnSpc>
                <a:spcPts val="1700"/>
              </a:lnSpc>
              <a:spcBef>
                <a:spcPts val="900"/>
              </a:spcBef>
              <a:buNone/>
              <a:defRPr sz="2200" b="1">
                <a:solidFill>
                  <a:srgbClr val="1E1E1E"/>
                </a:solidFill>
              </a:defRPr>
            </a:lvl1pPr>
          </a:lstStyle>
          <a:p>
            <a:pPr lvl="0"/>
            <a:r>
              <a:rPr lang="es-ES" err="1"/>
              <a:t>Lorem</a:t>
            </a:r>
            <a:endParaRPr lang="es-ES"/>
          </a:p>
        </p:txBody>
      </p:sp>
      <p:sp>
        <p:nvSpPr>
          <p:cNvPr id="31" name="Marcador de posición de imagen 7">
            <a:extLst>
              <a:ext uri="{FF2B5EF4-FFF2-40B4-BE49-F238E27FC236}">
                <a16:creationId xmlns:a16="http://schemas.microsoft.com/office/drawing/2014/main" id="{ECAD0CE9-C014-473B-B81E-D00278C0EDA4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10514142" y="3311789"/>
            <a:ext cx="2400300" cy="3200400"/>
          </a:xfrm>
          <a:solidFill>
            <a:schemeClr val="bg1">
              <a:lumMod val="95000"/>
            </a:schemeClr>
          </a:solidFill>
          <a:ln w="12700">
            <a:solidFill>
              <a:srgbClr val="FF3228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32" name="Marcador de posición de imagen 7">
            <a:extLst>
              <a:ext uri="{FF2B5EF4-FFF2-40B4-BE49-F238E27FC236}">
                <a16:creationId xmlns:a16="http://schemas.microsoft.com/office/drawing/2014/main" id="{72034AD0-67BB-4325-86C0-147FA927D81D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7314697" y="3311789"/>
            <a:ext cx="2400300" cy="3200400"/>
          </a:xfrm>
          <a:solidFill>
            <a:schemeClr val="bg1">
              <a:lumMod val="95000"/>
            </a:schemeClr>
          </a:solidFill>
          <a:ln w="12700">
            <a:solidFill>
              <a:srgbClr val="FF3228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33" name="Título 11">
            <a:extLst>
              <a:ext uri="{FF2B5EF4-FFF2-40B4-BE49-F238E27FC236}">
                <a16:creationId xmlns:a16="http://schemas.microsoft.com/office/drawing/2014/main" id="{D69F669D-28FA-4B0C-BB9C-7D685998EDE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06464" y="1694833"/>
            <a:ext cx="4240890" cy="625828"/>
          </a:xfrm>
        </p:spPr>
        <p:txBody>
          <a:bodyPr lIns="0">
            <a:noAutofit/>
          </a:bodyPr>
          <a:lstStyle>
            <a:lvl1pPr>
              <a:defRPr sz="4600"/>
            </a:lvl1pPr>
          </a:lstStyle>
          <a:p>
            <a:r>
              <a:rPr lang="es-ES" err="1"/>
              <a:t>Lorem</a:t>
            </a:r>
            <a:r>
              <a:rPr lang="es-ES"/>
              <a:t> </a:t>
            </a:r>
            <a:r>
              <a:rPr lang="es-ES" err="1"/>
              <a:t>ipsum</a:t>
            </a:r>
            <a:r>
              <a:rPr lang="es-ES"/>
              <a:t> dolor </a:t>
            </a:r>
            <a:r>
              <a:rPr lang="es-ES" err="1"/>
              <a:t>sit</a:t>
            </a:r>
            <a:endParaRPr lang="es-ES"/>
          </a:p>
        </p:txBody>
      </p:sp>
      <p:sp>
        <p:nvSpPr>
          <p:cNvPr id="16" name="Marcador de número de diapositiva 2">
            <a:extLst>
              <a:ext uri="{FF2B5EF4-FFF2-40B4-BE49-F238E27FC236}">
                <a16:creationId xmlns:a16="http://schemas.microsoft.com/office/drawing/2014/main" id="{E500FB5D-351F-4575-B7EF-810D1F51C88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7000489" y="7763089"/>
            <a:ext cx="629422" cy="395242"/>
          </a:xfrm>
        </p:spPr>
        <p:txBody>
          <a:bodyPr/>
          <a:lstStyle/>
          <a:p>
            <a:fld id="{B005B2D1-880E-4846-A216-7D6770BA1332}" type="slidenum">
              <a:rPr lang="es-ES" smtClean="0"/>
              <a:pPr/>
              <a:t>‹#›</a:t>
            </a:fld>
            <a:endParaRPr lang="es-ES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613F3599-100D-4EDE-B625-2E2870DC607E}"/>
              </a:ext>
            </a:extLst>
          </p:cNvPr>
          <p:cNvSpPr txBox="1"/>
          <p:nvPr userDrawn="1"/>
        </p:nvSpPr>
        <p:spPr>
          <a:xfrm>
            <a:off x="812568" y="7772943"/>
            <a:ext cx="4043094" cy="2400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960">
                <a:solidFill>
                  <a:srgbClr val="333333"/>
                </a:solidFill>
                <a:latin typeface="Century Gothic" panose="020B0502020202020204" pitchFamily="34" charset="0"/>
              </a:rPr>
              <a:t>© Copyright Universidad Europea. Todos los derechos reservados</a:t>
            </a:r>
            <a:endParaRPr lang="es-ES"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48FE9D57-2BEB-4433-B31D-D8E3AE3E3FAE}"/>
              </a:ext>
            </a:extLst>
          </p:cNvPr>
          <p:cNvSpPr/>
          <p:nvPr userDrawn="1"/>
        </p:nvSpPr>
        <p:spPr>
          <a:xfrm>
            <a:off x="13723938" y="7543800"/>
            <a:ext cx="384969" cy="384969"/>
          </a:xfrm>
          <a:prstGeom prst="rect">
            <a:avLst/>
          </a:prstGeom>
          <a:solidFill>
            <a:srgbClr val="FF32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22" name="Gráfico 21">
            <a:extLst>
              <a:ext uri="{FF2B5EF4-FFF2-40B4-BE49-F238E27FC236}">
                <a16:creationId xmlns:a16="http://schemas.microsoft.com/office/drawing/2014/main" id="{42EB7D3F-F701-4629-95CA-4222EB22828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06463" y="332974"/>
            <a:ext cx="1400054" cy="38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651354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1EDAE9AC-0B11-4609-A9F3-836E7EDB8CF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630399" cy="8229600"/>
          </a:xfrm>
          <a:prstGeom prst="rect">
            <a:avLst/>
          </a:prstGeom>
        </p:spPr>
      </p:pic>
      <p:sp>
        <p:nvSpPr>
          <p:cNvPr id="21" name="Título 11">
            <a:extLst>
              <a:ext uri="{FF2B5EF4-FFF2-40B4-BE49-F238E27FC236}">
                <a16:creationId xmlns:a16="http://schemas.microsoft.com/office/drawing/2014/main" id="{C35EAEC0-F4A2-4FAD-BDFC-45B79A41E2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06463" y="1552503"/>
            <a:ext cx="4811360" cy="1017545"/>
          </a:xfrm>
        </p:spPr>
        <p:txBody>
          <a:bodyPr lIns="0" anchor="t">
            <a:noAutofit/>
          </a:bodyPr>
          <a:lstStyle>
            <a:lvl1pPr>
              <a:defRPr sz="3600"/>
            </a:lvl1pPr>
          </a:lstStyle>
          <a:p>
            <a:r>
              <a:rPr lang="es-ES" err="1"/>
              <a:t>Lorem</a:t>
            </a:r>
            <a:r>
              <a:rPr lang="es-ES"/>
              <a:t> </a:t>
            </a:r>
            <a:r>
              <a:rPr lang="es-ES" err="1"/>
              <a:t>Ipsum</a:t>
            </a:r>
            <a:r>
              <a:rPr lang="es-ES"/>
              <a:t>,</a:t>
            </a:r>
            <a:br>
              <a:rPr lang="es-ES"/>
            </a:br>
            <a:r>
              <a:rPr lang="es-ES"/>
              <a:t>dolor </a:t>
            </a:r>
            <a:r>
              <a:rPr lang="es-ES" err="1"/>
              <a:t>est</a:t>
            </a:r>
            <a:endParaRPr lang="es-ES"/>
          </a:p>
        </p:txBody>
      </p:sp>
      <p:sp>
        <p:nvSpPr>
          <p:cNvPr id="24" name="Marcador de texto 17">
            <a:extLst>
              <a:ext uri="{FF2B5EF4-FFF2-40B4-BE49-F238E27FC236}">
                <a16:creationId xmlns:a16="http://schemas.microsoft.com/office/drawing/2014/main" id="{52C19EA0-FEE8-45CC-9FD5-DFBD52A4101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216985" y="3695700"/>
            <a:ext cx="2424638" cy="493526"/>
          </a:xfrm>
        </p:spPr>
        <p:txBody>
          <a:bodyPr lIns="0">
            <a:noAutofit/>
          </a:bodyPr>
          <a:lstStyle>
            <a:lvl1pPr marL="171450" indent="-17145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§"/>
              <a:defRPr sz="1050" b="0">
                <a:solidFill>
                  <a:srgbClr val="7D7878"/>
                </a:solidFill>
              </a:defRPr>
            </a:lvl1pPr>
          </a:lstStyle>
          <a:p>
            <a:pPr lvl="0"/>
            <a:r>
              <a:rPr lang="es-ES"/>
              <a:t>Campus </a:t>
            </a:r>
            <a:r>
              <a:rPr lang="es-ES" err="1"/>
              <a:t>Villaciciosa</a:t>
            </a:r>
            <a:r>
              <a:rPr lang="es-ES"/>
              <a:t> de Odón</a:t>
            </a:r>
          </a:p>
          <a:p>
            <a:pPr lvl="0"/>
            <a:r>
              <a:rPr lang="es-ES"/>
              <a:t>Campus </a:t>
            </a:r>
            <a:r>
              <a:rPr lang="es-ES" err="1"/>
              <a:t>Lorem</a:t>
            </a:r>
            <a:r>
              <a:rPr lang="es-ES"/>
              <a:t> </a:t>
            </a:r>
            <a:r>
              <a:rPr lang="es-ES" err="1"/>
              <a:t>Ipsum</a:t>
            </a:r>
            <a:endParaRPr lang="es-ES"/>
          </a:p>
        </p:txBody>
      </p:sp>
      <p:sp>
        <p:nvSpPr>
          <p:cNvPr id="31" name="Marcador de texto 17">
            <a:extLst>
              <a:ext uri="{FF2B5EF4-FFF2-40B4-BE49-F238E27FC236}">
                <a16:creationId xmlns:a16="http://schemas.microsoft.com/office/drawing/2014/main" id="{E91D8595-2E68-4BF7-8A44-C2F3954E16C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844669" y="3469818"/>
            <a:ext cx="2949354" cy="225882"/>
          </a:xfrm>
        </p:spPr>
        <p:txBody>
          <a:bodyPr lIns="0">
            <a:noAutofit/>
          </a:bodyPr>
          <a:lstStyle>
            <a:lvl1pPr marL="0" indent="0">
              <a:lnSpc>
                <a:spcPts val="1700"/>
              </a:lnSpc>
              <a:spcBef>
                <a:spcPts val="900"/>
              </a:spcBef>
              <a:buNone/>
              <a:defRPr sz="1400" b="1">
                <a:solidFill>
                  <a:srgbClr val="504B4B"/>
                </a:solidFill>
              </a:defRPr>
            </a:lvl1pPr>
          </a:lstStyle>
          <a:p>
            <a:pPr lvl="0"/>
            <a:r>
              <a:rPr lang="es-ES"/>
              <a:t>Universidad </a:t>
            </a:r>
            <a:r>
              <a:rPr lang="es-ES" err="1"/>
              <a:t>Euripea</a:t>
            </a:r>
            <a:r>
              <a:rPr lang="es-ES"/>
              <a:t> de Madrid</a:t>
            </a:r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0F56DA75-FAAD-482B-9A3D-89FD62DA8BC6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B005B2D1-880E-4846-A216-7D6770BA1332}" type="slidenum">
              <a:rPr lang="es-ES" smtClean="0"/>
              <a:pPr/>
              <a:t>‹#›</a:t>
            </a:fld>
            <a:endParaRPr lang="es-ES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043A20FD-3088-4C08-A896-40C73FCB5BA3}"/>
              </a:ext>
            </a:extLst>
          </p:cNvPr>
          <p:cNvSpPr txBox="1"/>
          <p:nvPr userDrawn="1"/>
        </p:nvSpPr>
        <p:spPr>
          <a:xfrm>
            <a:off x="432928" y="7772943"/>
            <a:ext cx="4043094" cy="2400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960">
                <a:solidFill>
                  <a:srgbClr val="1E1E1E"/>
                </a:solidFill>
                <a:latin typeface="Century Gothic" panose="020B0502020202020204" pitchFamily="34" charset="0"/>
              </a:rPr>
              <a:t>© Copyright Universidad Europea. Todos los derechos reservados</a:t>
            </a:r>
            <a:endParaRPr lang="es-ES">
              <a:solidFill>
                <a:srgbClr val="1E1E1E"/>
              </a:solidFill>
            </a:endParaRPr>
          </a:p>
        </p:txBody>
      </p:sp>
      <p:pic>
        <p:nvPicPr>
          <p:cNvPr id="10" name="Gráfico 9">
            <a:extLst>
              <a:ext uri="{FF2B5EF4-FFF2-40B4-BE49-F238E27FC236}">
                <a16:creationId xmlns:a16="http://schemas.microsoft.com/office/drawing/2014/main" id="{629E4406-5AB3-40E1-AE60-3E9D5E3BE02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323884" y="7585901"/>
            <a:ext cx="1400054" cy="385200"/>
          </a:xfrm>
          <a:prstGeom prst="rect">
            <a:avLst/>
          </a:prstGeom>
        </p:spPr>
      </p:pic>
      <p:sp>
        <p:nvSpPr>
          <p:cNvPr id="11" name="Rectángulo 10">
            <a:extLst>
              <a:ext uri="{FF2B5EF4-FFF2-40B4-BE49-F238E27FC236}">
                <a16:creationId xmlns:a16="http://schemas.microsoft.com/office/drawing/2014/main" id="{1271302C-5883-42E5-890D-1DFC7529C145}"/>
              </a:ext>
            </a:extLst>
          </p:cNvPr>
          <p:cNvSpPr/>
          <p:nvPr userDrawn="1"/>
        </p:nvSpPr>
        <p:spPr>
          <a:xfrm>
            <a:off x="524442" y="332974"/>
            <a:ext cx="384969" cy="38496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1522139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Imagen 21">
            <a:extLst>
              <a:ext uri="{FF2B5EF4-FFF2-40B4-BE49-F238E27FC236}">
                <a16:creationId xmlns:a16="http://schemas.microsoft.com/office/drawing/2014/main" id="{AC068F99-764F-424E-8024-130EAA167B6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4630399" cy="8229599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EFB1D499-716A-4201-8286-436D35BCDF83}"/>
              </a:ext>
            </a:extLst>
          </p:cNvPr>
          <p:cNvSpPr txBox="1"/>
          <p:nvPr userDrawn="1"/>
        </p:nvSpPr>
        <p:spPr>
          <a:xfrm>
            <a:off x="812568" y="7772943"/>
            <a:ext cx="4043094" cy="2400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960">
                <a:solidFill>
                  <a:srgbClr val="333333"/>
                </a:solidFill>
                <a:latin typeface="Century Gothic" panose="020B0502020202020204" pitchFamily="34" charset="0"/>
              </a:rPr>
              <a:t>© Copyright Universidad Europea. Todos los derechos reservados</a:t>
            </a:r>
            <a:endParaRPr lang="es-ES"/>
          </a:p>
        </p:txBody>
      </p:sp>
      <p:sp>
        <p:nvSpPr>
          <p:cNvPr id="13" name="Marcador de texto 17">
            <a:extLst>
              <a:ext uri="{FF2B5EF4-FFF2-40B4-BE49-F238E27FC236}">
                <a16:creationId xmlns:a16="http://schemas.microsoft.com/office/drawing/2014/main" id="{A78FCA1D-CCE6-4157-8F93-C7B67280B1C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06463" y="2164756"/>
            <a:ext cx="3160712" cy="683816"/>
          </a:xfrm>
        </p:spPr>
        <p:txBody>
          <a:bodyPr lIns="0">
            <a:normAutofit/>
          </a:bodyPr>
          <a:lstStyle>
            <a:lvl1pPr marL="0" indent="0">
              <a:lnSpc>
                <a:spcPts val="2800"/>
              </a:lnSpc>
              <a:buNone/>
              <a:defRPr sz="2400" b="1"/>
            </a:lvl1pPr>
          </a:lstStyle>
          <a:p>
            <a:pPr lvl="0"/>
            <a:r>
              <a:rPr lang="es-ES" err="1"/>
              <a:t>Aximinct</a:t>
            </a:r>
            <a:r>
              <a:rPr lang="es-ES"/>
              <a:t> </a:t>
            </a:r>
            <a:r>
              <a:rPr lang="es-ES" err="1"/>
              <a:t>emquibus</a:t>
            </a:r>
            <a:r>
              <a:rPr lang="es-ES"/>
              <a:t> et </a:t>
            </a:r>
            <a:r>
              <a:rPr lang="es-ES" err="1"/>
              <a:t>facium</a:t>
            </a:r>
            <a:r>
              <a:rPr lang="es-ES"/>
              <a:t> </a:t>
            </a:r>
            <a:r>
              <a:rPr lang="es-ES" err="1"/>
              <a:t>natur</a:t>
            </a:r>
            <a:endParaRPr lang="es-ES"/>
          </a:p>
        </p:txBody>
      </p:sp>
      <p:sp>
        <p:nvSpPr>
          <p:cNvPr id="14" name="Marcador de texto 17">
            <a:extLst>
              <a:ext uri="{FF2B5EF4-FFF2-40B4-BE49-F238E27FC236}">
                <a16:creationId xmlns:a16="http://schemas.microsoft.com/office/drawing/2014/main" id="{C9B153C2-A5A2-4A37-B4C4-93BE5322D94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06463" y="3082449"/>
            <a:ext cx="4043094" cy="2951858"/>
          </a:xfrm>
        </p:spPr>
        <p:txBody>
          <a:bodyPr lIns="0">
            <a:noAutofit/>
          </a:bodyPr>
          <a:lstStyle>
            <a:lvl1pPr marL="0" indent="0">
              <a:lnSpc>
                <a:spcPts val="1700"/>
              </a:lnSpc>
              <a:spcBef>
                <a:spcPts val="900"/>
              </a:spcBef>
              <a:buNone/>
              <a:defRPr sz="1440" b="0">
                <a:solidFill>
                  <a:srgbClr val="1E1E1E"/>
                </a:solidFill>
              </a:defRPr>
            </a:lvl1pPr>
          </a:lstStyle>
          <a:p>
            <a:pPr lvl="0"/>
            <a:r>
              <a:rPr lang="es-ES" err="1"/>
              <a:t>Poribus</a:t>
            </a:r>
            <a:r>
              <a:rPr lang="es-ES"/>
              <a:t> </a:t>
            </a:r>
            <a:r>
              <a:rPr lang="es-ES" err="1"/>
              <a:t>reiciis</a:t>
            </a:r>
            <a:r>
              <a:rPr lang="es-ES"/>
              <a:t> </a:t>
            </a:r>
            <a:r>
              <a:rPr lang="es-ES" err="1"/>
              <a:t>conseque</a:t>
            </a:r>
            <a:r>
              <a:rPr lang="es-ES"/>
              <a:t> </a:t>
            </a:r>
            <a:r>
              <a:rPr lang="es-ES" err="1"/>
              <a:t>conempo</a:t>
            </a:r>
            <a:r>
              <a:rPr lang="es-ES"/>
              <a:t> </a:t>
            </a:r>
            <a:r>
              <a:rPr lang="es-ES" err="1"/>
              <a:t>ribusam</a:t>
            </a:r>
            <a:r>
              <a:rPr lang="es-ES"/>
              <a:t> </a:t>
            </a:r>
            <a:r>
              <a:rPr lang="es-ES" err="1"/>
              <a:t>enimincil</a:t>
            </a:r>
            <a:r>
              <a:rPr lang="es-ES"/>
              <a:t> </a:t>
            </a:r>
            <a:r>
              <a:rPr lang="es-ES" err="1"/>
              <a:t>molupta</a:t>
            </a:r>
            <a:r>
              <a:rPr lang="es-ES"/>
              <a:t> </a:t>
            </a:r>
            <a:r>
              <a:rPr lang="es-ES" err="1"/>
              <a:t>tiatesed</a:t>
            </a:r>
            <a:r>
              <a:rPr lang="es-ES"/>
              <a:t> qui </a:t>
            </a:r>
            <a:r>
              <a:rPr lang="es-ES" err="1"/>
              <a:t>sit</a:t>
            </a:r>
            <a:r>
              <a:rPr lang="es-ES"/>
              <a:t> </a:t>
            </a:r>
            <a:r>
              <a:rPr lang="es-ES" err="1"/>
              <a:t>aut</a:t>
            </a:r>
            <a:r>
              <a:rPr lang="es-ES"/>
              <a:t> </a:t>
            </a:r>
            <a:r>
              <a:rPr lang="es-ES" err="1"/>
              <a:t>harit</a:t>
            </a:r>
            <a:r>
              <a:rPr lang="es-ES"/>
              <a:t>, </a:t>
            </a:r>
            <a:r>
              <a:rPr lang="es-ES" err="1"/>
              <a:t>quoditat</a:t>
            </a:r>
            <a:r>
              <a:rPr lang="es-ES"/>
              <a:t> mi, </a:t>
            </a:r>
            <a:r>
              <a:rPr lang="es-ES" err="1"/>
              <a:t>experum</a:t>
            </a:r>
            <a:r>
              <a:rPr lang="es-ES"/>
              <a:t> a </a:t>
            </a:r>
            <a:r>
              <a:rPr lang="es-ES" err="1"/>
              <a:t>conse</a:t>
            </a:r>
            <a:r>
              <a:rPr lang="es-ES"/>
              <a:t> </a:t>
            </a:r>
            <a:r>
              <a:rPr lang="es-ES" err="1"/>
              <a:t>sequamet</a:t>
            </a:r>
            <a:r>
              <a:rPr lang="es-ES"/>
              <a:t>, quid </a:t>
            </a:r>
            <a:r>
              <a:rPr lang="es-ES" err="1"/>
              <a:t>ullestrum</a:t>
            </a:r>
            <a:r>
              <a:rPr lang="es-ES"/>
              <a:t> quia </a:t>
            </a:r>
            <a:r>
              <a:rPr lang="es-ES" err="1"/>
              <a:t>estemqu</a:t>
            </a:r>
            <a:r>
              <a:rPr lang="es-ES"/>
              <a:t> </a:t>
            </a:r>
            <a:r>
              <a:rPr lang="es-ES" err="1"/>
              <a:t>idun</a:t>
            </a:r>
            <a:r>
              <a:rPr lang="es-ES"/>
              <a:t> qui </a:t>
            </a:r>
            <a:r>
              <a:rPr lang="es-ES" err="1"/>
              <a:t>alitis</a:t>
            </a:r>
            <a:r>
              <a:rPr lang="es-ES"/>
              <a:t> </a:t>
            </a:r>
            <a:r>
              <a:rPr lang="es-ES" err="1"/>
              <a:t>harit</a:t>
            </a:r>
            <a:r>
              <a:rPr lang="es-ES"/>
              <a:t>, </a:t>
            </a:r>
            <a:r>
              <a:rPr lang="es-ES" err="1"/>
              <a:t>quoditat</a:t>
            </a:r>
            <a:r>
              <a:rPr lang="es-ES"/>
              <a:t> mi, </a:t>
            </a:r>
            <a:r>
              <a:rPr lang="es-ES" err="1"/>
              <a:t>experum</a:t>
            </a:r>
            <a:r>
              <a:rPr lang="es-ES"/>
              <a:t> a </a:t>
            </a:r>
            <a:r>
              <a:rPr lang="es-ES" err="1"/>
              <a:t>conse</a:t>
            </a:r>
            <a:r>
              <a:rPr lang="es-ES"/>
              <a:t> </a:t>
            </a:r>
            <a:r>
              <a:rPr lang="es-ES" err="1"/>
              <a:t>sequamet</a:t>
            </a:r>
            <a:r>
              <a:rPr lang="es-ES"/>
              <a:t>, quid </a:t>
            </a:r>
            <a:r>
              <a:rPr lang="es-ES" err="1"/>
              <a:t>ullestrum</a:t>
            </a:r>
            <a:r>
              <a:rPr lang="es-ES"/>
              <a:t> quia </a:t>
            </a:r>
            <a:r>
              <a:rPr lang="es-ES" err="1"/>
              <a:t>estemqu</a:t>
            </a:r>
            <a:r>
              <a:rPr lang="es-ES"/>
              <a:t> </a:t>
            </a:r>
            <a:r>
              <a:rPr lang="es-ES" err="1"/>
              <a:t>idun</a:t>
            </a:r>
            <a:r>
              <a:rPr lang="es-ES"/>
              <a:t> qui </a:t>
            </a:r>
            <a:r>
              <a:rPr lang="es-ES" err="1"/>
              <a:t>alitis</a:t>
            </a:r>
            <a:r>
              <a:rPr lang="es-ES"/>
              <a:t> </a:t>
            </a:r>
            <a:r>
              <a:rPr lang="es-ES" err="1"/>
              <a:t>harit</a:t>
            </a:r>
            <a:r>
              <a:rPr lang="es-ES"/>
              <a:t>, </a:t>
            </a:r>
            <a:r>
              <a:rPr lang="es-ES" err="1"/>
              <a:t>quoditat</a:t>
            </a:r>
            <a:r>
              <a:rPr lang="es-ES"/>
              <a:t> mi, </a:t>
            </a:r>
            <a:r>
              <a:rPr lang="es-ES" err="1"/>
              <a:t>experum</a:t>
            </a:r>
            <a:r>
              <a:rPr lang="es-ES"/>
              <a:t> a </a:t>
            </a:r>
            <a:r>
              <a:rPr lang="es-ES" err="1"/>
              <a:t>conse</a:t>
            </a:r>
            <a:r>
              <a:rPr lang="es-ES"/>
              <a:t> </a:t>
            </a:r>
            <a:r>
              <a:rPr lang="es-ES" err="1"/>
              <a:t>sequamet</a:t>
            </a:r>
            <a:r>
              <a:rPr lang="es-ES"/>
              <a:t>, quid </a:t>
            </a:r>
            <a:r>
              <a:rPr lang="es-ES" err="1"/>
              <a:t>ullestrum</a:t>
            </a:r>
            <a:r>
              <a:rPr lang="es-ES"/>
              <a:t> quia </a:t>
            </a:r>
            <a:r>
              <a:rPr lang="es-ES" err="1"/>
              <a:t>estemq</a:t>
            </a:r>
            <a:r>
              <a:rPr lang="es-ES"/>
              <a:t>.</a:t>
            </a:r>
          </a:p>
          <a:p>
            <a:pPr lvl="0"/>
            <a:r>
              <a:rPr lang="es-ES"/>
              <a:t> </a:t>
            </a:r>
            <a:r>
              <a:rPr lang="es-ES" err="1"/>
              <a:t>Poribus</a:t>
            </a:r>
            <a:r>
              <a:rPr lang="es-ES"/>
              <a:t> </a:t>
            </a:r>
            <a:r>
              <a:rPr lang="es-ES" err="1"/>
              <a:t>reiciis</a:t>
            </a:r>
            <a:r>
              <a:rPr lang="es-ES"/>
              <a:t> </a:t>
            </a:r>
            <a:r>
              <a:rPr lang="es-ES" err="1"/>
              <a:t>conseque</a:t>
            </a:r>
            <a:r>
              <a:rPr lang="es-ES"/>
              <a:t> </a:t>
            </a:r>
            <a:r>
              <a:rPr lang="es-ES" err="1"/>
              <a:t>conempo</a:t>
            </a:r>
            <a:r>
              <a:rPr lang="es-ES"/>
              <a:t> </a:t>
            </a:r>
            <a:r>
              <a:rPr lang="es-ES" err="1"/>
              <a:t>ribusam</a:t>
            </a:r>
            <a:r>
              <a:rPr lang="es-ES"/>
              <a:t>. </a:t>
            </a:r>
            <a:r>
              <a:rPr lang="es-ES" err="1"/>
              <a:t>ullestrum</a:t>
            </a:r>
            <a:r>
              <a:rPr lang="es-ES"/>
              <a:t> quia </a:t>
            </a:r>
            <a:r>
              <a:rPr lang="es-ES" err="1"/>
              <a:t>estemqu</a:t>
            </a:r>
            <a:r>
              <a:rPr lang="es-ES"/>
              <a:t> </a:t>
            </a:r>
            <a:r>
              <a:rPr lang="es-ES" err="1"/>
              <a:t>idun</a:t>
            </a:r>
            <a:r>
              <a:rPr lang="es-ES"/>
              <a:t> qui </a:t>
            </a:r>
            <a:r>
              <a:rPr lang="es-ES" err="1"/>
              <a:t>alitis</a:t>
            </a:r>
            <a:r>
              <a:rPr lang="es-ES"/>
              <a:t> </a:t>
            </a:r>
            <a:r>
              <a:rPr lang="es-ES" err="1"/>
              <a:t>harit</a:t>
            </a:r>
            <a:r>
              <a:rPr lang="es-ES"/>
              <a:t>, </a:t>
            </a:r>
            <a:r>
              <a:rPr lang="es-ES" err="1"/>
              <a:t>quoditat</a:t>
            </a:r>
            <a:r>
              <a:rPr lang="es-ES"/>
              <a:t> mi, </a:t>
            </a:r>
            <a:r>
              <a:rPr lang="es-ES" err="1"/>
              <a:t>experum</a:t>
            </a:r>
            <a:r>
              <a:rPr lang="es-ES"/>
              <a:t> a </a:t>
            </a:r>
            <a:r>
              <a:rPr lang="es-ES" err="1"/>
              <a:t>conse</a:t>
            </a:r>
            <a:r>
              <a:rPr lang="es-ES"/>
              <a:t> </a:t>
            </a:r>
            <a:r>
              <a:rPr lang="es-ES" err="1"/>
              <a:t>sequamet</a:t>
            </a:r>
            <a:r>
              <a:rPr lang="es-ES"/>
              <a:t>, quid </a:t>
            </a:r>
            <a:r>
              <a:rPr lang="es-ES" err="1"/>
              <a:t>ullestrum</a:t>
            </a:r>
            <a:r>
              <a:rPr lang="es-ES"/>
              <a:t> quia.</a:t>
            </a:r>
          </a:p>
        </p:txBody>
      </p:sp>
      <p:sp>
        <p:nvSpPr>
          <p:cNvPr id="19" name="Marcador de medios 18">
            <a:extLst>
              <a:ext uri="{FF2B5EF4-FFF2-40B4-BE49-F238E27FC236}">
                <a16:creationId xmlns:a16="http://schemas.microsoft.com/office/drawing/2014/main" id="{169C610A-8CEB-49BD-A02C-33C7C6C6EFDD}"/>
              </a:ext>
            </a:extLst>
          </p:cNvPr>
          <p:cNvSpPr>
            <a:spLocks noGrp="1"/>
          </p:cNvSpPr>
          <p:nvPr>
            <p:ph type="media" sz="quarter" idx="17"/>
          </p:nvPr>
        </p:nvSpPr>
        <p:spPr>
          <a:xfrm>
            <a:off x="5708651" y="1709737"/>
            <a:ext cx="8001000" cy="4800600"/>
          </a:xfrm>
          <a:solidFill>
            <a:schemeClr val="bg1">
              <a:lumMod val="95000"/>
            </a:schemeClr>
          </a:solidFill>
          <a:ln w="12700">
            <a:solidFill>
              <a:srgbClr val="FF3228"/>
            </a:solidFill>
          </a:ln>
        </p:spPr>
        <p:txBody>
          <a:bodyPr vert="horz" lIns="91440" tIns="45720" rIns="91440" bIns="45720" rtlCol="0">
            <a:normAutofit/>
          </a:bodyPr>
          <a:lstStyle>
            <a:lvl1pPr>
              <a:defRPr lang="es-ES" dirty="0"/>
            </a:lvl1pPr>
          </a:lstStyle>
          <a:p>
            <a:pPr lvl="0"/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430ADB0-29E8-4183-AE20-D83159E4C07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B005B2D1-880E-4846-A216-7D6770BA1332}" type="slidenum">
              <a:rPr lang="es-ES" smtClean="0"/>
              <a:pPr/>
              <a:t>‹#›</a:t>
            </a:fld>
            <a:endParaRPr lang="es-ES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96E7B0EF-E60B-4C99-93CC-1F4F6D612EB6}"/>
              </a:ext>
            </a:extLst>
          </p:cNvPr>
          <p:cNvSpPr/>
          <p:nvPr userDrawn="1"/>
        </p:nvSpPr>
        <p:spPr>
          <a:xfrm>
            <a:off x="13723938" y="7543800"/>
            <a:ext cx="384969" cy="384969"/>
          </a:xfrm>
          <a:prstGeom prst="rect">
            <a:avLst/>
          </a:prstGeom>
          <a:solidFill>
            <a:srgbClr val="FF32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10" name="Gráfico 9">
            <a:extLst>
              <a:ext uri="{FF2B5EF4-FFF2-40B4-BE49-F238E27FC236}">
                <a16:creationId xmlns:a16="http://schemas.microsoft.com/office/drawing/2014/main" id="{02E95C61-5472-48C9-8E90-F334A42CE12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06463" y="332974"/>
            <a:ext cx="1400054" cy="38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511350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1976856B-1B10-45A4-B212-5F51115827D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4630399" cy="8229599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EFB1D499-716A-4201-8286-436D35BCDF83}"/>
              </a:ext>
            </a:extLst>
          </p:cNvPr>
          <p:cNvSpPr txBox="1"/>
          <p:nvPr userDrawn="1"/>
        </p:nvSpPr>
        <p:spPr>
          <a:xfrm>
            <a:off x="812568" y="7772943"/>
            <a:ext cx="4043094" cy="2400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960">
                <a:solidFill>
                  <a:srgbClr val="333333"/>
                </a:solidFill>
                <a:latin typeface="Century Gothic" panose="020B0502020202020204" pitchFamily="34" charset="0"/>
              </a:rPr>
              <a:t>© Copyright Universidad Europea. Todos los derechos reservados</a:t>
            </a:r>
            <a:endParaRPr lang="es-ES"/>
          </a:p>
        </p:txBody>
      </p:sp>
      <p:sp>
        <p:nvSpPr>
          <p:cNvPr id="13" name="Marcador de texto 17">
            <a:extLst>
              <a:ext uri="{FF2B5EF4-FFF2-40B4-BE49-F238E27FC236}">
                <a16:creationId xmlns:a16="http://schemas.microsoft.com/office/drawing/2014/main" id="{A78FCA1D-CCE6-4157-8F93-C7B67280B1C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312845" y="2441186"/>
            <a:ext cx="2411093" cy="1216413"/>
          </a:xfrm>
        </p:spPr>
        <p:txBody>
          <a:bodyPr lIns="0">
            <a:normAutofit/>
          </a:bodyPr>
          <a:lstStyle>
            <a:lvl1pPr marL="0" indent="0">
              <a:lnSpc>
                <a:spcPts val="2800"/>
              </a:lnSpc>
              <a:buNone/>
              <a:defRPr sz="2400" b="1"/>
            </a:lvl1pPr>
          </a:lstStyle>
          <a:p>
            <a:pPr lvl="0"/>
            <a:r>
              <a:rPr lang="es-ES" err="1"/>
              <a:t>Aximinct</a:t>
            </a:r>
            <a:r>
              <a:rPr lang="es-ES"/>
              <a:t> </a:t>
            </a:r>
            <a:r>
              <a:rPr lang="es-ES" err="1"/>
              <a:t>emquibus</a:t>
            </a:r>
            <a:br>
              <a:rPr lang="es-ES"/>
            </a:br>
            <a:r>
              <a:rPr lang="es-ES"/>
              <a:t>et </a:t>
            </a:r>
            <a:r>
              <a:rPr lang="es-ES" err="1"/>
              <a:t>facium</a:t>
            </a:r>
            <a:r>
              <a:rPr lang="es-ES"/>
              <a:t> </a:t>
            </a:r>
            <a:r>
              <a:rPr lang="es-ES" err="1"/>
              <a:t>natur</a:t>
            </a:r>
            <a:endParaRPr lang="es-ES"/>
          </a:p>
        </p:txBody>
      </p:sp>
      <p:sp>
        <p:nvSpPr>
          <p:cNvPr id="14" name="Marcador de texto 17">
            <a:extLst>
              <a:ext uri="{FF2B5EF4-FFF2-40B4-BE49-F238E27FC236}">
                <a16:creationId xmlns:a16="http://schemas.microsoft.com/office/drawing/2014/main" id="{C9B153C2-A5A2-4A37-B4C4-93BE5322D94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312845" y="3745440"/>
            <a:ext cx="2377226" cy="2742319"/>
          </a:xfrm>
        </p:spPr>
        <p:txBody>
          <a:bodyPr lIns="0">
            <a:noAutofit/>
          </a:bodyPr>
          <a:lstStyle>
            <a:lvl1pPr marL="0" indent="0">
              <a:lnSpc>
                <a:spcPts val="1700"/>
              </a:lnSpc>
              <a:spcBef>
                <a:spcPts val="900"/>
              </a:spcBef>
              <a:buNone/>
              <a:defRPr sz="1440" b="0">
                <a:solidFill>
                  <a:srgbClr val="1E1E1E"/>
                </a:solidFill>
              </a:defRPr>
            </a:lvl1pPr>
          </a:lstStyle>
          <a:p>
            <a:pPr lvl="0"/>
            <a:r>
              <a:rPr lang="es-ES" err="1"/>
              <a:t>Poribus</a:t>
            </a:r>
            <a:r>
              <a:rPr lang="es-ES"/>
              <a:t> </a:t>
            </a:r>
            <a:r>
              <a:rPr lang="es-ES" err="1"/>
              <a:t>reiciis</a:t>
            </a:r>
            <a:r>
              <a:rPr lang="es-ES"/>
              <a:t> </a:t>
            </a:r>
            <a:r>
              <a:rPr lang="es-ES" err="1"/>
              <a:t>conseque</a:t>
            </a:r>
            <a:r>
              <a:rPr lang="es-ES"/>
              <a:t> </a:t>
            </a:r>
            <a:r>
              <a:rPr lang="es-ES" err="1"/>
              <a:t>conempo</a:t>
            </a:r>
            <a:r>
              <a:rPr lang="es-ES"/>
              <a:t> </a:t>
            </a:r>
            <a:r>
              <a:rPr lang="es-ES" err="1"/>
              <a:t>ribusam</a:t>
            </a:r>
            <a:r>
              <a:rPr lang="es-ES"/>
              <a:t> </a:t>
            </a:r>
            <a:r>
              <a:rPr lang="es-ES" err="1"/>
              <a:t>enimincil</a:t>
            </a:r>
            <a:r>
              <a:rPr lang="es-ES"/>
              <a:t> </a:t>
            </a:r>
            <a:r>
              <a:rPr lang="es-ES" err="1"/>
              <a:t>molupta</a:t>
            </a:r>
            <a:r>
              <a:rPr lang="es-ES"/>
              <a:t> </a:t>
            </a:r>
            <a:r>
              <a:rPr lang="es-ES" err="1"/>
              <a:t>tiatesed</a:t>
            </a:r>
            <a:r>
              <a:rPr lang="es-ES"/>
              <a:t> qui </a:t>
            </a:r>
            <a:r>
              <a:rPr lang="es-ES" err="1"/>
              <a:t>sit</a:t>
            </a:r>
            <a:r>
              <a:rPr lang="es-ES"/>
              <a:t> </a:t>
            </a:r>
            <a:r>
              <a:rPr lang="es-ES" err="1"/>
              <a:t>aut</a:t>
            </a:r>
            <a:r>
              <a:rPr lang="es-ES"/>
              <a:t> </a:t>
            </a:r>
            <a:r>
              <a:rPr lang="es-ES" err="1"/>
              <a:t>harit</a:t>
            </a:r>
            <a:r>
              <a:rPr lang="es-ES"/>
              <a:t>, </a:t>
            </a:r>
            <a:r>
              <a:rPr lang="es-ES" err="1"/>
              <a:t>quoditat</a:t>
            </a:r>
            <a:r>
              <a:rPr lang="es-ES"/>
              <a:t> mi, </a:t>
            </a:r>
            <a:r>
              <a:rPr lang="es-ES" err="1"/>
              <a:t>experum</a:t>
            </a:r>
            <a:r>
              <a:rPr lang="es-ES"/>
              <a:t> a </a:t>
            </a:r>
            <a:r>
              <a:rPr lang="es-ES" err="1"/>
              <a:t>conse</a:t>
            </a:r>
            <a:r>
              <a:rPr lang="es-ES"/>
              <a:t> </a:t>
            </a:r>
            <a:r>
              <a:rPr lang="es-ES" err="1"/>
              <a:t>sequamet</a:t>
            </a:r>
            <a:r>
              <a:rPr lang="es-ES"/>
              <a:t>, quid </a:t>
            </a:r>
            <a:r>
              <a:rPr lang="es-ES" err="1"/>
              <a:t>ullestrum</a:t>
            </a:r>
            <a:r>
              <a:rPr lang="es-ES"/>
              <a:t> quia </a:t>
            </a:r>
            <a:r>
              <a:rPr lang="es-ES" err="1"/>
              <a:t>estemqu</a:t>
            </a:r>
            <a:r>
              <a:rPr lang="es-ES"/>
              <a:t> </a:t>
            </a:r>
            <a:r>
              <a:rPr lang="es-ES" err="1"/>
              <a:t>idun</a:t>
            </a:r>
            <a:r>
              <a:rPr lang="es-ES"/>
              <a:t> qui </a:t>
            </a:r>
            <a:r>
              <a:rPr lang="es-ES" err="1"/>
              <a:t>alitis</a:t>
            </a:r>
            <a:r>
              <a:rPr lang="es-ES"/>
              <a:t> </a:t>
            </a:r>
            <a:r>
              <a:rPr lang="es-ES" err="1"/>
              <a:t>harit</a:t>
            </a:r>
            <a:r>
              <a:rPr lang="es-ES"/>
              <a:t>, </a:t>
            </a:r>
            <a:r>
              <a:rPr lang="es-ES" err="1"/>
              <a:t>quoditat</a:t>
            </a:r>
            <a:r>
              <a:rPr lang="es-ES"/>
              <a:t> mi, ex, </a:t>
            </a:r>
            <a:r>
              <a:rPr lang="es-ES" err="1"/>
              <a:t>ullabore</a:t>
            </a:r>
            <a:r>
              <a:rPr lang="es-ES"/>
              <a:t>..</a:t>
            </a:r>
          </a:p>
        </p:txBody>
      </p:sp>
      <p:sp>
        <p:nvSpPr>
          <p:cNvPr id="19" name="Marcador de medios 18">
            <a:extLst>
              <a:ext uri="{FF2B5EF4-FFF2-40B4-BE49-F238E27FC236}">
                <a16:creationId xmlns:a16="http://schemas.microsoft.com/office/drawing/2014/main" id="{169C610A-8CEB-49BD-A02C-33C7C6C6EFDD}"/>
              </a:ext>
            </a:extLst>
          </p:cNvPr>
          <p:cNvSpPr>
            <a:spLocks noGrp="1"/>
          </p:cNvSpPr>
          <p:nvPr>
            <p:ph type="media" sz="quarter" idx="17"/>
          </p:nvPr>
        </p:nvSpPr>
        <p:spPr>
          <a:xfrm>
            <a:off x="911226" y="1712912"/>
            <a:ext cx="9601200" cy="5600700"/>
          </a:xfrm>
          <a:solidFill>
            <a:schemeClr val="bg1">
              <a:lumMod val="95000"/>
            </a:schemeClr>
          </a:solidFill>
          <a:ln w="12700">
            <a:solidFill>
              <a:srgbClr val="FF3228"/>
            </a:solidFill>
          </a:ln>
        </p:spPr>
        <p:txBody>
          <a:bodyPr vert="horz" lIns="91440" tIns="45720" rIns="91440" bIns="45720" rtlCol="0">
            <a:normAutofit/>
          </a:bodyPr>
          <a:lstStyle>
            <a:lvl1pPr>
              <a:defRPr lang="es-ES" dirty="0"/>
            </a:lvl1pPr>
          </a:lstStyle>
          <a:p>
            <a:pPr lvl="0"/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430ADB0-29E8-4183-AE20-D83159E4C07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B005B2D1-880E-4846-A216-7D6770BA1332}" type="slidenum">
              <a:rPr lang="es-ES" smtClean="0"/>
              <a:pPr/>
              <a:t>‹#›</a:t>
            </a:fld>
            <a:endParaRPr lang="es-ES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96E7B0EF-E60B-4C99-93CC-1F4F6D612EB6}"/>
              </a:ext>
            </a:extLst>
          </p:cNvPr>
          <p:cNvSpPr/>
          <p:nvPr userDrawn="1"/>
        </p:nvSpPr>
        <p:spPr>
          <a:xfrm>
            <a:off x="13723938" y="7543800"/>
            <a:ext cx="384969" cy="384969"/>
          </a:xfrm>
          <a:prstGeom prst="rect">
            <a:avLst/>
          </a:prstGeom>
          <a:solidFill>
            <a:srgbClr val="FF32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10" name="Gráfico 9">
            <a:extLst>
              <a:ext uri="{FF2B5EF4-FFF2-40B4-BE49-F238E27FC236}">
                <a16:creationId xmlns:a16="http://schemas.microsoft.com/office/drawing/2014/main" id="{31E16921-0A8F-4550-9360-FF9B9DC96C2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06463" y="332974"/>
            <a:ext cx="1400054" cy="38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873625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tacado rojo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16813DD7-5AAB-469F-A55F-E0B0879C147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630399" cy="8229600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30F9259F-958B-42DA-8086-83650D25877B}"/>
              </a:ext>
            </a:extLst>
          </p:cNvPr>
          <p:cNvSpPr/>
          <p:nvPr userDrawn="1"/>
        </p:nvSpPr>
        <p:spPr>
          <a:xfrm>
            <a:off x="9708797" y="3308350"/>
            <a:ext cx="800100" cy="800100"/>
          </a:xfrm>
          <a:prstGeom prst="rect">
            <a:avLst/>
          </a:prstGeom>
          <a:solidFill>
            <a:schemeClr val="bg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A12ED80D-9979-4A2A-A7AF-1A927F9FF1EE}"/>
              </a:ext>
            </a:extLst>
          </p:cNvPr>
          <p:cNvSpPr/>
          <p:nvPr userDrawn="1"/>
        </p:nvSpPr>
        <p:spPr>
          <a:xfrm>
            <a:off x="5717823" y="3308350"/>
            <a:ext cx="800100" cy="800100"/>
          </a:xfrm>
          <a:prstGeom prst="rect">
            <a:avLst/>
          </a:prstGeom>
          <a:solidFill>
            <a:schemeClr val="bg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84B03785-BFD2-44C5-BB4E-3B16BD97B804}"/>
              </a:ext>
            </a:extLst>
          </p:cNvPr>
          <p:cNvSpPr/>
          <p:nvPr userDrawn="1"/>
        </p:nvSpPr>
        <p:spPr>
          <a:xfrm>
            <a:off x="1712244" y="3308350"/>
            <a:ext cx="800100" cy="800100"/>
          </a:xfrm>
          <a:prstGeom prst="rect">
            <a:avLst/>
          </a:prstGeom>
          <a:solidFill>
            <a:schemeClr val="bg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" name="Título 11">
            <a:extLst>
              <a:ext uri="{FF2B5EF4-FFF2-40B4-BE49-F238E27FC236}">
                <a16:creationId xmlns:a16="http://schemas.microsoft.com/office/drawing/2014/main" id="{E45EE8D0-3795-421B-8794-6F214183AE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06463" y="1220611"/>
            <a:ext cx="7390870" cy="625828"/>
          </a:xfrm>
        </p:spPr>
        <p:txBody>
          <a:bodyPr lIns="0">
            <a:noAutofit/>
          </a:bodyPr>
          <a:lstStyle>
            <a:lvl1pPr>
              <a:defRPr sz="4300"/>
            </a:lvl1pPr>
          </a:lstStyle>
          <a:p>
            <a:r>
              <a:rPr lang="es-ES" err="1"/>
              <a:t>Lorem</a:t>
            </a:r>
            <a:r>
              <a:rPr lang="es-ES"/>
              <a:t> </a:t>
            </a:r>
            <a:r>
              <a:rPr lang="es-ES" err="1"/>
              <a:t>ipsum</a:t>
            </a:r>
            <a:r>
              <a:rPr lang="es-ES"/>
              <a:t> dolor </a:t>
            </a:r>
            <a:r>
              <a:rPr lang="es-ES" err="1"/>
              <a:t>sit</a:t>
            </a:r>
            <a:r>
              <a:rPr lang="es-ES"/>
              <a:t> </a:t>
            </a:r>
            <a:r>
              <a:rPr lang="es-ES" err="1"/>
              <a:t>ipsum</a:t>
            </a:r>
            <a:endParaRPr lang="es-ES"/>
          </a:p>
        </p:txBody>
      </p:sp>
      <p:sp>
        <p:nvSpPr>
          <p:cNvPr id="13" name="Marcador de texto 17">
            <a:extLst>
              <a:ext uri="{FF2B5EF4-FFF2-40B4-BE49-F238E27FC236}">
                <a16:creationId xmlns:a16="http://schemas.microsoft.com/office/drawing/2014/main" id="{7D66B800-7A66-4A48-A91A-7D0987C0344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704624" y="5100648"/>
            <a:ext cx="3262487" cy="1819441"/>
          </a:xfrm>
        </p:spPr>
        <p:txBody>
          <a:bodyPr lIns="0">
            <a:noAutofit/>
          </a:bodyPr>
          <a:lstStyle>
            <a:lvl1pPr marL="0" indent="0">
              <a:lnSpc>
                <a:spcPts val="1700"/>
              </a:lnSpc>
              <a:spcBef>
                <a:spcPts val="900"/>
              </a:spcBef>
              <a:buNone/>
              <a:defRPr sz="144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s-ES"/>
              <a:t>Ma </a:t>
            </a:r>
            <a:r>
              <a:rPr lang="es-ES" err="1"/>
              <a:t>vendest</a:t>
            </a:r>
            <a:r>
              <a:rPr lang="es-ES"/>
              <a:t> as qui </a:t>
            </a:r>
            <a:r>
              <a:rPr lang="es-ES" err="1"/>
              <a:t>beaPoribus</a:t>
            </a:r>
            <a:r>
              <a:rPr lang="es-ES"/>
              <a:t> </a:t>
            </a:r>
            <a:r>
              <a:rPr lang="es-ES" err="1"/>
              <a:t>reiciis</a:t>
            </a:r>
            <a:r>
              <a:rPr lang="es-ES"/>
              <a:t> </a:t>
            </a:r>
            <a:r>
              <a:rPr lang="es-ES" err="1"/>
              <a:t>conseque</a:t>
            </a:r>
            <a:r>
              <a:rPr lang="es-ES"/>
              <a:t> </a:t>
            </a:r>
            <a:r>
              <a:rPr lang="es-ES" err="1"/>
              <a:t>conempo</a:t>
            </a:r>
            <a:r>
              <a:rPr lang="es-ES"/>
              <a:t> </a:t>
            </a:r>
            <a:r>
              <a:rPr lang="es-ES" err="1"/>
              <a:t>ribusam</a:t>
            </a:r>
            <a:r>
              <a:rPr lang="es-ES"/>
              <a:t> </a:t>
            </a:r>
            <a:r>
              <a:rPr lang="es-ES" err="1"/>
              <a:t>enimincil</a:t>
            </a:r>
            <a:r>
              <a:rPr lang="es-ES"/>
              <a:t> </a:t>
            </a:r>
            <a:r>
              <a:rPr lang="es-ES" err="1"/>
              <a:t>molupta</a:t>
            </a:r>
            <a:r>
              <a:rPr lang="es-ES"/>
              <a:t> </a:t>
            </a:r>
            <a:r>
              <a:rPr lang="es-ES" err="1"/>
              <a:t>tiatesed</a:t>
            </a:r>
            <a:r>
              <a:rPr lang="es-ES"/>
              <a:t> qui, quid </a:t>
            </a:r>
            <a:r>
              <a:rPr lang="es-ES" err="1"/>
              <a:t>ullestrum</a:t>
            </a:r>
            <a:r>
              <a:rPr lang="es-ES"/>
              <a:t> quia </a:t>
            </a:r>
            <a:r>
              <a:rPr lang="es-ES" err="1"/>
              <a:t>estemqu</a:t>
            </a:r>
            <a:r>
              <a:rPr lang="es-ES"/>
              <a:t>.</a:t>
            </a:r>
          </a:p>
          <a:p>
            <a:pPr lvl="0"/>
            <a:r>
              <a:rPr lang="es-ES" err="1"/>
              <a:t>Estemque</a:t>
            </a:r>
            <a:r>
              <a:rPr lang="es-ES"/>
              <a:t> </a:t>
            </a:r>
            <a:r>
              <a:rPr lang="es-ES" err="1"/>
              <a:t>Lorem</a:t>
            </a:r>
            <a:r>
              <a:rPr lang="es-ES"/>
              <a:t> </a:t>
            </a:r>
            <a:r>
              <a:rPr lang="es-ES" err="1"/>
              <a:t>ipsum</a:t>
            </a:r>
            <a:r>
              <a:rPr lang="es-ES"/>
              <a:t> </a:t>
            </a:r>
            <a:r>
              <a:rPr lang="es-ES" err="1"/>
              <a:t>milupta</a:t>
            </a:r>
            <a:r>
              <a:rPr lang="es-ES"/>
              <a:t> </a:t>
            </a:r>
            <a:r>
              <a:rPr lang="es-ES" err="1"/>
              <a:t>tiatesed</a:t>
            </a:r>
            <a:r>
              <a:rPr lang="es-ES"/>
              <a:t> qui </a:t>
            </a:r>
            <a:r>
              <a:rPr lang="es-ES" err="1"/>
              <a:t>sit</a:t>
            </a:r>
            <a:r>
              <a:rPr lang="es-ES"/>
              <a:t> </a:t>
            </a:r>
            <a:r>
              <a:rPr lang="es-ES" err="1"/>
              <a:t>aut</a:t>
            </a:r>
            <a:r>
              <a:rPr lang="es-ES"/>
              <a:t> </a:t>
            </a:r>
            <a:r>
              <a:rPr lang="es-ES" err="1"/>
              <a:t>harit</a:t>
            </a:r>
            <a:r>
              <a:rPr lang="es-ES"/>
              <a:t>, </a:t>
            </a:r>
            <a:r>
              <a:rPr lang="es-ES" err="1"/>
              <a:t>quiadit</a:t>
            </a:r>
            <a:r>
              <a:rPr lang="es-ES"/>
              <a:t> </a:t>
            </a:r>
            <a:r>
              <a:rPr lang="es-ES" err="1"/>
              <a:t>samus</a:t>
            </a:r>
            <a:r>
              <a:rPr lang="es-ES"/>
              <a:t> </a:t>
            </a:r>
            <a:r>
              <a:rPr lang="es-ES" err="1"/>
              <a:t>amsa</a:t>
            </a:r>
            <a:r>
              <a:rPr lang="es-ES"/>
              <a:t> </a:t>
            </a:r>
            <a:r>
              <a:rPr lang="es-ES" err="1"/>
              <a:t>conse</a:t>
            </a:r>
            <a:r>
              <a:rPr lang="es-ES"/>
              <a:t> </a:t>
            </a:r>
            <a:r>
              <a:rPr lang="es-ES" err="1"/>
              <a:t>conet</a:t>
            </a:r>
            <a:r>
              <a:rPr lang="es-ES"/>
              <a:t> </a:t>
            </a:r>
            <a:r>
              <a:rPr lang="es-ES" err="1"/>
              <a:t>ullabor</a:t>
            </a:r>
            <a:r>
              <a:rPr lang="es-ES"/>
              <a:t>.</a:t>
            </a:r>
          </a:p>
        </p:txBody>
      </p:sp>
      <p:sp>
        <p:nvSpPr>
          <p:cNvPr id="14" name="Marcador de texto 17">
            <a:extLst>
              <a:ext uri="{FF2B5EF4-FFF2-40B4-BE49-F238E27FC236}">
                <a16:creationId xmlns:a16="http://schemas.microsoft.com/office/drawing/2014/main" id="{17103512-22F3-4B94-A25D-048AE848AB3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704624" y="4295110"/>
            <a:ext cx="2833509" cy="805538"/>
          </a:xfrm>
        </p:spPr>
        <p:txBody>
          <a:bodyPr lIns="0">
            <a:noAutofit/>
          </a:bodyPr>
          <a:lstStyle>
            <a:lvl1pPr marL="0" indent="0">
              <a:lnSpc>
                <a:spcPts val="2800"/>
              </a:lnSpc>
              <a:buNone/>
              <a:defRPr sz="2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s-ES" err="1"/>
              <a:t>Poribus</a:t>
            </a:r>
            <a:r>
              <a:rPr lang="es-ES"/>
              <a:t> </a:t>
            </a:r>
            <a:r>
              <a:rPr lang="es-ES" err="1"/>
              <a:t>reiciis</a:t>
            </a:r>
            <a:r>
              <a:rPr lang="es-ES"/>
              <a:t> </a:t>
            </a:r>
            <a:r>
              <a:rPr lang="es-ES" err="1"/>
              <a:t>conseque</a:t>
            </a:r>
            <a:endParaRPr lang="es-ES"/>
          </a:p>
        </p:txBody>
      </p:sp>
      <p:sp>
        <p:nvSpPr>
          <p:cNvPr id="15" name="Marcador de texto 17">
            <a:extLst>
              <a:ext uri="{FF2B5EF4-FFF2-40B4-BE49-F238E27FC236}">
                <a16:creationId xmlns:a16="http://schemas.microsoft.com/office/drawing/2014/main" id="{D38D5DB7-327A-41B5-90F2-CBC66EE13DB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717823" y="5100648"/>
            <a:ext cx="3262487" cy="1819441"/>
          </a:xfrm>
        </p:spPr>
        <p:txBody>
          <a:bodyPr lIns="0">
            <a:noAutofit/>
          </a:bodyPr>
          <a:lstStyle>
            <a:lvl1pPr marL="0" indent="0">
              <a:lnSpc>
                <a:spcPts val="1700"/>
              </a:lnSpc>
              <a:spcBef>
                <a:spcPts val="900"/>
              </a:spcBef>
              <a:buNone/>
              <a:defRPr sz="144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s-ES"/>
              <a:t>Ma </a:t>
            </a:r>
            <a:r>
              <a:rPr lang="es-ES" err="1"/>
              <a:t>vendest</a:t>
            </a:r>
            <a:r>
              <a:rPr lang="es-ES"/>
              <a:t> as qui </a:t>
            </a:r>
            <a:r>
              <a:rPr lang="es-ES" err="1"/>
              <a:t>beaPoribus</a:t>
            </a:r>
            <a:r>
              <a:rPr lang="es-ES"/>
              <a:t> </a:t>
            </a:r>
            <a:r>
              <a:rPr lang="es-ES" err="1"/>
              <a:t>reiciis</a:t>
            </a:r>
            <a:r>
              <a:rPr lang="es-ES"/>
              <a:t> </a:t>
            </a:r>
            <a:r>
              <a:rPr lang="es-ES" err="1"/>
              <a:t>conseque</a:t>
            </a:r>
            <a:r>
              <a:rPr lang="es-ES"/>
              <a:t> </a:t>
            </a:r>
            <a:r>
              <a:rPr lang="es-ES" err="1"/>
              <a:t>conempo</a:t>
            </a:r>
            <a:r>
              <a:rPr lang="es-ES"/>
              <a:t> </a:t>
            </a:r>
            <a:r>
              <a:rPr lang="es-ES" err="1"/>
              <a:t>ribusam</a:t>
            </a:r>
            <a:r>
              <a:rPr lang="es-ES"/>
              <a:t> </a:t>
            </a:r>
            <a:r>
              <a:rPr lang="es-ES" err="1"/>
              <a:t>enimincil</a:t>
            </a:r>
            <a:r>
              <a:rPr lang="es-ES"/>
              <a:t> </a:t>
            </a:r>
            <a:r>
              <a:rPr lang="es-ES" err="1"/>
              <a:t>molupta</a:t>
            </a:r>
            <a:r>
              <a:rPr lang="es-ES"/>
              <a:t> </a:t>
            </a:r>
            <a:r>
              <a:rPr lang="es-ES" err="1"/>
              <a:t>tiatesed</a:t>
            </a:r>
            <a:r>
              <a:rPr lang="es-ES"/>
              <a:t> qui, quid </a:t>
            </a:r>
            <a:r>
              <a:rPr lang="es-ES" err="1"/>
              <a:t>ullestrum</a:t>
            </a:r>
            <a:r>
              <a:rPr lang="es-ES"/>
              <a:t> quia </a:t>
            </a:r>
            <a:r>
              <a:rPr lang="es-ES" err="1"/>
              <a:t>estemqu</a:t>
            </a:r>
            <a:r>
              <a:rPr lang="es-ES"/>
              <a:t>.</a:t>
            </a:r>
          </a:p>
          <a:p>
            <a:pPr lvl="0"/>
            <a:r>
              <a:rPr lang="es-ES" err="1"/>
              <a:t>Estemque</a:t>
            </a:r>
            <a:r>
              <a:rPr lang="es-ES"/>
              <a:t> </a:t>
            </a:r>
            <a:r>
              <a:rPr lang="es-ES" err="1"/>
              <a:t>Lorem</a:t>
            </a:r>
            <a:r>
              <a:rPr lang="es-ES"/>
              <a:t> </a:t>
            </a:r>
            <a:r>
              <a:rPr lang="es-ES" err="1"/>
              <a:t>ipsum</a:t>
            </a:r>
            <a:r>
              <a:rPr lang="es-ES"/>
              <a:t> </a:t>
            </a:r>
            <a:r>
              <a:rPr lang="es-ES" err="1"/>
              <a:t>milupta</a:t>
            </a:r>
            <a:r>
              <a:rPr lang="es-ES"/>
              <a:t> </a:t>
            </a:r>
            <a:r>
              <a:rPr lang="es-ES" err="1"/>
              <a:t>tiatesed</a:t>
            </a:r>
            <a:r>
              <a:rPr lang="es-ES"/>
              <a:t> qui </a:t>
            </a:r>
            <a:r>
              <a:rPr lang="es-ES" err="1"/>
              <a:t>sit</a:t>
            </a:r>
            <a:r>
              <a:rPr lang="es-ES"/>
              <a:t> </a:t>
            </a:r>
            <a:r>
              <a:rPr lang="es-ES" err="1"/>
              <a:t>aut</a:t>
            </a:r>
            <a:r>
              <a:rPr lang="es-ES"/>
              <a:t> </a:t>
            </a:r>
            <a:r>
              <a:rPr lang="es-ES" err="1"/>
              <a:t>harit</a:t>
            </a:r>
            <a:r>
              <a:rPr lang="es-ES"/>
              <a:t>, </a:t>
            </a:r>
            <a:r>
              <a:rPr lang="es-ES" err="1"/>
              <a:t>quiadit</a:t>
            </a:r>
            <a:r>
              <a:rPr lang="es-ES"/>
              <a:t> </a:t>
            </a:r>
            <a:r>
              <a:rPr lang="es-ES" err="1"/>
              <a:t>samus</a:t>
            </a:r>
            <a:r>
              <a:rPr lang="es-ES"/>
              <a:t> </a:t>
            </a:r>
            <a:r>
              <a:rPr lang="es-ES" err="1"/>
              <a:t>amsa</a:t>
            </a:r>
            <a:r>
              <a:rPr lang="es-ES"/>
              <a:t> </a:t>
            </a:r>
            <a:r>
              <a:rPr lang="es-ES" err="1"/>
              <a:t>conse</a:t>
            </a:r>
            <a:r>
              <a:rPr lang="es-ES"/>
              <a:t> </a:t>
            </a:r>
            <a:r>
              <a:rPr lang="es-ES" err="1"/>
              <a:t>conet</a:t>
            </a:r>
            <a:r>
              <a:rPr lang="es-ES"/>
              <a:t> </a:t>
            </a:r>
            <a:r>
              <a:rPr lang="es-ES" err="1"/>
              <a:t>ullabor</a:t>
            </a:r>
            <a:r>
              <a:rPr lang="es-ES"/>
              <a:t>.</a:t>
            </a:r>
          </a:p>
        </p:txBody>
      </p:sp>
      <p:sp>
        <p:nvSpPr>
          <p:cNvPr id="16" name="Marcador de texto 17">
            <a:extLst>
              <a:ext uri="{FF2B5EF4-FFF2-40B4-BE49-F238E27FC236}">
                <a16:creationId xmlns:a16="http://schemas.microsoft.com/office/drawing/2014/main" id="{135959A0-73A1-4A20-8540-8FF5678BCD7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717823" y="4295110"/>
            <a:ext cx="2833509" cy="805538"/>
          </a:xfrm>
        </p:spPr>
        <p:txBody>
          <a:bodyPr lIns="0">
            <a:noAutofit/>
          </a:bodyPr>
          <a:lstStyle>
            <a:lvl1pPr marL="0" indent="0">
              <a:lnSpc>
                <a:spcPts val="2800"/>
              </a:lnSpc>
              <a:buNone/>
              <a:defRPr sz="2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s-ES" err="1"/>
              <a:t>Poribus</a:t>
            </a:r>
            <a:r>
              <a:rPr lang="es-ES"/>
              <a:t> </a:t>
            </a:r>
            <a:r>
              <a:rPr lang="es-ES" err="1"/>
              <a:t>reiciis</a:t>
            </a:r>
            <a:r>
              <a:rPr lang="es-ES"/>
              <a:t> </a:t>
            </a:r>
            <a:r>
              <a:rPr lang="es-ES" err="1"/>
              <a:t>conseque</a:t>
            </a:r>
            <a:endParaRPr lang="es-ES"/>
          </a:p>
        </p:txBody>
      </p:sp>
      <p:sp>
        <p:nvSpPr>
          <p:cNvPr id="17" name="Marcador de texto 17">
            <a:extLst>
              <a:ext uri="{FF2B5EF4-FFF2-40B4-BE49-F238E27FC236}">
                <a16:creationId xmlns:a16="http://schemas.microsoft.com/office/drawing/2014/main" id="{0255EA5E-DA24-4DFD-B54F-784F7AF35D5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731022" y="5100648"/>
            <a:ext cx="3262487" cy="1819441"/>
          </a:xfrm>
        </p:spPr>
        <p:txBody>
          <a:bodyPr lIns="0">
            <a:noAutofit/>
          </a:bodyPr>
          <a:lstStyle>
            <a:lvl1pPr marL="0" indent="0">
              <a:lnSpc>
                <a:spcPts val="1700"/>
              </a:lnSpc>
              <a:spcBef>
                <a:spcPts val="900"/>
              </a:spcBef>
              <a:buNone/>
              <a:defRPr sz="144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s-ES"/>
              <a:t>Ma </a:t>
            </a:r>
            <a:r>
              <a:rPr lang="es-ES" err="1"/>
              <a:t>vendest</a:t>
            </a:r>
            <a:r>
              <a:rPr lang="es-ES"/>
              <a:t> as qui </a:t>
            </a:r>
            <a:r>
              <a:rPr lang="es-ES" err="1"/>
              <a:t>beaPoribus</a:t>
            </a:r>
            <a:r>
              <a:rPr lang="es-ES"/>
              <a:t> </a:t>
            </a:r>
            <a:r>
              <a:rPr lang="es-ES" err="1"/>
              <a:t>reiciis</a:t>
            </a:r>
            <a:r>
              <a:rPr lang="es-ES"/>
              <a:t> </a:t>
            </a:r>
            <a:r>
              <a:rPr lang="es-ES" err="1"/>
              <a:t>conseque</a:t>
            </a:r>
            <a:r>
              <a:rPr lang="es-ES"/>
              <a:t> </a:t>
            </a:r>
            <a:r>
              <a:rPr lang="es-ES" err="1"/>
              <a:t>conempo</a:t>
            </a:r>
            <a:r>
              <a:rPr lang="es-ES"/>
              <a:t> </a:t>
            </a:r>
            <a:r>
              <a:rPr lang="es-ES" err="1"/>
              <a:t>ribusam</a:t>
            </a:r>
            <a:r>
              <a:rPr lang="es-ES"/>
              <a:t> </a:t>
            </a:r>
            <a:r>
              <a:rPr lang="es-ES" err="1"/>
              <a:t>enimincil</a:t>
            </a:r>
            <a:r>
              <a:rPr lang="es-ES"/>
              <a:t> </a:t>
            </a:r>
            <a:r>
              <a:rPr lang="es-ES" err="1"/>
              <a:t>molupta</a:t>
            </a:r>
            <a:r>
              <a:rPr lang="es-ES"/>
              <a:t> </a:t>
            </a:r>
            <a:r>
              <a:rPr lang="es-ES" err="1"/>
              <a:t>tiatesed</a:t>
            </a:r>
            <a:r>
              <a:rPr lang="es-ES"/>
              <a:t> qui, quid </a:t>
            </a:r>
            <a:r>
              <a:rPr lang="es-ES" err="1"/>
              <a:t>ullestrum</a:t>
            </a:r>
            <a:r>
              <a:rPr lang="es-ES"/>
              <a:t> quia </a:t>
            </a:r>
            <a:r>
              <a:rPr lang="es-ES" err="1"/>
              <a:t>estemqu</a:t>
            </a:r>
            <a:r>
              <a:rPr lang="es-ES"/>
              <a:t>.</a:t>
            </a:r>
          </a:p>
          <a:p>
            <a:pPr lvl="0"/>
            <a:r>
              <a:rPr lang="es-ES" err="1"/>
              <a:t>Estemque</a:t>
            </a:r>
            <a:r>
              <a:rPr lang="es-ES"/>
              <a:t> </a:t>
            </a:r>
            <a:r>
              <a:rPr lang="es-ES" err="1"/>
              <a:t>Lorem</a:t>
            </a:r>
            <a:r>
              <a:rPr lang="es-ES"/>
              <a:t> </a:t>
            </a:r>
            <a:r>
              <a:rPr lang="es-ES" err="1"/>
              <a:t>ipsum</a:t>
            </a:r>
            <a:r>
              <a:rPr lang="es-ES"/>
              <a:t> </a:t>
            </a:r>
            <a:r>
              <a:rPr lang="es-ES" err="1"/>
              <a:t>milupta</a:t>
            </a:r>
            <a:r>
              <a:rPr lang="es-ES"/>
              <a:t> </a:t>
            </a:r>
            <a:r>
              <a:rPr lang="es-ES" err="1"/>
              <a:t>tiatesed</a:t>
            </a:r>
            <a:r>
              <a:rPr lang="es-ES"/>
              <a:t> qui </a:t>
            </a:r>
            <a:r>
              <a:rPr lang="es-ES" err="1"/>
              <a:t>sit</a:t>
            </a:r>
            <a:r>
              <a:rPr lang="es-ES"/>
              <a:t> </a:t>
            </a:r>
            <a:r>
              <a:rPr lang="es-ES" err="1"/>
              <a:t>aut</a:t>
            </a:r>
            <a:r>
              <a:rPr lang="es-ES"/>
              <a:t> </a:t>
            </a:r>
            <a:r>
              <a:rPr lang="es-ES" err="1"/>
              <a:t>harit</a:t>
            </a:r>
            <a:r>
              <a:rPr lang="es-ES"/>
              <a:t>, </a:t>
            </a:r>
            <a:r>
              <a:rPr lang="es-ES" err="1"/>
              <a:t>quiadit</a:t>
            </a:r>
            <a:r>
              <a:rPr lang="es-ES"/>
              <a:t> </a:t>
            </a:r>
            <a:r>
              <a:rPr lang="es-ES" err="1"/>
              <a:t>samus</a:t>
            </a:r>
            <a:r>
              <a:rPr lang="es-ES"/>
              <a:t> </a:t>
            </a:r>
            <a:r>
              <a:rPr lang="es-ES" err="1"/>
              <a:t>amsa</a:t>
            </a:r>
            <a:r>
              <a:rPr lang="es-ES"/>
              <a:t> </a:t>
            </a:r>
            <a:r>
              <a:rPr lang="es-ES" err="1"/>
              <a:t>conse</a:t>
            </a:r>
            <a:r>
              <a:rPr lang="es-ES"/>
              <a:t> </a:t>
            </a:r>
            <a:r>
              <a:rPr lang="es-ES" err="1"/>
              <a:t>conet</a:t>
            </a:r>
            <a:r>
              <a:rPr lang="es-ES"/>
              <a:t> </a:t>
            </a:r>
            <a:r>
              <a:rPr lang="es-ES" err="1"/>
              <a:t>ullabor</a:t>
            </a:r>
            <a:r>
              <a:rPr lang="es-ES"/>
              <a:t>.</a:t>
            </a:r>
          </a:p>
        </p:txBody>
      </p:sp>
      <p:sp>
        <p:nvSpPr>
          <p:cNvPr id="18" name="Marcador de texto 17">
            <a:extLst>
              <a:ext uri="{FF2B5EF4-FFF2-40B4-BE49-F238E27FC236}">
                <a16:creationId xmlns:a16="http://schemas.microsoft.com/office/drawing/2014/main" id="{6E9F5C62-B4A7-41AD-B76A-EE9A620CFDB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731022" y="4295110"/>
            <a:ext cx="2833509" cy="805538"/>
          </a:xfrm>
        </p:spPr>
        <p:txBody>
          <a:bodyPr lIns="0">
            <a:noAutofit/>
          </a:bodyPr>
          <a:lstStyle>
            <a:lvl1pPr marL="0" indent="0">
              <a:lnSpc>
                <a:spcPts val="2800"/>
              </a:lnSpc>
              <a:buNone/>
              <a:defRPr sz="2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s-ES" err="1"/>
              <a:t>Poribus</a:t>
            </a:r>
            <a:r>
              <a:rPr lang="es-ES"/>
              <a:t> </a:t>
            </a:r>
            <a:r>
              <a:rPr lang="es-ES" err="1"/>
              <a:t>reiciis</a:t>
            </a:r>
            <a:r>
              <a:rPr lang="es-ES"/>
              <a:t> </a:t>
            </a:r>
            <a:r>
              <a:rPr lang="es-ES" err="1"/>
              <a:t>conseque</a:t>
            </a:r>
            <a:endParaRPr lang="es-ES"/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FA4665B7-FA7B-481D-B03C-01821A72BCB7}"/>
              </a:ext>
            </a:extLst>
          </p:cNvPr>
          <p:cNvSpPr txBox="1"/>
          <p:nvPr userDrawn="1"/>
        </p:nvSpPr>
        <p:spPr>
          <a:xfrm>
            <a:off x="10257964" y="7772943"/>
            <a:ext cx="4043094" cy="2400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960">
                <a:solidFill>
                  <a:srgbClr val="333333"/>
                </a:solidFill>
                <a:latin typeface="Century Gothic" panose="020B0502020202020204" pitchFamily="34" charset="0"/>
              </a:rPr>
              <a:t>© Copyright Universidad Europea. Todos los derechos reservados</a:t>
            </a:r>
            <a:endParaRPr lang="es-ES"/>
          </a:p>
        </p:txBody>
      </p:sp>
      <p:sp>
        <p:nvSpPr>
          <p:cNvPr id="28" name="Marcador de número de diapositiva 1">
            <a:extLst>
              <a:ext uri="{FF2B5EF4-FFF2-40B4-BE49-F238E27FC236}">
                <a16:creationId xmlns:a16="http://schemas.microsoft.com/office/drawing/2014/main" id="{8D50867C-CB97-40D7-9852-5217F1B68BFA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>
          <a:xfrm>
            <a:off x="7000489" y="7763089"/>
            <a:ext cx="629422" cy="395242"/>
          </a:xfrm>
        </p:spPr>
        <p:txBody>
          <a:bodyPr/>
          <a:lstStyle/>
          <a:p>
            <a:fld id="{B005B2D1-880E-4846-A216-7D6770BA1332}" type="slidenum">
              <a:rPr lang="es-ES" smtClean="0"/>
              <a:pPr/>
              <a:t>‹#›</a:t>
            </a:fld>
            <a:endParaRPr lang="es-ES"/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639C77E3-4418-4CF8-8DB6-6EAEF652764C}"/>
              </a:ext>
            </a:extLst>
          </p:cNvPr>
          <p:cNvSpPr/>
          <p:nvPr userDrawn="1"/>
        </p:nvSpPr>
        <p:spPr>
          <a:xfrm>
            <a:off x="521494" y="7543800"/>
            <a:ext cx="384969" cy="384969"/>
          </a:xfrm>
          <a:prstGeom prst="rect">
            <a:avLst/>
          </a:prstGeom>
          <a:solidFill>
            <a:srgbClr val="FF32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19" name="Gráfico 18">
            <a:extLst>
              <a:ext uri="{FF2B5EF4-FFF2-40B4-BE49-F238E27FC236}">
                <a16:creationId xmlns:a16="http://schemas.microsoft.com/office/drawing/2014/main" id="{35B930F3-1326-4124-9326-5D4EF0AF7D5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r="69936"/>
          <a:stretch/>
        </p:blipFill>
        <p:spPr>
          <a:xfrm>
            <a:off x="13723938" y="332974"/>
            <a:ext cx="420914" cy="38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285391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tacado rojo 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E0E9459-B8E5-4C8D-B2B6-4F0E78FC7B0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4630399" cy="8229599"/>
          </a:xfrm>
          <a:prstGeom prst="rect">
            <a:avLst/>
          </a:prstGeom>
        </p:spPr>
      </p:pic>
      <p:sp>
        <p:nvSpPr>
          <p:cNvPr id="12" name="Título 11">
            <a:extLst>
              <a:ext uri="{FF2B5EF4-FFF2-40B4-BE49-F238E27FC236}">
                <a16:creationId xmlns:a16="http://schemas.microsoft.com/office/drawing/2014/main" id="{E45EE8D0-3795-421B-8794-6F214183AE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06463" y="2321558"/>
            <a:ext cx="4811360" cy="1017545"/>
          </a:xfrm>
        </p:spPr>
        <p:txBody>
          <a:bodyPr lIns="0">
            <a:noAutofit/>
          </a:bodyPr>
          <a:lstStyle>
            <a:lvl1pPr>
              <a:defRPr sz="4300"/>
            </a:lvl1pPr>
          </a:lstStyle>
          <a:p>
            <a:r>
              <a:rPr lang="es-ES" err="1"/>
              <a:t>Lorem</a:t>
            </a:r>
            <a:r>
              <a:rPr lang="es-ES"/>
              <a:t> </a:t>
            </a:r>
            <a:r>
              <a:rPr lang="es-ES" err="1"/>
              <a:t>ipsum</a:t>
            </a:r>
            <a:r>
              <a:rPr lang="es-ES"/>
              <a:t> dolor </a:t>
            </a:r>
            <a:r>
              <a:rPr lang="es-ES" err="1"/>
              <a:t>sit</a:t>
            </a:r>
            <a:r>
              <a:rPr lang="es-ES"/>
              <a:t> </a:t>
            </a:r>
            <a:r>
              <a:rPr lang="es-ES" err="1"/>
              <a:t>ipsum</a:t>
            </a:r>
            <a:endParaRPr lang="es-ES"/>
          </a:p>
        </p:txBody>
      </p:sp>
      <p:sp>
        <p:nvSpPr>
          <p:cNvPr id="19" name="Marcador de texto 17">
            <a:extLst>
              <a:ext uri="{FF2B5EF4-FFF2-40B4-BE49-F238E27FC236}">
                <a16:creationId xmlns:a16="http://schemas.microsoft.com/office/drawing/2014/main" id="{35A5DA2D-4E6F-40F0-8594-B41F695D394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746685" y="2734672"/>
            <a:ext cx="2322846" cy="1098511"/>
          </a:xfrm>
        </p:spPr>
        <p:txBody>
          <a:bodyPr lIns="0">
            <a:noAutofit/>
          </a:bodyPr>
          <a:lstStyle>
            <a:lvl1pPr marL="0" indent="0" algn="ctr">
              <a:lnSpc>
                <a:spcPts val="1700"/>
              </a:lnSpc>
              <a:spcBef>
                <a:spcPts val="900"/>
              </a:spcBef>
              <a:buNone/>
              <a:defRPr sz="144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s-ES" err="1"/>
              <a:t>Conempo</a:t>
            </a:r>
            <a:r>
              <a:rPr lang="es-ES"/>
              <a:t> </a:t>
            </a:r>
            <a:r>
              <a:rPr lang="es-ES" err="1"/>
              <a:t>ribusameni-incil</a:t>
            </a:r>
            <a:r>
              <a:rPr lang="es-ES"/>
              <a:t> m </a:t>
            </a:r>
            <a:r>
              <a:rPr lang="es-ES" err="1"/>
              <a:t>Ortefec</a:t>
            </a:r>
            <a:r>
              <a:rPr lang="es-ES"/>
              <a:t> </a:t>
            </a:r>
            <a:r>
              <a:rPr lang="es-ES" err="1"/>
              <a:t>otemfacebem</a:t>
            </a:r>
            <a:r>
              <a:rPr lang="es-ES"/>
              <a:t> qui la </a:t>
            </a:r>
            <a:r>
              <a:rPr lang="es-ES" err="1"/>
              <a:t>vaste</a:t>
            </a:r>
            <a:r>
              <a:rPr lang="es-ES"/>
              <a:t> </a:t>
            </a:r>
            <a:r>
              <a:rPr lang="es-ES" err="1"/>
              <a:t>factabeme</a:t>
            </a:r>
            <a:r>
              <a:rPr lang="es-ES"/>
              <a:t> qui.</a:t>
            </a:r>
          </a:p>
        </p:txBody>
      </p:sp>
      <p:sp>
        <p:nvSpPr>
          <p:cNvPr id="20" name="Marcador de texto 17">
            <a:extLst>
              <a:ext uri="{FF2B5EF4-FFF2-40B4-BE49-F238E27FC236}">
                <a16:creationId xmlns:a16="http://schemas.microsoft.com/office/drawing/2014/main" id="{6F9A1F28-DDBB-46FB-AD57-A8D447F0945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746686" y="2251915"/>
            <a:ext cx="2322845" cy="462209"/>
          </a:xfrm>
        </p:spPr>
        <p:txBody>
          <a:bodyPr lIns="0">
            <a:normAutofit/>
          </a:bodyPr>
          <a:lstStyle>
            <a:lvl1pPr marL="0" indent="0" algn="ctr">
              <a:lnSpc>
                <a:spcPts val="2800"/>
              </a:lnSpc>
              <a:buNone/>
              <a:defRPr sz="2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s-ES" err="1"/>
              <a:t>Lorem</a:t>
            </a:r>
            <a:r>
              <a:rPr lang="es-ES"/>
              <a:t> </a:t>
            </a:r>
            <a:r>
              <a:rPr lang="es-ES" err="1"/>
              <a:t>ipsum</a:t>
            </a:r>
            <a:endParaRPr lang="es-ES"/>
          </a:p>
        </p:txBody>
      </p:sp>
      <p:sp>
        <p:nvSpPr>
          <p:cNvPr id="21" name="Marcador de texto 17">
            <a:extLst>
              <a:ext uri="{FF2B5EF4-FFF2-40B4-BE49-F238E27FC236}">
                <a16:creationId xmlns:a16="http://schemas.microsoft.com/office/drawing/2014/main" id="{B3CCE7E5-483B-4D05-A9C8-5D66C5A5739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06463" y="3616193"/>
            <a:ext cx="5699820" cy="3411330"/>
          </a:xfrm>
        </p:spPr>
        <p:txBody>
          <a:bodyPr lIns="0">
            <a:noAutofit/>
          </a:bodyPr>
          <a:lstStyle>
            <a:lvl1pPr marL="0" indent="0">
              <a:lnSpc>
                <a:spcPts val="1700"/>
              </a:lnSpc>
              <a:spcBef>
                <a:spcPts val="900"/>
              </a:spcBef>
              <a:buNone/>
              <a:defRPr sz="1440" b="0">
                <a:solidFill>
                  <a:srgbClr val="1E1E1E"/>
                </a:solidFill>
              </a:defRPr>
            </a:lvl1pPr>
          </a:lstStyle>
          <a:p>
            <a:pPr lvl="0"/>
            <a:r>
              <a:rPr lang="es-ES" err="1"/>
              <a:t>Poribus</a:t>
            </a:r>
            <a:r>
              <a:rPr lang="es-ES"/>
              <a:t> </a:t>
            </a:r>
            <a:r>
              <a:rPr lang="es-ES" err="1"/>
              <a:t>reiciis</a:t>
            </a:r>
            <a:r>
              <a:rPr lang="es-ES"/>
              <a:t> </a:t>
            </a:r>
            <a:r>
              <a:rPr lang="es-ES" err="1"/>
              <a:t>conseque</a:t>
            </a:r>
            <a:r>
              <a:rPr lang="es-ES"/>
              <a:t> </a:t>
            </a:r>
            <a:r>
              <a:rPr lang="es-ES" err="1"/>
              <a:t>conempo</a:t>
            </a:r>
            <a:r>
              <a:rPr lang="es-ES"/>
              <a:t> </a:t>
            </a:r>
            <a:r>
              <a:rPr lang="es-ES" err="1"/>
              <a:t>ribusam</a:t>
            </a:r>
            <a:r>
              <a:rPr lang="es-ES"/>
              <a:t> </a:t>
            </a:r>
            <a:r>
              <a:rPr lang="es-ES" err="1"/>
              <a:t>enimincil</a:t>
            </a:r>
            <a:r>
              <a:rPr lang="es-ES"/>
              <a:t> </a:t>
            </a:r>
            <a:r>
              <a:rPr lang="es-ES" err="1"/>
              <a:t>molupta</a:t>
            </a:r>
            <a:r>
              <a:rPr lang="es-ES"/>
              <a:t> </a:t>
            </a:r>
            <a:r>
              <a:rPr lang="es-ES" err="1"/>
              <a:t>tiatesed</a:t>
            </a:r>
            <a:r>
              <a:rPr lang="es-ES"/>
              <a:t> qui </a:t>
            </a:r>
            <a:r>
              <a:rPr lang="es-ES" err="1"/>
              <a:t>sit</a:t>
            </a:r>
            <a:r>
              <a:rPr lang="es-ES"/>
              <a:t> </a:t>
            </a:r>
            <a:r>
              <a:rPr lang="es-ES" err="1"/>
              <a:t>aut</a:t>
            </a:r>
            <a:r>
              <a:rPr lang="es-ES"/>
              <a:t> </a:t>
            </a:r>
            <a:r>
              <a:rPr lang="es-ES" err="1"/>
              <a:t>harit</a:t>
            </a:r>
            <a:r>
              <a:rPr lang="es-ES"/>
              <a:t>, </a:t>
            </a:r>
            <a:r>
              <a:rPr lang="es-ES" err="1"/>
              <a:t>quoditat</a:t>
            </a:r>
            <a:r>
              <a:rPr lang="es-ES"/>
              <a:t> mi, </a:t>
            </a:r>
            <a:r>
              <a:rPr lang="es-ES" err="1"/>
              <a:t>experum</a:t>
            </a:r>
            <a:r>
              <a:rPr lang="es-ES"/>
              <a:t> a </a:t>
            </a:r>
            <a:r>
              <a:rPr lang="es-ES" err="1"/>
              <a:t>conse</a:t>
            </a:r>
            <a:r>
              <a:rPr lang="es-ES"/>
              <a:t>.</a:t>
            </a:r>
          </a:p>
          <a:p>
            <a:pPr lvl="0"/>
            <a:r>
              <a:rPr lang="es-ES"/>
              <a:t> </a:t>
            </a:r>
            <a:r>
              <a:rPr lang="es-ES" err="1"/>
              <a:t>sequamet</a:t>
            </a:r>
            <a:r>
              <a:rPr lang="es-ES"/>
              <a:t>, quid </a:t>
            </a:r>
            <a:r>
              <a:rPr lang="es-ES" err="1"/>
              <a:t>ullestrum</a:t>
            </a:r>
            <a:r>
              <a:rPr lang="es-ES"/>
              <a:t> quia </a:t>
            </a:r>
            <a:r>
              <a:rPr lang="es-ES" err="1"/>
              <a:t>estemqu</a:t>
            </a:r>
            <a:r>
              <a:rPr lang="es-ES"/>
              <a:t> </a:t>
            </a:r>
            <a:r>
              <a:rPr lang="es-ES" err="1"/>
              <a:t>idun</a:t>
            </a:r>
            <a:r>
              <a:rPr lang="es-ES"/>
              <a:t> qui </a:t>
            </a:r>
            <a:r>
              <a:rPr lang="es-ES" err="1"/>
              <a:t>alitis</a:t>
            </a:r>
            <a:r>
              <a:rPr lang="es-ES"/>
              <a:t> </a:t>
            </a:r>
            <a:r>
              <a:rPr lang="es-ES" err="1"/>
              <a:t>harit</a:t>
            </a:r>
            <a:r>
              <a:rPr lang="es-ES"/>
              <a:t>, </a:t>
            </a:r>
            <a:r>
              <a:rPr lang="es-ES" err="1"/>
              <a:t>quoditat</a:t>
            </a:r>
            <a:r>
              <a:rPr lang="es-ES"/>
              <a:t> mi, </a:t>
            </a:r>
            <a:r>
              <a:rPr lang="es-ES" err="1"/>
              <a:t>experum</a:t>
            </a:r>
            <a:r>
              <a:rPr lang="es-ES"/>
              <a:t> a </a:t>
            </a:r>
            <a:r>
              <a:rPr lang="es-ES" err="1"/>
              <a:t>conse</a:t>
            </a:r>
            <a:r>
              <a:rPr lang="es-ES"/>
              <a:t> </a:t>
            </a:r>
            <a:r>
              <a:rPr lang="es-ES" err="1"/>
              <a:t>sequamet</a:t>
            </a:r>
            <a:r>
              <a:rPr lang="es-ES"/>
              <a:t>, quid </a:t>
            </a:r>
            <a:r>
              <a:rPr lang="es-ES" err="1"/>
              <a:t>ullestrum</a:t>
            </a:r>
            <a:r>
              <a:rPr lang="es-ES"/>
              <a:t> quia </a:t>
            </a:r>
            <a:r>
              <a:rPr lang="es-ES" err="1"/>
              <a:t>estemqu</a:t>
            </a:r>
            <a:r>
              <a:rPr lang="es-ES"/>
              <a:t> </a:t>
            </a:r>
            <a:r>
              <a:rPr lang="es-ES" err="1"/>
              <a:t>idun</a:t>
            </a:r>
            <a:r>
              <a:rPr lang="es-ES"/>
              <a:t> qui </a:t>
            </a:r>
            <a:r>
              <a:rPr lang="es-ES" err="1"/>
              <a:t>alitis</a:t>
            </a:r>
            <a:r>
              <a:rPr lang="es-ES"/>
              <a:t> </a:t>
            </a:r>
            <a:r>
              <a:rPr lang="es-ES" err="1"/>
              <a:t>harit</a:t>
            </a:r>
            <a:r>
              <a:rPr lang="es-ES"/>
              <a:t>, </a:t>
            </a:r>
            <a:r>
              <a:rPr lang="es-ES" err="1"/>
              <a:t>quoditat</a:t>
            </a:r>
            <a:r>
              <a:rPr lang="es-ES"/>
              <a:t> mi, </a:t>
            </a:r>
            <a:r>
              <a:rPr lang="es-ES" err="1"/>
              <a:t>experum</a:t>
            </a:r>
            <a:r>
              <a:rPr lang="es-ES"/>
              <a:t> a </a:t>
            </a:r>
            <a:r>
              <a:rPr lang="es-ES" err="1"/>
              <a:t>conse</a:t>
            </a:r>
            <a:r>
              <a:rPr lang="es-ES"/>
              <a:t> </a:t>
            </a:r>
            <a:r>
              <a:rPr lang="es-ES" err="1"/>
              <a:t>sequamet</a:t>
            </a:r>
            <a:r>
              <a:rPr lang="es-ES"/>
              <a:t>, quid </a:t>
            </a:r>
            <a:r>
              <a:rPr lang="es-ES" err="1"/>
              <a:t>ullestrum</a:t>
            </a:r>
            <a:r>
              <a:rPr lang="es-ES"/>
              <a:t> quia </a:t>
            </a:r>
            <a:r>
              <a:rPr lang="es-ES" err="1"/>
              <a:t>estemq</a:t>
            </a:r>
            <a:r>
              <a:rPr lang="es-ES"/>
              <a:t>.</a:t>
            </a:r>
          </a:p>
          <a:p>
            <a:pPr marL="0" marR="0" lvl="0" indent="0" algn="l" defTabSz="1097280" rtl="0" eaLnBrk="1" fontAlgn="auto" latinLnBrk="0" hangingPunct="1">
              <a:lnSpc>
                <a:spcPts val="1700"/>
              </a:lnSpc>
              <a:spcBef>
                <a:spcPts val="900"/>
              </a:spcBef>
              <a:spcAft>
                <a:spcPts val="0"/>
              </a:spcAft>
              <a:buClr>
                <a:srgbClr val="FF3228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es-ES" err="1"/>
              <a:t>Arupiet</a:t>
            </a:r>
            <a:r>
              <a:rPr lang="es-ES"/>
              <a:t> </a:t>
            </a:r>
            <a:r>
              <a:rPr lang="es-ES" err="1"/>
              <a:t>autest</a:t>
            </a:r>
            <a:r>
              <a:rPr lang="es-ES"/>
              <a:t> </a:t>
            </a:r>
            <a:r>
              <a:rPr lang="es-ES" err="1"/>
              <a:t>ent</a:t>
            </a:r>
            <a:r>
              <a:rPr lang="es-ES"/>
              <a:t> </a:t>
            </a:r>
            <a:r>
              <a:rPr lang="es-ES" err="1"/>
              <a:t>laudant</a:t>
            </a:r>
            <a:r>
              <a:rPr lang="es-ES"/>
              <a:t> ut </a:t>
            </a:r>
            <a:r>
              <a:rPr lang="es-ES" err="1"/>
              <a:t>eatur</a:t>
            </a:r>
            <a:r>
              <a:rPr lang="es-ES"/>
              <a:t>?</a:t>
            </a:r>
            <a:br>
              <a:rPr lang="es-ES"/>
            </a:br>
            <a:r>
              <a:rPr lang="es-ES" err="1"/>
              <a:t>experum</a:t>
            </a:r>
            <a:r>
              <a:rPr lang="es-ES"/>
              <a:t> a </a:t>
            </a:r>
            <a:r>
              <a:rPr lang="es-ES" err="1"/>
              <a:t>conse</a:t>
            </a:r>
            <a:r>
              <a:rPr lang="es-ES"/>
              <a:t> </a:t>
            </a:r>
            <a:r>
              <a:rPr lang="es-ES" err="1"/>
              <a:t>sequamet</a:t>
            </a:r>
            <a:r>
              <a:rPr lang="es-ES"/>
              <a:t>, quid </a:t>
            </a:r>
            <a:r>
              <a:rPr lang="es-ES" err="1"/>
              <a:t>ullestrum</a:t>
            </a:r>
            <a:r>
              <a:rPr lang="es-ES"/>
              <a:t> quia </a:t>
            </a:r>
            <a:r>
              <a:rPr lang="es-ES" err="1"/>
              <a:t>estemqu</a:t>
            </a:r>
            <a:r>
              <a:rPr lang="es-ES"/>
              <a:t> </a:t>
            </a:r>
            <a:r>
              <a:rPr lang="es-ES" err="1"/>
              <a:t>idun</a:t>
            </a:r>
            <a:r>
              <a:rPr lang="es-ES"/>
              <a:t> qui </a:t>
            </a:r>
            <a:r>
              <a:rPr lang="es-ES" err="1"/>
              <a:t>aliti</a:t>
            </a:r>
            <a:r>
              <a:rPr lang="es-ES"/>
              <a:t> </a:t>
            </a:r>
            <a:r>
              <a:rPr lang="es-ES" err="1"/>
              <a:t>Poribus</a:t>
            </a:r>
            <a:r>
              <a:rPr lang="es-ES"/>
              <a:t> </a:t>
            </a:r>
            <a:r>
              <a:rPr lang="es-ES" err="1"/>
              <a:t>reiciis</a:t>
            </a:r>
            <a:r>
              <a:rPr lang="es-ES"/>
              <a:t> </a:t>
            </a:r>
            <a:r>
              <a:rPr lang="es-ES" err="1"/>
              <a:t>conseque</a:t>
            </a:r>
            <a:r>
              <a:rPr lang="es-ES"/>
              <a:t> </a:t>
            </a:r>
            <a:r>
              <a:rPr lang="es-ES" err="1"/>
              <a:t>conempo</a:t>
            </a:r>
            <a:r>
              <a:rPr lang="es-ES"/>
              <a:t> </a:t>
            </a:r>
            <a:r>
              <a:rPr lang="es-ES" err="1"/>
              <a:t>ribusam</a:t>
            </a:r>
            <a:r>
              <a:rPr lang="es-ES"/>
              <a:t> </a:t>
            </a:r>
            <a:r>
              <a:rPr lang="es-ES" err="1"/>
              <a:t>enimincil</a:t>
            </a:r>
            <a:r>
              <a:rPr lang="es-ES"/>
              <a:t> </a:t>
            </a:r>
            <a:r>
              <a:rPr lang="es-ES" err="1"/>
              <a:t>molupta</a:t>
            </a:r>
            <a:r>
              <a:rPr lang="es-ES"/>
              <a:t> </a:t>
            </a:r>
            <a:r>
              <a:rPr lang="es-ES" err="1"/>
              <a:t>tiatesed</a:t>
            </a:r>
            <a:r>
              <a:rPr lang="es-ES"/>
              <a:t> qui </a:t>
            </a:r>
            <a:r>
              <a:rPr lang="es-ES" err="1"/>
              <a:t>sit</a:t>
            </a:r>
            <a:r>
              <a:rPr lang="es-ES"/>
              <a:t> </a:t>
            </a:r>
            <a:r>
              <a:rPr lang="es-ES" err="1"/>
              <a:t>aut</a:t>
            </a:r>
            <a:r>
              <a:rPr lang="es-ES"/>
              <a:t> </a:t>
            </a:r>
            <a:r>
              <a:rPr lang="es-ES" err="1"/>
              <a:t>harit</a:t>
            </a:r>
            <a:r>
              <a:rPr lang="es-ES"/>
              <a:t>, </a:t>
            </a:r>
            <a:r>
              <a:rPr lang="es-ES" err="1"/>
              <a:t>quoditat</a:t>
            </a:r>
            <a:r>
              <a:rPr lang="es-ES"/>
              <a:t> mi, </a:t>
            </a:r>
            <a:r>
              <a:rPr lang="es-ES" err="1"/>
              <a:t>experum</a:t>
            </a:r>
            <a:r>
              <a:rPr lang="es-ES"/>
              <a:t> a </a:t>
            </a:r>
            <a:r>
              <a:rPr lang="es-ES" err="1"/>
              <a:t>conse</a:t>
            </a:r>
            <a:r>
              <a:rPr lang="es-ES"/>
              <a:t> </a:t>
            </a:r>
            <a:r>
              <a:rPr lang="es-ES" err="1"/>
              <a:t>sequamet</a:t>
            </a:r>
            <a:r>
              <a:rPr lang="es-ES"/>
              <a:t>, quid </a:t>
            </a:r>
            <a:r>
              <a:rPr lang="es-ES" err="1"/>
              <a:t>ullestrum</a:t>
            </a:r>
            <a:r>
              <a:rPr lang="es-ES"/>
              <a:t> quia </a:t>
            </a:r>
            <a:r>
              <a:rPr lang="es-ES" err="1"/>
              <a:t>estemqu</a:t>
            </a:r>
            <a:r>
              <a:rPr lang="es-ES"/>
              <a:t> </a:t>
            </a:r>
            <a:r>
              <a:rPr lang="es-ES" err="1"/>
              <a:t>idun</a:t>
            </a:r>
            <a:r>
              <a:rPr lang="es-ES"/>
              <a:t> qui </a:t>
            </a:r>
            <a:r>
              <a:rPr lang="es-ES" err="1"/>
              <a:t>alitis</a:t>
            </a:r>
            <a:r>
              <a:rPr lang="es-ES"/>
              <a:t> </a:t>
            </a:r>
            <a:r>
              <a:rPr lang="es-ES" err="1"/>
              <a:t>harit</a:t>
            </a:r>
            <a:r>
              <a:rPr lang="es-ES"/>
              <a:t>, </a:t>
            </a:r>
            <a:r>
              <a:rPr lang="es-ES" err="1"/>
              <a:t>quoditat</a:t>
            </a:r>
            <a:r>
              <a:rPr lang="es-ES"/>
              <a:t> mi, </a:t>
            </a:r>
            <a:r>
              <a:rPr lang="es-ES" err="1"/>
              <a:t>experum</a:t>
            </a:r>
            <a:r>
              <a:rPr lang="es-ES"/>
              <a:t> a </a:t>
            </a:r>
            <a:r>
              <a:rPr lang="es-ES" err="1"/>
              <a:t>conse</a:t>
            </a:r>
            <a:r>
              <a:rPr lang="es-ES"/>
              <a:t> </a:t>
            </a:r>
            <a:r>
              <a:rPr lang="es-ES" err="1"/>
              <a:t>sequamet</a:t>
            </a:r>
            <a:r>
              <a:rPr lang="es-ES"/>
              <a:t>.</a:t>
            </a:r>
          </a:p>
        </p:txBody>
      </p:sp>
      <p:sp>
        <p:nvSpPr>
          <p:cNvPr id="23" name="Marcador de texto 17">
            <a:extLst>
              <a:ext uri="{FF2B5EF4-FFF2-40B4-BE49-F238E27FC236}">
                <a16:creationId xmlns:a16="http://schemas.microsoft.com/office/drawing/2014/main" id="{640C55DC-E61D-45D3-A700-DB5918588A9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0947549" y="2734672"/>
            <a:ext cx="2322846" cy="1098511"/>
          </a:xfrm>
        </p:spPr>
        <p:txBody>
          <a:bodyPr lIns="0">
            <a:noAutofit/>
          </a:bodyPr>
          <a:lstStyle>
            <a:lvl1pPr marL="0" indent="0" algn="ctr">
              <a:lnSpc>
                <a:spcPts val="1700"/>
              </a:lnSpc>
              <a:spcBef>
                <a:spcPts val="900"/>
              </a:spcBef>
              <a:buNone/>
              <a:defRPr sz="144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s-ES" err="1"/>
              <a:t>Conempo</a:t>
            </a:r>
            <a:r>
              <a:rPr lang="es-ES"/>
              <a:t> </a:t>
            </a:r>
            <a:r>
              <a:rPr lang="es-ES" err="1"/>
              <a:t>ribusameni-incil</a:t>
            </a:r>
            <a:r>
              <a:rPr lang="es-ES"/>
              <a:t> m </a:t>
            </a:r>
            <a:r>
              <a:rPr lang="es-ES" err="1"/>
              <a:t>Ortefec</a:t>
            </a:r>
            <a:r>
              <a:rPr lang="es-ES"/>
              <a:t> </a:t>
            </a:r>
            <a:r>
              <a:rPr lang="es-ES" err="1"/>
              <a:t>otemfacebem</a:t>
            </a:r>
            <a:r>
              <a:rPr lang="es-ES"/>
              <a:t> qui la </a:t>
            </a:r>
            <a:r>
              <a:rPr lang="es-ES" err="1"/>
              <a:t>vaste</a:t>
            </a:r>
            <a:r>
              <a:rPr lang="es-ES"/>
              <a:t> </a:t>
            </a:r>
            <a:r>
              <a:rPr lang="es-ES" err="1"/>
              <a:t>factabeme</a:t>
            </a:r>
            <a:r>
              <a:rPr lang="es-ES"/>
              <a:t> qui.</a:t>
            </a:r>
          </a:p>
        </p:txBody>
      </p:sp>
      <p:sp>
        <p:nvSpPr>
          <p:cNvPr id="24" name="Marcador de texto 17">
            <a:extLst>
              <a:ext uri="{FF2B5EF4-FFF2-40B4-BE49-F238E27FC236}">
                <a16:creationId xmlns:a16="http://schemas.microsoft.com/office/drawing/2014/main" id="{24A76FCA-CB34-4B58-8F61-D8981ED6F85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0947550" y="2251915"/>
            <a:ext cx="2322845" cy="462209"/>
          </a:xfrm>
        </p:spPr>
        <p:txBody>
          <a:bodyPr lIns="0">
            <a:normAutofit/>
          </a:bodyPr>
          <a:lstStyle>
            <a:lvl1pPr marL="0" indent="0" algn="ctr">
              <a:lnSpc>
                <a:spcPts val="2800"/>
              </a:lnSpc>
              <a:buNone/>
              <a:defRPr sz="2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s-ES" err="1"/>
              <a:t>Lorem</a:t>
            </a:r>
            <a:r>
              <a:rPr lang="es-ES"/>
              <a:t> </a:t>
            </a:r>
            <a:r>
              <a:rPr lang="es-ES" err="1"/>
              <a:t>ipsum</a:t>
            </a:r>
            <a:endParaRPr lang="es-ES"/>
          </a:p>
        </p:txBody>
      </p:sp>
      <p:sp>
        <p:nvSpPr>
          <p:cNvPr id="28" name="Marcador de texto 17">
            <a:extLst>
              <a:ext uri="{FF2B5EF4-FFF2-40B4-BE49-F238E27FC236}">
                <a16:creationId xmlns:a16="http://schemas.microsoft.com/office/drawing/2014/main" id="{952B7A81-FFDE-4C63-97B3-995F4AC8BA8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746685" y="6039330"/>
            <a:ext cx="2322846" cy="1098511"/>
          </a:xfrm>
        </p:spPr>
        <p:txBody>
          <a:bodyPr lIns="0">
            <a:noAutofit/>
          </a:bodyPr>
          <a:lstStyle>
            <a:lvl1pPr marL="0" indent="0" algn="ctr">
              <a:lnSpc>
                <a:spcPts val="1700"/>
              </a:lnSpc>
              <a:spcBef>
                <a:spcPts val="900"/>
              </a:spcBef>
              <a:buNone/>
              <a:defRPr sz="144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s-ES" err="1"/>
              <a:t>Conempo</a:t>
            </a:r>
            <a:r>
              <a:rPr lang="es-ES"/>
              <a:t> </a:t>
            </a:r>
            <a:r>
              <a:rPr lang="es-ES" err="1"/>
              <a:t>ribusameni-incil</a:t>
            </a:r>
            <a:r>
              <a:rPr lang="es-ES"/>
              <a:t> m </a:t>
            </a:r>
            <a:r>
              <a:rPr lang="es-ES" err="1"/>
              <a:t>Ortefec</a:t>
            </a:r>
            <a:r>
              <a:rPr lang="es-ES"/>
              <a:t> </a:t>
            </a:r>
            <a:r>
              <a:rPr lang="es-ES" err="1"/>
              <a:t>otemfacebem</a:t>
            </a:r>
            <a:r>
              <a:rPr lang="es-ES"/>
              <a:t> qui la </a:t>
            </a:r>
            <a:r>
              <a:rPr lang="es-ES" err="1"/>
              <a:t>vaste</a:t>
            </a:r>
            <a:r>
              <a:rPr lang="es-ES"/>
              <a:t> </a:t>
            </a:r>
            <a:r>
              <a:rPr lang="es-ES" err="1"/>
              <a:t>factabeme</a:t>
            </a:r>
            <a:r>
              <a:rPr lang="es-ES"/>
              <a:t> qui.</a:t>
            </a:r>
          </a:p>
        </p:txBody>
      </p:sp>
      <p:sp>
        <p:nvSpPr>
          <p:cNvPr id="29" name="Marcador de texto 17">
            <a:extLst>
              <a:ext uri="{FF2B5EF4-FFF2-40B4-BE49-F238E27FC236}">
                <a16:creationId xmlns:a16="http://schemas.microsoft.com/office/drawing/2014/main" id="{65652406-D231-444A-977F-5CA411D79B7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46686" y="5556573"/>
            <a:ext cx="2322845" cy="462209"/>
          </a:xfrm>
        </p:spPr>
        <p:txBody>
          <a:bodyPr lIns="0">
            <a:normAutofit/>
          </a:bodyPr>
          <a:lstStyle>
            <a:lvl1pPr marL="0" indent="0" algn="ctr">
              <a:lnSpc>
                <a:spcPts val="2800"/>
              </a:lnSpc>
              <a:buNone/>
              <a:defRPr sz="2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s-ES" err="1"/>
              <a:t>Lorem</a:t>
            </a:r>
            <a:r>
              <a:rPr lang="es-ES"/>
              <a:t> </a:t>
            </a:r>
            <a:r>
              <a:rPr lang="es-ES" err="1"/>
              <a:t>ipsum</a:t>
            </a:r>
            <a:endParaRPr lang="es-ES"/>
          </a:p>
        </p:txBody>
      </p:sp>
      <p:sp>
        <p:nvSpPr>
          <p:cNvPr id="30" name="Marcador de texto 17">
            <a:extLst>
              <a:ext uri="{FF2B5EF4-FFF2-40B4-BE49-F238E27FC236}">
                <a16:creationId xmlns:a16="http://schemas.microsoft.com/office/drawing/2014/main" id="{E4D2A615-C2E7-4A9B-A1AA-BB9CE7C687C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0947549" y="6039330"/>
            <a:ext cx="2322846" cy="1098511"/>
          </a:xfrm>
        </p:spPr>
        <p:txBody>
          <a:bodyPr lIns="0">
            <a:noAutofit/>
          </a:bodyPr>
          <a:lstStyle>
            <a:lvl1pPr marL="0" indent="0" algn="ctr">
              <a:lnSpc>
                <a:spcPts val="1700"/>
              </a:lnSpc>
              <a:spcBef>
                <a:spcPts val="900"/>
              </a:spcBef>
              <a:buNone/>
              <a:defRPr sz="144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s-ES" err="1"/>
              <a:t>Conempo</a:t>
            </a:r>
            <a:r>
              <a:rPr lang="es-ES"/>
              <a:t> </a:t>
            </a:r>
            <a:r>
              <a:rPr lang="es-ES" err="1"/>
              <a:t>ribusameni-incil</a:t>
            </a:r>
            <a:r>
              <a:rPr lang="es-ES"/>
              <a:t> m </a:t>
            </a:r>
            <a:r>
              <a:rPr lang="es-ES" err="1"/>
              <a:t>Ortefec</a:t>
            </a:r>
            <a:r>
              <a:rPr lang="es-ES"/>
              <a:t> </a:t>
            </a:r>
            <a:r>
              <a:rPr lang="es-ES" err="1"/>
              <a:t>otemfacebem</a:t>
            </a:r>
            <a:r>
              <a:rPr lang="es-ES"/>
              <a:t> qui la </a:t>
            </a:r>
            <a:r>
              <a:rPr lang="es-ES" err="1"/>
              <a:t>vaste</a:t>
            </a:r>
            <a:r>
              <a:rPr lang="es-ES"/>
              <a:t> </a:t>
            </a:r>
            <a:r>
              <a:rPr lang="es-ES" err="1"/>
              <a:t>factabeme</a:t>
            </a:r>
            <a:r>
              <a:rPr lang="es-ES"/>
              <a:t> qui.</a:t>
            </a:r>
          </a:p>
        </p:txBody>
      </p:sp>
      <p:sp>
        <p:nvSpPr>
          <p:cNvPr id="31" name="Marcador de texto 17">
            <a:extLst>
              <a:ext uri="{FF2B5EF4-FFF2-40B4-BE49-F238E27FC236}">
                <a16:creationId xmlns:a16="http://schemas.microsoft.com/office/drawing/2014/main" id="{672FC0A1-441D-4DF9-82A5-463E836C04E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0947550" y="5556573"/>
            <a:ext cx="2322845" cy="462209"/>
          </a:xfrm>
        </p:spPr>
        <p:txBody>
          <a:bodyPr lIns="0">
            <a:normAutofit/>
          </a:bodyPr>
          <a:lstStyle>
            <a:lvl1pPr marL="0" indent="0" algn="ctr">
              <a:lnSpc>
                <a:spcPts val="2800"/>
              </a:lnSpc>
              <a:buNone/>
              <a:defRPr sz="2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s-ES" err="1"/>
              <a:t>Lorem</a:t>
            </a:r>
            <a:r>
              <a:rPr lang="es-ES"/>
              <a:t> </a:t>
            </a:r>
            <a:r>
              <a:rPr lang="es-ES" err="1"/>
              <a:t>ipsum</a:t>
            </a:r>
            <a:endParaRPr lang="es-ES"/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644EF380-0C7D-45AD-A55E-F881B7F6A929}"/>
              </a:ext>
            </a:extLst>
          </p:cNvPr>
          <p:cNvSpPr txBox="1"/>
          <p:nvPr userDrawn="1"/>
        </p:nvSpPr>
        <p:spPr>
          <a:xfrm>
            <a:off x="10257964" y="7772943"/>
            <a:ext cx="4043094" cy="2400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960">
                <a:solidFill>
                  <a:srgbClr val="333333"/>
                </a:solidFill>
                <a:latin typeface="Century Gothic" panose="020B0502020202020204" pitchFamily="34" charset="0"/>
              </a:rPr>
              <a:t>© Copyright Universidad Europea. Todos los derechos reservados</a:t>
            </a:r>
            <a:endParaRPr lang="es-ES"/>
          </a:p>
        </p:txBody>
      </p:sp>
      <p:sp>
        <p:nvSpPr>
          <p:cNvPr id="26" name="Marcador de número de diapositiva 1">
            <a:extLst>
              <a:ext uri="{FF2B5EF4-FFF2-40B4-BE49-F238E27FC236}">
                <a16:creationId xmlns:a16="http://schemas.microsoft.com/office/drawing/2014/main" id="{557DF84F-68CD-4ED4-AF98-9ED42A626691}"/>
              </a:ext>
            </a:extLst>
          </p:cNvPr>
          <p:cNvSpPr>
            <a:spLocks noGrp="1"/>
          </p:cNvSpPr>
          <p:nvPr>
            <p:ph type="sldNum" sz="quarter" idx="39"/>
          </p:nvPr>
        </p:nvSpPr>
        <p:spPr>
          <a:xfrm>
            <a:off x="7000489" y="7763089"/>
            <a:ext cx="629422" cy="395242"/>
          </a:xfrm>
        </p:spPr>
        <p:txBody>
          <a:bodyPr/>
          <a:lstStyle/>
          <a:p>
            <a:fld id="{B005B2D1-880E-4846-A216-7D6770BA1332}" type="slidenum">
              <a:rPr lang="es-ES" smtClean="0"/>
              <a:pPr/>
              <a:t>‹#›</a:t>
            </a:fld>
            <a:endParaRPr lang="es-ES"/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54620D0E-5FB3-4449-B3FB-098759747B01}"/>
              </a:ext>
            </a:extLst>
          </p:cNvPr>
          <p:cNvSpPr/>
          <p:nvPr userDrawn="1"/>
        </p:nvSpPr>
        <p:spPr>
          <a:xfrm>
            <a:off x="521494" y="7543800"/>
            <a:ext cx="384969" cy="384969"/>
          </a:xfrm>
          <a:prstGeom prst="rect">
            <a:avLst/>
          </a:prstGeom>
          <a:solidFill>
            <a:srgbClr val="FF32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8AD7ECDB-3C05-4359-9990-A2DC139303D4}"/>
              </a:ext>
            </a:extLst>
          </p:cNvPr>
          <p:cNvSpPr/>
          <p:nvPr userDrawn="1"/>
        </p:nvSpPr>
        <p:spPr>
          <a:xfrm>
            <a:off x="762000" y="704851"/>
            <a:ext cx="1917700" cy="11004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18" name="Gráfico 17">
            <a:extLst>
              <a:ext uri="{FF2B5EF4-FFF2-40B4-BE49-F238E27FC236}">
                <a16:creationId xmlns:a16="http://schemas.microsoft.com/office/drawing/2014/main" id="{13820B1A-6554-4612-97C5-B3400B6E69B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r="69936"/>
          <a:stretch/>
        </p:blipFill>
        <p:spPr>
          <a:xfrm>
            <a:off x="13723938" y="332974"/>
            <a:ext cx="420914" cy="38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6874694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tacado colo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26986D22-5C54-45CD-801F-AFB0BE29005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4630399" cy="8229599"/>
          </a:xfrm>
          <a:prstGeom prst="rect">
            <a:avLst/>
          </a:prstGeom>
        </p:spPr>
      </p:pic>
      <p:sp>
        <p:nvSpPr>
          <p:cNvPr id="19" name="Marcador de texto 17">
            <a:extLst>
              <a:ext uri="{FF2B5EF4-FFF2-40B4-BE49-F238E27FC236}">
                <a16:creationId xmlns:a16="http://schemas.microsoft.com/office/drawing/2014/main" id="{35A5DA2D-4E6F-40F0-8594-B41F695D394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787781" y="2259914"/>
            <a:ext cx="2322846" cy="1511625"/>
          </a:xfrm>
        </p:spPr>
        <p:txBody>
          <a:bodyPr lIns="0">
            <a:noAutofit/>
          </a:bodyPr>
          <a:lstStyle>
            <a:lvl1pPr marL="0" indent="0" algn="l">
              <a:lnSpc>
                <a:spcPts val="1700"/>
              </a:lnSpc>
              <a:spcBef>
                <a:spcPts val="900"/>
              </a:spcBef>
              <a:buNone/>
              <a:defRPr sz="144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s-ES" err="1"/>
              <a:t>Conempo</a:t>
            </a:r>
            <a:r>
              <a:rPr lang="es-ES"/>
              <a:t> </a:t>
            </a:r>
            <a:r>
              <a:rPr lang="es-ES" err="1"/>
              <a:t>ribusameni-incil</a:t>
            </a:r>
            <a:r>
              <a:rPr lang="es-ES"/>
              <a:t> m </a:t>
            </a:r>
            <a:r>
              <a:rPr lang="es-ES" err="1"/>
              <a:t>Ortefec</a:t>
            </a:r>
            <a:r>
              <a:rPr lang="es-ES"/>
              <a:t> </a:t>
            </a:r>
            <a:r>
              <a:rPr lang="es-ES" err="1"/>
              <a:t>otemfacebem</a:t>
            </a:r>
            <a:r>
              <a:rPr lang="es-ES"/>
              <a:t> qui la </a:t>
            </a:r>
            <a:r>
              <a:rPr lang="es-ES" err="1"/>
              <a:t>vaste</a:t>
            </a:r>
            <a:r>
              <a:rPr lang="es-ES"/>
              <a:t> </a:t>
            </a:r>
            <a:r>
              <a:rPr lang="es-ES" err="1"/>
              <a:t>factabeme</a:t>
            </a:r>
            <a:r>
              <a:rPr lang="es-ES"/>
              <a:t> qui.</a:t>
            </a:r>
          </a:p>
        </p:txBody>
      </p:sp>
      <p:sp>
        <p:nvSpPr>
          <p:cNvPr id="21" name="Marcador de texto 17">
            <a:extLst>
              <a:ext uri="{FF2B5EF4-FFF2-40B4-BE49-F238E27FC236}">
                <a16:creationId xmlns:a16="http://schemas.microsoft.com/office/drawing/2014/main" id="{B3CCE7E5-483B-4D05-A9C8-5D66C5A5739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06463" y="3616193"/>
            <a:ext cx="5699820" cy="3411330"/>
          </a:xfrm>
        </p:spPr>
        <p:txBody>
          <a:bodyPr lIns="0">
            <a:noAutofit/>
          </a:bodyPr>
          <a:lstStyle>
            <a:lvl1pPr marL="0" indent="0">
              <a:lnSpc>
                <a:spcPts val="1700"/>
              </a:lnSpc>
              <a:spcBef>
                <a:spcPts val="900"/>
              </a:spcBef>
              <a:buNone/>
              <a:defRPr sz="1440" b="0">
                <a:solidFill>
                  <a:srgbClr val="1E1E1E"/>
                </a:solidFill>
              </a:defRPr>
            </a:lvl1pPr>
          </a:lstStyle>
          <a:p>
            <a:pPr lvl="0"/>
            <a:r>
              <a:rPr lang="es-ES" err="1"/>
              <a:t>Poribus</a:t>
            </a:r>
            <a:r>
              <a:rPr lang="es-ES"/>
              <a:t> </a:t>
            </a:r>
            <a:r>
              <a:rPr lang="es-ES" err="1"/>
              <a:t>reiciis</a:t>
            </a:r>
            <a:r>
              <a:rPr lang="es-ES"/>
              <a:t> </a:t>
            </a:r>
            <a:r>
              <a:rPr lang="es-ES" err="1"/>
              <a:t>conseque</a:t>
            </a:r>
            <a:r>
              <a:rPr lang="es-ES"/>
              <a:t> </a:t>
            </a:r>
            <a:r>
              <a:rPr lang="es-ES" err="1"/>
              <a:t>conempo</a:t>
            </a:r>
            <a:r>
              <a:rPr lang="es-ES"/>
              <a:t> </a:t>
            </a:r>
            <a:r>
              <a:rPr lang="es-ES" err="1"/>
              <a:t>ribusam</a:t>
            </a:r>
            <a:r>
              <a:rPr lang="es-ES"/>
              <a:t> </a:t>
            </a:r>
            <a:r>
              <a:rPr lang="es-ES" err="1"/>
              <a:t>enimincil</a:t>
            </a:r>
            <a:r>
              <a:rPr lang="es-ES"/>
              <a:t> </a:t>
            </a:r>
            <a:r>
              <a:rPr lang="es-ES" err="1"/>
              <a:t>molupta</a:t>
            </a:r>
            <a:r>
              <a:rPr lang="es-ES"/>
              <a:t> </a:t>
            </a:r>
            <a:r>
              <a:rPr lang="es-ES" err="1"/>
              <a:t>tiatesed</a:t>
            </a:r>
            <a:r>
              <a:rPr lang="es-ES"/>
              <a:t> qui </a:t>
            </a:r>
            <a:r>
              <a:rPr lang="es-ES" err="1"/>
              <a:t>sit</a:t>
            </a:r>
            <a:r>
              <a:rPr lang="es-ES"/>
              <a:t> </a:t>
            </a:r>
            <a:r>
              <a:rPr lang="es-ES" err="1"/>
              <a:t>aut</a:t>
            </a:r>
            <a:r>
              <a:rPr lang="es-ES"/>
              <a:t> </a:t>
            </a:r>
            <a:r>
              <a:rPr lang="es-ES" err="1"/>
              <a:t>harit</a:t>
            </a:r>
            <a:r>
              <a:rPr lang="es-ES"/>
              <a:t>, </a:t>
            </a:r>
            <a:r>
              <a:rPr lang="es-ES" err="1"/>
              <a:t>quoditat</a:t>
            </a:r>
            <a:r>
              <a:rPr lang="es-ES"/>
              <a:t> mi, </a:t>
            </a:r>
            <a:r>
              <a:rPr lang="es-ES" err="1"/>
              <a:t>experum</a:t>
            </a:r>
            <a:r>
              <a:rPr lang="es-ES"/>
              <a:t> a </a:t>
            </a:r>
            <a:r>
              <a:rPr lang="es-ES" err="1"/>
              <a:t>conse</a:t>
            </a:r>
            <a:r>
              <a:rPr lang="es-ES"/>
              <a:t>.</a:t>
            </a:r>
          </a:p>
          <a:p>
            <a:pPr lvl="0"/>
            <a:r>
              <a:rPr lang="es-ES"/>
              <a:t> </a:t>
            </a:r>
            <a:r>
              <a:rPr lang="es-ES" err="1"/>
              <a:t>sequamet</a:t>
            </a:r>
            <a:r>
              <a:rPr lang="es-ES"/>
              <a:t>, quid </a:t>
            </a:r>
            <a:r>
              <a:rPr lang="es-ES" err="1"/>
              <a:t>ullestrum</a:t>
            </a:r>
            <a:r>
              <a:rPr lang="es-ES"/>
              <a:t> quia </a:t>
            </a:r>
            <a:r>
              <a:rPr lang="es-ES" err="1"/>
              <a:t>estemqu</a:t>
            </a:r>
            <a:r>
              <a:rPr lang="es-ES"/>
              <a:t> </a:t>
            </a:r>
            <a:r>
              <a:rPr lang="es-ES" err="1"/>
              <a:t>idun</a:t>
            </a:r>
            <a:r>
              <a:rPr lang="es-ES"/>
              <a:t> qui </a:t>
            </a:r>
            <a:r>
              <a:rPr lang="es-ES" err="1"/>
              <a:t>alitis</a:t>
            </a:r>
            <a:r>
              <a:rPr lang="es-ES"/>
              <a:t> </a:t>
            </a:r>
            <a:r>
              <a:rPr lang="es-ES" err="1"/>
              <a:t>harit</a:t>
            </a:r>
            <a:r>
              <a:rPr lang="es-ES"/>
              <a:t>, </a:t>
            </a:r>
            <a:r>
              <a:rPr lang="es-ES" err="1"/>
              <a:t>quoditat</a:t>
            </a:r>
            <a:r>
              <a:rPr lang="es-ES"/>
              <a:t> mi, </a:t>
            </a:r>
            <a:r>
              <a:rPr lang="es-ES" err="1"/>
              <a:t>experum</a:t>
            </a:r>
            <a:r>
              <a:rPr lang="es-ES"/>
              <a:t> a </a:t>
            </a:r>
            <a:r>
              <a:rPr lang="es-ES" err="1"/>
              <a:t>conse</a:t>
            </a:r>
            <a:r>
              <a:rPr lang="es-ES"/>
              <a:t> </a:t>
            </a:r>
            <a:r>
              <a:rPr lang="es-ES" err="1"/>
              <a:t>sequamet</a:t>
            </a:r>
            <a:r>
              <a:rPr lang="es-ES"/>
              <a:t>, quid </a:t>
            </a:r>
            <a:r>
              <a:rPr lang="es-ES" err="1"/>
              <a:t>ullestrum</a:t>
            </a:r>
            <a:r>
              <a:rPr lang="es-ES"/>
              <a:t> quia </a:t>
            </a:r>
            <a:r>
              <a:rPr lang="es-ES" err="1"/>
              <a:t>estemqu</a:t>
            </a:r>
            <a:r>
              <a:rPr lang="es-ES"/>
              <a:t> </a:t>
            </a:r>
            <a:r>
              <a:rPr lang="es-ES" err="1"/>
              <a:t>idun</a:t>
            </a:r>
            <a:r>
              <a:rPr lang="es-ES"/>
              <a:t> qui </a:t>
            </a:r>
            <a:r>
              <a:rPr lang="es-ES" err="1"/>
              <a:t>alitis</a:t>
            </a:r>
            <a:r>
              <a:rPr lang="es-ES"/>
              <a:t> </a:t>
            </a:r>
            <a:r>
              <a:rPr lang="es-ES" err="1"/>
              <a:t>harit</a:t>
            </a:r>
            <a:r>
              <a:rPr lang="es-ES"/>
              <a:t>, </a:t>
            </a:r>
            <a:r>
              <a:rPr lang="es-ES" err="1"/>
              <a:t>quoditat</a:t>
            </a:r>
            <a:r>
              <a:rPr lang="es-ES"/>
              <a:t> mi, </a:t>
            </a:r>
            <a:r>
              <a:rPr lang="es-ES" err="1"/>
              <a:t>experum</a:t>
            </a:r>
            <a:r>
              <a:rPr lang="es-ES"/>
              <a:t> a </a:t>
            </a:r>
            <a:r>
              <a:rPr lang="es-ES" err="1"/>
              <a:t>conse</a:t>
            </a:r>
            <a:r>
              <a:rPr lang="es-ES"/>
              <a:t> </a:t>
            </a:r>
            <a:r>
              <a:rPr lang="es-ES" err="1"/>
              <a:t>sequamet</a:t>
            </a:r>
            <a:r>
              <a:rPr lang="es-ES"/>
              <a:t>, quid </a:t>
            </a:r>
            <a:r>
              <a:rPr lang="es-ES" err="1"/>
              <a:t>ullestrum</a:t>
            </a:r>
            <a:r>
              <a:rPr lang="es-ES"/>
              <a:t> quia </a:t>
            </a:r>
            <a:r>
              <a:rPr lang="es-ES" err="1"/>
              <a:t>estemq</a:t>
            </a:r>
            <a:r>
              <a:rPr lang="es-ES"/>
              <a:t>.</a:t>
            </a:r>
          </a:p>
          <a:p>
            <a:pPr marL="0" marR="0" lvl="0" indent="0" algn="l" defTabSz="1097280" rtl="0" eaLnBrk="1" fontAlgn="auto" latinLnBrk="0" hangingPunct="1">
              <a:lnSpc>
                <a:spcPts val="1700"/>
              </a:lnSpc>
              <a:spcBef>
                <a:spcPts val="900"/>
              </a:spcBef>
              <a:spcAft>
                <a:spcPts val="0"/>
              </a:spcAft>
              <a:buClr>
                <a:srgbClr val="FF3228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es-ES" err="1"/>
              <a:t>Arupiet</a:t>
            </a:r>
            <a:r>
              <a:rPr lang="es-ES"/>
              <a:t> </a:t>
            </a:r>
            <a:r>
              <a:rPr lang="es-ES" err="1"/>
              <a:t>autest</a:t>
            </a:r>
            <a:r>
              <a:rPr lang="es-ES"/>
              <a:t> </a:t>
            </a:r>
            <a:r>
              <a:rPr lang="es-ES" err="1"/>
              <a:t>ent</a:t>
            </a:r>
            <a:r>
              <a:rPr lang="es-ES"/>
              <a:t> </a:t>
            </a:r>
            <a:r>
              <a:rPr lang="es-ES" err="1"/>
              <a:t>laudant</a:t>
            </a:r>
            <a:r>
              <a:rPr lang="es-ES"/>
              <a:t> ut </a:t>
            </a:r>
            <a:r>
              <a:rPr lang="es-ES" err="1"/>
              <a:t>eatur</a:t>
            </a:r>
            <a:r>
              <a:rPr lang="es-ES"/>
              <a:t>?</a:t>
            </a:r>
            <a:br>
              <a:rPr lang="es-ES"/>
            </a:br>
            <a:r>
              <a:rPr lang="es-ES" err="1"/>
              <a:t>experum</a:t>
            </a:r>
            <a:r>
              <a:rPr lang="es-ES"/>
              <a:t> a </a:t>
            </a:r>
            <a:r>
              <a:rPr lang="es-ES" err="1"/>
              <a:t>conse</a:t>
            </a:r>
            <a:r>
              <a:rPr lang="es-ES"/>
              <a:t> </a:t>
            </a:r>
            <a:r>
              <a:rPr lang="es-ES" err="1"/>
              <a:t>sequamet</a:t>
            </a:r>
            <a:r>
              <a:rPr lang="es-ES"/>
              <a:t>, quid </a:t>
            </a:r>
            <a:r>
              <a:rPr lang="es-ES" err="1"/>
              <a:t>ullestrum</a:t>
            </a:r>
            <a:r>
              <a:rPr lang="es-ES"/>
              <a:t> quia </a:t>
            </a:r>
            <a:r>
              <a:rPr lang="es-ES" err="1"/>
              <a:t>estemqu</a:t>
            </a:r>
            <a:r>
              <a:rPr lang="es-ES"/>
              <a:t> </a:t>
            </a:r>
            <a:r>
              <a:rPr lang="es-ES" err="1"/>
              <a:t>idun</a:t>
            </a:r>
            <a:r>
              <a:rPr lang="es-ES"/>
              <a:t> qui </a:t>
            </a:r>
            <a:r>
              <a:rPr lang="es-ES" err="1"/>
              <a:t>aliti</a:t>
            </a:r>
            <a:r>
              <a:rPr lang="es-ES"/>
              <a:t> </a:t>
            </a:r>
            <a:r>
              <a:rPr lang="es-ES" err="1"/>
              <a:t>Poribus</a:t>
            </a:r>
            <a:r>
              <a:rPr lang="es-ES"/>
              <a:t> </a:t>
            </a:r>
            <a:r>
              <a:rPr lang="es-ES" err="1"/>
              <a:t>reiciis</a:t>
            </a:r>
            <a:r>
              <a:rPr lang="es-ES"/>
              <a:t> </a:t>
            </a:r>
            <a:r>
              <a:rPr lang="es-ES" err="1"/>
              <a:t>conseque</a:t>
            </a:r>
            <a:r>
              <a:rPr lang="es-ES"/>
              <a:t> </a:t>
            </a:r>
            <a:r>
              <a:rPr lang="es-ES" err="1"/>
              <a:t>conempo</a:t>
            </a:r>
            <a:r>
              <a:rPr lang="es-ES"/>
              <a:t> </a:t>
            </a:r>
            <a:r>
              <a:rPr lang="es-ES" err="1"/>
              <a:t>ribusam</a:t>
            </a:r>
            <a:r>
              <a:rPr lang="es-ES"/>
              <a:t> </a:t>
            </a:r>
            <a:r>
              <a:rPr lang="es-ES" err="1"/>
              <a:t>enimincil</a:t>
            </a:r>
            <a:r>
              <a:rPr lang="es-ES"/>
              <a:t> </a:t>
            </a:r>
            <a:r>
              <a:rPr lang="es-ES" err="1"/>
              <a:t>molupta</a:t>
            </a:r>
            <a:r>
              <a:rPr lang="es-ES"/>
              <a:t> </a:t>
            </a:r>
            <a:r>
              <a:rPr lang="es-ES" err="1"/>
              <a:t>tiatesed</a:t>
            </a:r>
            <a:r>
              <a:rPr lang="es-ES"/>
              <a:t> qui </a:t>
            </a:r>
            <a:r>
              <a:rPr lang="es-ES" err="1"/>
              <a:t>sit</a:t>
            </a:r>
            <a:r>
              <a:rPr lang="es-ES"/>
              <a:t> </a:t>
            </a:r>
            <a:r>
              <a:rPr lang="es-ES" err="1"/>
              <a:t>aut</a:t>
            </a:r>
            <a:r>
              <a:rPr lang="es-ES"/>
              <a:t> </a:t>
            </a:r>
            <a:r>
              <a:rPr lang="es-ES" err="1"/>
              <a:t>harit</a:t>
            </a:r>
            <a:r>
              <a:rPr lang="es-ES"/>
              <a:t>, </a:t>
            </a:r>
            <a:r>
              <a:rPr lang="es-ES" err="1"/>
              <a:t>quoditat</a:t>
            </a:r>
            <a:r>
              <a:rPr lang="es-ES"/>
              <a:t> mi, </a:t>
            </a:r>
            <a:r>
              <a:rPr lang="es-ES" err="1"/>
              <a:t>experum</a:t>
            </a:r>
            <a:r>
              <a:rPr lang="es-ES"/>
              <a:t> a </a:t>
            </a:r>
            <a:r>
              <a:rPr lang="es-ES" err="1"/>
              <a:t>conse</a:t>
            </a:r>
            <a:r>
              <a:rPr lang="es-ES"/>
              <a:t> </a:t>
            </a:r>
            <a:r>
              <a:rPr lang="es-ES" err="1"/>
              <a:t>sequamet</a:t>
            </a:r>
            <a:r>
              <a:rPr lang="es-ES"/>
              <a:t>, quid </a:t>
            </a:r>
            <a:r>
              <a:rPr lang="es-ES" err="1"/>
              <a:t>ullestrum</a:t>
            </a:r>
            <a:r>
              <a:rPr lang="es-ES"/>
              <a:t> quia </a:t>
            </a:r>
            <a:r>
              <a:rPr lang="es-ES" err="1"/>
              <a:t>estemqu</a:t>
            </a:r>
            <a:r>
              <a:rPr lang="es-ES"/>
              <a:t> </a:t>
            </a:r>
            <a:r>
              <a:rPr lang="es-ES" err="1"/>
              <a:t>idun</a:t>
            </a:r>
            <a:r>
              <a:rPr lang="es-ES"/>
              <a:t> qui </a:t>
            </a:r>
            <a:r>
              <a:rPr lang="es-ES" err="1"/>
              <a:t>alitis</a:t>
            </a:r>
            <a:r>
              <a:rPr lang="es-ES"/>
              <a:t> </a:t>
            </a:r>
            <a:r>
              <a:rPr lang="es-ES" err="1"/>
              <a:t>harit</a:t>
            </a:r>
            <a:r>
              <a:rPr lang="es-ES"/>
              <a:t>, </a:t>
            </a:r>
            <a:r>
              <a:rPr lang="es-ES" err="1"/>
              <a:t>quoditat</a:t>
            </a:r>
            <a:r>
              <a:rPr lang="es-ES"/>
              <a:t> mi, </a:t>
            </a:r>
            <a:r>
              <a:rPr lang="es-ES" err="1"/>
              <a:t>experum</a:t>
            </a:r>
            <a:r>
              <a:rPr lang="es-ES"/>
              <a:t> a </a:t>
            </a:r>
            <a:r>
              <a:rPr lang="es-ES" err="1"/>
              <a:t>conse</a:t>
            </a:r>
            <a:r>
              <a:rPr lang="es-ES"/>
              <a:t> </a:t>
            </a:r>
            <a:r>
              <a:rPr lang="es-ES" err="1"/>
              <a:t>sequamet</a:t>
            </a:r>
            <a:r>
              <a:rPr lang="es-ES"/>
              <a:t>.</a:t>
            </a:r>
          </a:p>
        </p:txBody>
      </p:sp>
      <p:sp>
        <p:nvSpPr>
          <p:cNvPr id="22" name="Marcador de texto 17">
            <a:extLst>
              <a:ext uri="{FF2B5EF4-FFF2-40B4-BE49-F238E27FC236}">
                <a16:creationId xmlns:a16="http://schemas.microsoft.com/office/drawing/2014/main" id="{114F4AE1-74F7-4029-901C-5429DFBF3F8C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787781" y="1948037"/>
            <a:ext cx="2322846" cy="311877"/>
          </a:xfrm>
        </p:spPr>
        <p:txBody>
          <a:bodyPr lIns="0">
            <a:noAutofit/>
          </a:bodyPr>
          <a:lstStyle>
            <a:lvl1pPr marL="0" indent="0" algn="l">
              <a:lnSpc>
                <a:spcPts val="1700"/>
              </a:lnSpc>
              <a:spcBef>
                <a:spcPts val="900"/>
              </a:spcBef>
              <a:buNone/>
              <a:defRPr sz="144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s-ES" err="1"/>
              <a:t>Lorem</a:t>
            </a:r>
            <a:r>
              <a:rPr lang="es-ES"/>
              <a:t> </a:t>
            </a:r>
            <a:r>
              <a:rPr lang="es-ES" err="1"/>
              <a:t>ipsum</a:t>
            </a:r>
            <a:endParaRPr lang="es-ES"/>
          </a:p>
        </p:txBody>
      </p:sp>
      <p:sp>
        <p:nvSpPr>
          <p:cNvPr id="26" name="Marcador de texto 17">
            <a:extLst>
              <a:ext uri="{FF2B5EF4-FFF2-40B4-BE49-F238E27FC236}">
                <a16:creationId xmlns:a16="http://schemas.microsoft.com/office/drawing/2014/main" id="{2BD66F45-9FAC-43B8-83DB-5241323618B8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0991071" y="2259914"/>
            <a:ext cx="2322846" cy="1511625"/>
          </a:xfrm>
        </p:spPr>
        <p:txBody>
          <a:bodyPr lIns="0">
            <a:noAutofit/>
          </a:bodyPr>
          <a:lstStyle>
            <a:lvl1pPr marL="0" indent="0" algn="l">
              <a:lnSpc>
                <a:spcPts val="1700"/>
              </a:lnSpc>
              <a:spcBef>
                <a:spcPts val="900"/>
              </a:spcBef>
              <a:buNone/>
              <a:defRPr sz="144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s-ES" err="1"/>
              <a:t>Conempo</a:t>
            </a:r>
            <a:r>
              <a:rPr lang="es-ES"/>
              <a:t> </a:t>
            </a:r>
            <a:r>
              <a:rPr lang="es-ES" err="1"/>
              <a:t>ribusameni-incil</a:t>
            </a:r>
            <a:r>
              <a:rPr lang="es-ES"/>
              <a:t> m </a:t>
            </a:r>
            <a:r>
              <a:rPr lang="es-ES" err="1"/>
              <a:t>Ortefec</a:t>
            </a:r>
            <a:r>
              <a:rPr lang="es-ES"/>
              <a:t> </a:t>
            </a:r>
            <a:r>
              <a:rPr lang="es-ES" err="1"/>
              <a:t>otemfacebem</a:t>
            </a:r>
            <a:r>
              <a:rPr lang="es-ES"/>
              <a:t> qui la </a:t>
            </a:r>
            <a:r>
              <a:rPr lang="es-ES" err="1"/>
              <a:t>vaste</a:t>
            </a:r>
            <a:r>
              <a:rPr lang="es-ES"/>
              <a:t> </a:t>
            </a:r>
            <a:r>
              <a:rPr lang="es-ES" err="1"/>
              <a:t>factabeme</a:t>
            </a:r>
            <a:r>
              <a:rPr lang="es-ES"/>
              <a:t> qui.</a:t>
            </a:r>
          </a:p>
        </p:txBody>
      </p:sp>
      <p:sp>
        <p:nvSpPr>
          <p:cNvPr id="35" name="Marcador de texto 17">
            <a:extLst>
              <a:ext uri="{FF2B5EF4-FFF2-40B4-BE49-F238E27FC236}">
                <a16:creationId xmlns:a16="http://schemas.microsoft.com/office/drawing/2014/main" id="{1713EFFF-367D-483D-B0D0-22B12F47843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991071" y="1948037"/>
            <a:ext cx="2322846" cy="311877"/>
          </a:xfrm>
        </p:spPr>
        <p:txBody>
          <a:bodyPr lIns="0">
            <a:noAutofit/>
          </a:bodyPr>
          <a:lstStyle>
            <a:lvl1pPr marL="0" indent="0" algn="l">
              <a:lnSpc>
                <a:spcPts val="1700"/>
              </a:lnSpc>
              <a:spcBef>
                <a:spcPts val="900"/>
              </a:spcBef>
              <a:buNone/>
              <a:defRPr sz="144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s-ES" err="1"/>
              <a:t>Lorem</a:t>
            </a:r>
            <a:r>
              <a:rPr lang="es-ES"/>
              <a:t> </a:t>
            </a:r>
            <a:r>
              <a:rPr lang="es-ES" err="1"/>
              <a:t>ipsum</a:t>
            </a:r>
            <a:endParaRPr lang="es-ES"/>
          </a:p>
        </p:txBody>
      </p:sp>
      <p:sp>
        <p:nvSpPr>
          <p:cNvPr id="36" name="Marcador de texto 17">
            <a:extLst>
              <a:ext uri="{FF2B5EF4-FFF2-40B4-BE49-F238E27FC236}">
                <a16:creationId xmlns:a16="http://schemas.microsoft.com/office/drawing/2014/main" id="{F071EB78-1826-4A44-AEF0-39004E6D4A0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7787781" y="5475053"/>
            <a:ext cx="2322846" cy="1511625"/>
          </a:xfrm>
        </p:spPr>
        <p:txBody>
          <a:bodyPr lIns="0">
            <a:noAutofit/>
          </a:bodyPr>
          <a:lstStyle>
            <a:lvl1pPr marL="0" indent="0" algn="l">
              <a:lnSpc>
                <a:spcPts val="1700"/>
              </a:lnSpc>
              <a:spcBef>
                <a:spcPts val="900"/>
              </a:spcBef>
              <a:buNone/>
              <a:defRPr sz="144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s-ES" err="1"/>
              <a:t>Conempo</a:t>
            </a:r>
            <a:r>
              <a:rPr lang="es-ES"/>
              <a:t> </a:t>
            </a:r>
            <a:r>
              <a:rPr lang="es-ES" err="1"/>
              <a:t>ribusameni-incil</a:t>
            </a:r>
            <a:r>
              <a:rPr lang="es-ES"/>
              <a:t> m </a:t>
            </a:r>
            <a:r>
              <a:rPr lang="es-ES" err="1"/>
              <a:t>Ortefec</a:t>
            </a:r>
            <a:r>
              <a:rPr lang="es-ES"/>
              <a:t> </a:t>
            </a:r>
            <a:r>
              <a:rPr lang="es-ES" err="1"/>
              <a:t>otemfacebem</a:t>
            </a:r>
            <a:r>
              <a:rPr lang="es-ES"/>
              <a:t> qui la </a:t>
            </a:r>
            <a:r>
              <a:rPr lang="es-ES" err="1"/>
              <a:t>vaste</a:t>
            </a:r>
            <a:r>
              <a:rPr lang="es-ES"/>
              <a:t> </a:t>
            </a:r>
            <a:r>
              <a:rPr lang="es-ES" err="1"/>
              <a:t>factabeme</a:t>
            </a:r>
            <a:r>
              <a:rPr lang="es-ES"/>
              <a:t> qui.</a:t>
            </a:r>
          </a:p>
        </p:txBody>
      </p:sp>
      <p:sp>
        <p:nvSpPr>
          <p:cNvPr id="38" name="Marcador de texto 17">
            <a:extLst>
              <a:ext uri="{FF2B5EF4-FFF2-40B4-BE49-F238E27FC236}">
                <a16:creationId xmlns:a16="http://schemas.microsoft.com/office/drawing/2014/main" id="{3DE0E9A8-85D2-4F48-8695-20F26F121594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7787781" y="5163176"/>
            <a:ext cx="2322846" cy="311877"/>
          </a:xfrm>
        </p:spPr>
        <p:txBody>
          <a:bodyPr lIns="0">
            <a:noAutofit/>
          </a:bodyPr>
          <a:lstStyle>
            <a:lvl1pPr marL="0" indent="0" algn="l">
              <a:lnSpc>
                <a:spcPts val="1700"/>
              </a:lnSpc>
              <a:spcBef>
                <a:spcPts val="900"/>
              </a:spcBef>
              <a:buNone/>
              <a:defRPr sz="144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s-ES" err="1"/>
              <a:t>Lorem</a:t>
            </a:r>
            <a:r>
              <a:rPr lang="es-ES"/>
              <a:t> </a:t>
            </a:r>
            <a:r>
              <a:rPr lang="es-ES" err="1"/>
              <a:t>ipsum</a:t>
            </a:r>
            <a:endParaRPr lang="es-ES"/>
          </a:p>
        </p:txBody>
      </p:sp>
      <p:sp>
        <p:nvSpPr>
          <p:cNvPr id="39" name="Marcador de texto 17">
            <a:extLst>
              <a:ext uri="{FF2B5EF4-FFF2-40B4-BE49-F238E27FC236}">
                <a16:creationId xmlns:a16="http://schemas.microsoft.com/office/drawing/2014/main" id="{C83C1353-E0DC-4E36-A5D1-984917E34AEA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0991071" y="5475053"/>
            <a:ext cx="2322846" cy="1511625"/>
          </a:xfrm>
        </p:spPr>
        <p:txBody>
          <a:bodyPr lIns="0">
            <a:noAutofit/>
          </a:bodyPr>
          <a:lstStyle>
            <a:lvl1pPr marL="0" indent="0" algn="l">
              <a:lnSpc>
                <a:spcPts val="1700"/>
              </a:lnSpc>
              <a:spcBef>
                <a:spcPts val="900"/>
              </a:spcBef>
              <a:buNone/>
              <a:defRPr sz="144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s-ES" err="1"/>
              <a:t>Conempo</a:t>
            </a:r>
            <a:r>
              <a:rPr lang="es-ES"/>
              <a:t> </a:t>
            </a:r>
            <a:r>
              <a:rPr lang="es-ES" err="1"/>
              <a:t>ribusameni-incil</a:t>
            </a:r>
            <a:r>
              <a:rPr lang="es-ES"/>
              <a:t> m </a:t>
            </a:r>
            <a:r>
              <a:rPr lang="es-ES" err="1"/>
              <a:t>Ortefec</a:t>
            </a:r>
            <a:r>
              <a:rPr lang="es-ES"/>
              <a:t> </a:t>
            </a:r>
            <a:r>
              <a:rPr lang="es-ES" err="1"/>
              <a:t>otemfacebem</a:t>
            </a:r>
            <a:r>
              <a:rPr lang="es-ES"/>
              <a:t> qui la </a:t>
            </a:r>
            <a:r>
              <a:rPr lang="es-ES" err="1"/>
              <a:t>vaste</a:t>
            </a:r>
            <a:r>
              <a:rPr lang="es-ES"/>
              <a:t> </a:t>
            </a:r>
            <a:r>
              <a:rPr lang="es-ES" err="1"/>
              <a:t>factabeme</a:t>
            </a:r>
            <a:r>
              <a:rPr lang="es-ES"/>
              <a:t> qui.</a:t>
            </a:r>
          </a:p>
        </p:txBody>
      </p:sp>
      <p:sp>
        <p:nvSpPr>
          <p:cNvPr id="41" name="Marcador de texto 17">
            <a:extLst>
              <a:ext uri="{FF2B5EF4-FFF2-40B4-BE49-F238E27FC236}">
                <a16:creationId xmlns:a16="http://schemas.microsoft.com/office/drawing/2014/main" id="{DEEB8856-EE5D-4CF9-8422-8DF5732787B4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0991071" y="5163176"/>
            <a:ext cx="2322846" cy="311877"/>
          </a:xfrm>
        </p:spPr>
        <p:txBody>
          <a:bodyPr lIns="0">
            <a:noAutofit/>
          </a:bodyPr>
          <a:lstStyle>
            <a:lvl1pPr marL="0" indent="0" algn="l">
              <a:lnSpc>
                <a:spcPts val="1700"/>
              </a:lnSpc>
              <a:spcBef>
                <a:spcPts val="900"/>
              </a:spcBef>
              <a:buNone/>
              <a:defRPr sz="144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s-ES" err="1"/>
              <a:t>Lorem</a:t>
            </a:r>
            <a:r>
              <a:rPr lang="es-ES"/>
              <a:t> </a:t>
            </a:r>
            <a:r>
              <a:rPr lang="es-ES" err="1"/>
              <a:t>ipsum</a:t>
            </a:r>
            <a:endParaRPr lang="es-ES"/>
          </a:p>
        </p:txBody>
      </p:sp>
      <p:sp>
        <p:nvSpPr>
          <p:cNvPr id="42" name="Marcador de texto 13">
            <a:extLst>
              <a:ext uri="{FF2B5EF4-FFF2-40B4-BE49-F238E27FC236}">
                <a16:creationId xmlns:a16="http://schemas.microsoft.com/office/drawing/2014/main" id="{05A97F12-6419-488E-A7B5-B28ED4F83029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7789209" y="1548956"/>
            <a:ext cx="2321418" cy="238748"/>
          </a:xfrm>
        </p:spPr>
        <p:txBody>
          <a:bodyPr lIns="0">
            <a:noAutofit/>
          </a:bodyPr>
          <a:lstStyle>
            <a:lvl1pPr marL="0" indent="0">
              <a:buNone/>
              <a:defRPr lang="es-ES" sz="4900" b="1" kern="1200" dirty="0" smtClean="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s-ES"/>
              <a:t>480</a:t>
            </a:r>
          </a:p>
        </p:txBody>
      </p:sp>
      <p:sp>
        <p:nvSpPr>
          <p:cNvPr id="44" name="Marcador de texto 13">
            <a:extLst>
              <a:ext uri="{FF2B5EF4-FFF2-40B4-BE49-F238E27FC236}">
                <a16:creationId xmlns:a16="http://schemas.microsoft.com/office/drawing/2014/main" id="{E7B7397E-2949-4E2A-A0F9-0545C37ED0C9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992499" y="1548956"/>
            <a:ext cx="2321418" cy="238748"/>
          </a:xfrm>
        </p:spPr>
        <p:txBody>
          <a:bodyPr lIns="0">
            <a:noAutofit/>
          </a:bodyPr>
          <a:lstStyle>
            <a:lvl1pPr marL="0" indent="0">
              <a:buNone/>
              <a:defRPr lang="es-ES" sz="4900" b="1" kern="1200" dirty="0" smtClean="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s-ES"/>
              <a:t>480</a:t>
            </a:r>
          </a:p>
        </p:txBody>
      </p:sp>
      <p:sp>
        <p:nvSpPr>
          <p:cNvPr id="50" name="Marcador de texto 13">
            <a:extLst>
              <a:ext uri="{FF2B5EF4-FFF2-40B4-BE49-F238E27FC236}">
                <a16:creationId xmlns:a16="http://schemas.microsoft.com/office/drawing/2014/main" id="{ED5C1BF5-6AEE-4349-A55B-2C4F2ADD31A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7789209" y="4765716"/>
            <a:ext cx="2321418" cy="238748"/>
          </a:xfrm>
        </p:spPr>
        <p:txBody>
          <a:bodyPr lIns="0">
            <a:noAutofit/>
          </a:bodyPr>
          <a:lstStyle>
            <a:lvl1pPr marL="0" indent="0">
              <a:buNone/>
              <a:defRPr lang="es-ES" sz="4900" b="1" kern="1200" dirty="0" smtClean="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s-ES"/>
              <a:t>480</a:t>
            </a:r>
          </a:p>
        </p:txBody>
      </p:sp>
      <p:sp>
        <p:nvSpPr>
          <p:cNvPr id="51" name="Marcador de texto 13">
            <a:extLst>
              <a:ext uri="{FF2B5EF4-FFF2-40B4-BE49-F238E27FC236}">
                <a16:creationId xmlns:a16="http://schemas.microsoft.com/office/drawing/2014/main" id="{50C8F75C-7C29-46CF-B324-1C8F560B86DC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10992499" y="4765716"/>
            <a:ext cx="2321418" cy="238748"/>
          </a:xfrm>
        </p:spPr>
        <p:txBody>
          <a:bodyPr lIns="0">
            <a:noAutofit/>
          </a:bodyPr>
          <a:lstStyle>
            <a:lvl1pPr marL="0" indent="0">
              <a:buNone/>
              <a:defRPr lang="es-ES" sz="4900" b="1" kern="1200" dirty="0" smtClean="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s-ES"/>
              <a:t>480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E30C8D45-466F-4F40-8328-D150D1EB24BA}"/>
              </a:ext>
            </a:extLst>
          </p:cNvPr>
          <p:cNvSpPr txBox="1"/>
          <p:nvPr userDrawn="1"/>
        </p:nvSpPr>
        <p:spPr>
          <a:xfrm>
            <a:off x="10257964" y="7772943"/>
            <a:ext cx="4043094" cy="2400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960">
                <a:solidFill>
                  <a:srgbClr val="333333"/>
                </a:solidFill>
                <a:latin typeface="Century Gothic" panose="020B0502020202020204" pitchFamily="34" charset="0"/>
              </a:rPr>
              <a:t>© Copyright Universidad Europea. Todos los derechos reservados</a:t>
            </a:r>
            <a:endParaRPr lang="es-ES"/>
          </a:p>
        </p:txBody>
      </p:sp>
      <p:sp>
        <p:nvSpPr>
          <p:cNvPr id="27" name="Marcador de número de diapositiva 1">
            <a:extLst>
              <a:ext uri="{FF2B5EF4-FFF2-40B4-BE49-F238E27FC236}">
                <a16:creationId xmlns:a16="http://schemas.microsoft.com/office/drawing/2014/main" id="{04281931-3718-4A7D-AA8E-F88E5AEB9ADC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>
          <a:xfrm>
            <a:off x="7000489" y="7763089"/>
            <a:ext cx="629422" cy="395242"/>
          </a:xfrm>
        </p:spPr>
        <p:txBody>
          <a:bodyPr/>
          <a:lstStyle/>
          <a:p>
            <a:fld id="{B005B2D1-880E-4846-A216-7D6770BA1332}" type="slidenum">
              <a:rPr lang="es-ES" smtClean="0"/>
              <a:pPr/>
              <a:t>‹#›</a:t>
            </a:fld>
            <a:endParaRPr lang="es-ES"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4D5137D5-442A-403F-81C7-7686AFB9547E}"/>
              </a:ext>
            </a:extLst>
          </p:cNvPr>
          <p:cNvSpPr/>
          <p:nvPr userDrawn="1"/>
        </p:nvSpPr>
        <p:spPr>
          <a:xfrm>
            <a:off x="521494" y="7543800"/>
            <a:ext cx="384969" cy="384969"/>
          </a:xfrm>
          <a:prstGeom prst="rect">
            <a:avLst/>
          </a:prstGeom>
          <a:solidFill>
            <a:srgbClr val="FF32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0BE59D96-9295-4622-A2F5-BC31E553C212}"/>
              </a:ext>
            </a:extLst>
          </p:cNvPr>
          <p:cNvSpPr/>
          <p:nvPr userDrawn="1"/>
        </p:nvSpPr>
        <p:spPr>
          <a:xfrm>
            <a:off x="762000" y="704851"/>
            <a:ext cx="1917700" cy="11004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4" name="Título 11">
            <a:extLst>
              <a:ext uri="{FF2B5EF4-FFF2-40B4-BE49-F238E27FC236}">
                <a16:creationId xmlns:a16="http://schemas.microsoft.com/office/drawing/2014/main" id="{723D5B36-331C-4482-AD00-C5437D3DE7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06463" y="2321558"/>
            <a:ext cx="4811360" cy="1017545"/>
          </a:xfrm>
        </p:spPr>
        <p:txBody>
          <a:bodyPr lIns="0">
            <a:noAutofit/>
          </a:bodyPr>
          <a:lstStyle>
            <a:lvl1pPr>
              <a:defRPr sz="4300"/>
            </a:lvl1pPr>
          </a:lstStyle>
          <a:p>
            <a:r>
              <a:rPr lang="es-ES" err="1"/>
              <a:t>Lorem</a:t>
            </a:r>
            <a:r>
              <a:rPr lang="es-ES"/>
              <a:t> </a:t>
            </a:r>
            <a:r>
              <a:rPr lang="es-ES" err="1"/>
              <a:t>ipsum</a:t>
            </a:r>
            <a:r>
              <a:rPr lang="es-ES"/>
              <a:t> dolor </a:t>
            </a:r>
            <a:r>
              <a:rPr lang="es-ES" err="1"/>
              <a:t>sit</a:t>
            </a:r>
            <a:r>
              <a:rPr lang="es-ES"/>
              <a:t> </a:t>
            </a:r>
            <a:r>
              <a:rPr lang="es-ES" err="1"/>
              <a:t>ipsum</a:t>
            </a:r>
            <a:endParaRPr lang="es-ES"/>
          </a:p>
        </p:txBody>
      </p:sp>
      <p:pic>
        <p:nvPicPr>
          <p:cNvPr id="29" name="Gráfico 28">
            <a:extLst>
              <a:ext uri="{FF2B5EF4-FFF2-40B4-BE49-F238E27FC236}">
                <a16:creationId xmlns:a16="http://schemas.microsoft.com/office/drawing/2014/main" id="{9719C574-7BFB-4E22-84A0-31F8CC084D6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r="69936"/>
          <a:stretch/>
        </p:blipFill>
        <p:spPr>
          <a:xfrm>
            <a:off x="13723938" y="332974"/>
            <a:ext cx="420914" cy="38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8061468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tiva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ángulo 32">
            <a:extLst>
              <a:ext uri="{FF2B5EF4-FFF2-40B4-BE49-F238E27FC236}">
                <a16:creationId xmlns:a16="http://schemas.microsoft.com/office/drawing/2014/main" id="{3824DF03-CD42-4A06-902D-2CFAE7AC68F7}"/>
              </a:ext>
            </a:extLst>
          </p:cNvPr>
          <p:cNvSpPr/>
          <p:nvPr userDrawn="1"/>
        </p:nvSpPr>
        <p:spPr>
          <a:xfrm>
            <a:off x="906463" y="911225"/>
            <a:ext cx="6400800" cy="6400800"/>
          </a:xfrm>
          <a:prstGeom prst="rect">
            <a:avLst/>
          </a:prstGeom>
          <a:solidFill>
            <a:srgbClr val="FF3228"/>
          </a:solidFill>
          <a:ln w="12700">
            <a:solidFill>
              <a:srgbClr val="FF322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25C482E9-DB7E-4E5B-BA87-D9F67A4F4A1E}"/>
              </a:ext>
            </a:extLst>
          </p:cNvPr>
          <p:cNvSpPr/>
          <p:nvPr userDrawn="1"/>
        </p:nvSpPr>
        <p:spPr>
          <a:xfrm>
            <a:off x="1714625" y="2513628"/>
            <a:ext cx="800100" cy="80010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C4FC17E0-72CD-481B-9A93-9E53EF563B11}"/>
              </a:ext>
            </a:extLst>
          </p:cNvPr>
          <p:cNvSpPr/>
          <p:nvPr userDrawn="1"/>
        </p:nvSpPr>
        <p:spPr>
          <a:xfrm>
            <a:off x="1714625" y="4115773"/>
            <a:ext cx="800100" cy="80010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F4BF7557-8BC4-49E3-A1E8-E0AD0AF9C072}"/>
              </a:ext>
            </a:extLst>
          </p:cNvPr>
          <p:cNvSpPr/>
          <p:nvPr userDrawn="1"/>
        </p:nvSpPr>
        <p:spPr>
          <a:xfrm>
            <a:off x="1714625" y="5717918"/>
            <a:ext cx="800100" cy="80010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" name="Marcador de texto 17">
            <a:extLst>
              <a:ext uri="{FF2B5EF4-FFF2-40B4-BE49-F238E27FC236}">
                <a16:creationId xmlns:a16="http://schemas.microsoft.com/office/drawing/2014/main" id="{44FEA7C6-9E21-48A4-8632-8CE1CE41E2E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701574" y="2836874"/>
            <a:ext cx="3851626" cy="540000"/>
          </a:xfrm>
        </p:spPr>
        <p:txBody>
          <a:bodyPr lIns="0">
            <a:noAutofit/>
          </a:bodyPr>
          <a:lstStyle>
            <a:lvl1pPr marL="0" indent="0">
              <a:lnSpc>
                <a:spcPts val="1700"/>
              </a:lnSpc>
              <a:spcBef>
                <a:spcPts val="900"/>
              </a:spcBef>
              <a:buNone/>
              <a:defRPr sz="144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s-ES" err="1"/>
              <a:t>quidutat</a:t>
            </a:r>
            <a:r>
              <a:rPr lang="es-ES"/>
              <a:t> mi, </a:t>
            </a:r>
            <a:r>
              <a:rPr lang="es-ES" err="1"/>
              <a:t>experum</a:t>
            </a:r>
            <a:r>
              <a:rPr lang="es-ES"/>
              <a:t> a </a:t>
            </a:r>
            <a:r>
              <a:rPr lang="es-ES" err="1"/>
              <a:t>conse</a:t>
            </a:r>
            <a:r>
              <a:rPr lang="es-ES"/>
              <a:t> </a:t>
            </a:r>
            <a:r>
              <a:rPr lang="es-ES" err="1"/>
              <a:t>sequamet</a:t>
            </a:r>
            <a:r>
              <a:rPr lang="es-ES"/>
              <a:t>, quid </a:t>
            </a:r>
            <a:r>
              <a:rPr lang="es-ES" err="1"/>
              <a:t>ullestrum</a:t>
            </a:r>
            <a:r>
              <a:rPr lang="es-ES"/>
              <a:t> quia. </a:t>
            </a:r>
            <a:r>
              <a:rPr lang="es-ES" err="1"/>
              <a:t>est</a:t>
            </a:r>
            <a:r>
              <a:rPr lang="es-ES"/>
              <a:t> </a:t>
            </a:r>
            <a:r>
              <a:rPr lang="es-ES" err="1"/>
              <a:t>mqu</a:t>
            </a:r>
            <a:r>
              <a:rPr lang="es-ES"/>
              <a:t> </a:t>
            </a:r>
            <a:r>
              <a:rPr lang="es-ES" err="1"/>
              <a:t>idundam</a:t>
            </a:r>
            <a:r>
              <a:rPr lang="es-ES"/>
              <a:t>.</a:t>
            </a:r>
          </a:p>
        </p:txBody>
      </p:sp>
      <p:sp>
        <p:nvSpPr>
          <p:cNvPr id="13" name="Marcador de posición de imagen 24">
            <a:extLst>
              <a:ext uri="{FF2B5EF4-FFF2-40B4-BE49-F238E27FC236}">
                <a16:creationId xmlns:a16="http://schemas.microsoft.com/office/drawing/2014/main" id="{2F8E84F3-47FC-4077-886B-0B0747590637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8266291" y="2697163"/>
            <a:ext cx="540000" cy="540000"/>
          </a:xfrm>
        </p:spPr>
        <p:txBody>
          <a:bodyPr>
            <a:normAutofit/>
          </a:bodyPr>
          <a:lstStyle>
            <a:lvl1pPr marL="0" indent="0" algn="ctr">
              <a:buNone/>
              <a:defRPr sz="700"/>
            </a:lvl1pPr>
          </a:lstStyle>
          <a:p>
            <a:r>
              <a:rPr lang="es-ES"/>
              <a:t>Icono</a:t>
            </a:r>
          </a:p>
        </p:txBody>
      </p:sp>
      <p:sp>
        <p:nvSpPr>
          <p:cNvPr id="14" name="Marcador de posición de imagen 24">
            <a:extLst>
              <a:ext uri="{FF2B5EF4-FFF2-40B4-BE49-F238E27FC236}">
                <a16:creationId xmlns:a16="http://schemas.microsoft.com/office/drawing/2014/main" id="{5EF62040-F1E4-4BE2-AFB5-9DF139E3A54D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8266291" y="4277644"/>
            <a:ext cx="540000" cy="540000"/>
          </a:xfrm>
        </p:spPr>
        <p:txBody>
          <a:bodyPr>
            <a:normAutofit/>
          </a:bodyPr>
          <a:lstStyle>
            <a:lvl1pPr marL="0" indent="0" algn="ctr">
              <a:buNone/>
              <a:defRPr sz="700"/>
            </a:lvl1pPr>
          </a:lstStyle>
          <a:p>
            <a:r>
              <a:rPr lang="es-ES"/>
              <a:t>Icono</a:t>
            </a:r>
          </a:p>
        </p:txBody>
      </p:sp>
      <p:sp>
        <p:nvSpPr>
          <p:cNvPr id="15" name="Marcador de posición de imagen 24">
            <a:extLst>
              <a:ext uri="{FF2B5EF4-FFF2-40B4-BE49-F238E27FC236}">
                <a16:creationId xmlns:a16="http://schemas.microsoft.com/office/drawing/2014/main" id="{4298C36A-2619-48EC-986C-B14C84BC169C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8266291" y="5858126"/>
            <a:ext cx="540000" cy="540000"/>
          </a:xfrm>
        </p:spPr>
        <p:txBody>
          <a:bodyPr>
            <a:normAutofit/>
          </a:bodyPr>
          <a:lstStyle>
            <a:lvl1pPr marL="0" indent="0" algn="ctr">
              <a:buNone/>
              <a:defRPr sz="700"/>
            </a:lvl1pPr>
          </a:lstStyle>
          <a:p>
            <a:r>
              <a:rPr lang="es-ES"/>
              <a:t>Icono</a:t>
            </a:r>
          </a:p>
        </p:txBody>
      </p:sp>
      <p:sp>
        <p:nvSpPr>
          <p:cNvPr id="16" name="Marcador de texto 17">
            <a:extLst>
              <a:ext uri="{FF2B5EF4-FFF2-40B4-BE49-F238E27FC236}">
                <a16:creationId xmlns:a16="http://schemas.microsoft.com/office/drawing/2014/main" id="{F45D8212-2D59-45F8-B871-FAAAE828E27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718419" y="1414287"/>
            <a:ext cx="4524337" cy="462209"/>
          </a:xfrm>
        </p:spPr>
        <p:txBody>
          <a:bodyPr lIns="0">
            <a:normAutofit/>
          </a:bodyPr>
          <a:lstStyle>
            <a:lvl1pPr marL="0" indent="0" algn="l">
              <a:lnSpc>
                <a:spcPts val="2800"/>
              </a:lnSpc>
              <a:buNone/>
              <a:defRPr sz="29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s-ES" err="1"/>
              <a:t>Lorem</a:t>
            </a:r>
            <a:r>
              <a:rPr lang="es-ES"/>
              <a:t> </a:t>
            </a:r>
            <a:r>
              <a:rPr lang="es-ES" err="1"/>
              <a:t>ipsum</a:t>
            </a:r>
            <a:r>
              <a:rPr lang="es-ES"/>
              <a:t> dolor </a:t>
            </a:r>
            <a:r>
              <a:rPr lang="es-ES" err="1"/>
              <a:t>sit</a:t>
            </a:r>
            <a:endParaRPr lang="es-ES"/>
          </a:p>
        </p:txBody>
      </p:sp>
      <p:sp>
        <p:nvSpPr>
          <p:cNvPr id="17" name="Marcador de texto 17">
            <a:extLst>
              <a:ext uri="{FF2B5EF4-FFF2-40B4-BE49-F238E27FC236}">
                <a16:creationId xmlns:a16="http://schemas.microsoft.com/office/drawing/2014/main" id="{2AFD9B32-D2CF-4B3F-A275-6E2599A28015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701574" y="2400605"/>
            <a:ext cx="3851626" cy="462209"/>
          </a:xfrm>
        </p:spPr>
        <p:txBody>
          <a:bodyPr lIns="0" anchor="b">
            <a:noAutofit/>
          </a:bodyPr>
          <a:lstStyle>
            <a:lvl1pPr marL="0" indent="0">
              <a:lnSpc>
                <a:spcPts val="1700"/>
              </a:lnSpc>
              <a:spcBef>
                <a:spcPts val="900"/>
              </a:spcBef>
              <a:buNone/>
              <a:defRPr lang="es-ES" sz="1670" b="1" kern="1200" dirty="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s-ES" err="1"/>
              <a:t>Conempo</a:t>
            </a:r>
            <a:r>
              <a:rPr lang="es-ES"/>
              <a:t> </a:t>
            </a:r>
            <a:r>
              <a:rPr lang="es-ES" err="1"/>
              <a:t>ribusameniminci</a:t>
            </a:r>
            <a:endParaRPr lang="es-ES"/>
          </a:p>
        </p:txBody>
      </p:sp>
      <p:sp>
        <p:nvSpPr>
          <p:cNvPr id="18" name="Marcador de texto 17">
            <a:extLst>
              <a:ext uri="{FF2B5EF4-FFF2-40B4-BE49-F238E27FC236}">
                <a16:creationId xmlns:a16="http://schemas.microsoft.com/office/drawing/2014/main" id="{819E5421-DA47-48D8-95D5-1C2FE4C8716D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701574" y="4425820"/>
            <a:ext cx="3851626" cy="540000"/>
          </a:xfrm>
        </p:spPr>
        <p:txBody>
          <a:bodyPr lIns="0">
            <a:noAutofit/>
          </a:bodyPr>
          <a:lstStyle>
            <a:lvl1pPr marL="0" indent="0">
              <a:lnSpc>
                <a:spcPts val="1700"/>
              </a:lnSpc>
              <a:spcBef>
                <a:spcPts val="900"/>
              </a:spcBef>
              <a:buNone/>
              <a:defRPr sz="144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s-ES" err="1"/>
              <a:t>quidutat</a:t>
            </a:r>
            <a:r>
              <a:rPr lang="es-ES"/>
              <a:t> mi, </a:t>
            </a:r>
            <a:r>
              <a:rPr lang="es-ES" err="1"/>
              <a:t>experum</a:t>
            </a:r>
            <a:r>
              <a:rPr lang="es-ES"/>
              <a:t> a </a:t>
            </a:r>
            <a:r>
              <a:rPr lang="es-ES" err="1"/>
              <a:t>conse</a:t>
            </a:r>
            <a:r>
              <a:rPr lang="es-ES"/>
              <a:t> </a:t>
            </a:r>
            <a:r>
              <a:rPr lang="es-ES" err="1"/>
              <a:t>sequamet</a:t>
            </a:r>
            <a:r>
              <a:rPr lang="es-ES"/>
              <a:t>, quid </a:t>
            </a:r>
            <a:r>
              <a:rPr lang="es-ES" err="1"/>
              <a:t>ullestrum</a:t>
            </a:r>
            <a:r>
              <a:rPr lang="es-ES"/>
              <a:t> quia. </a:t>
            </a:r>
            <a:r>
              <a:rPr lang="es-ES" err="1"/>
              <a:t>est</a:t>
            </a:r>
            <a:r>
              <a:rPr lang="es-ES"/>
              <a:t> </a:t>
            </a:r>
            <a:r>
              <a:rPr lang="es-ES" err="1"/>
              <a:t>mqu</a:t>
            </a:r>
            <a:r>
              <a:rPr lang="es-ES"/>
              <a:t> </a:t>
            </a:r>
            <a:r>
              <a:rPr lang="es-ES" err="1"/>
              <a:t>idundam</a:t>
            </a:r>
            <a:r>
              <a:rPr lang="es-ES"/>
              <a:t>.</a:t>
            </a:r>
          </a:p>
        </p:txBody>
      </p:sp>
      <p:sp>
        <p:nvSpPr>
          <p:cNvPr id="19" name="Marcador de texto 17">
            <a:extLst>
              <a:ext uri="{FF2B5EF4-FFF2-40B4-BE49-F238E27FC236}">
                <a16:creationId xmlns:a16="http://schemas.microsoft.com/office/drawing/2014/main" id="{8EEAAABC-7AC3-4E3E-9159-899BA54C1F3C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2701574" y="3989551"/>
            <a:ext cx="3851626" cy="462209"/>
          </a:xfrm>
        </p:spPr>
        <p:txBody>
          <a:bodyPr lIns="0" anchor="b">
            <a:noAutofit/>
          </a:bodyPr>
          <a:lstStyle>
            <a:lvl1pPr marL="0" indent="0">
              <a:lnSpc>
                <a:spcPts val="1700"/>
              </a:lnSpc>
              <a:spcBef>
                <a:spcPts val="900"/>
              </a:spcBef>
              <a:buNone/>
              <a:defRPr lang="es-ES" sz="1670" b="1" kern="1200" dirty="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s-ES" err="1"/>
              <a:t>Conempo</a:t>
            </a:r>
            <a:r>
              <a:rPr lang="es-ES"/>
              <a:t> </a:t>
            </a:r>
            <a:r>
              <a:rPr lang="es-ES" err="1"/>
              <a:t>ribusameniminci</a:t>
            </a:r>
            <a:endParaRPr lang="es-ES"/>
          </a:p>
        </p:txBody>
      </p:sp>
      <p:sp>
        <p:nvSpPr>
          <p:cNvPr id="20" name="Marcador de texto 17">
            <a:extLst>
              <a:ext uri="{FF2B5EF4-FFF2-40B4-BE49-F238E27FC236}">
                <a16:creationId xmlns:a16="http://schemas.microsoft.com/office/drawing/2014/main" id="{50A7003E-2CA9-4736-92E2-0A334553D23D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701574" y="6015901"/>
            <a:ext cx="3851626" cy="540000"/>
          </a:xfrm>
        </p:spPr>
        <p:txBody>
          <a:bodyPr lIns="0">
            <a:noAutofit/>
          </a:bodyPr>
          <a:lstStyle>
            <a:lvl1pPr marL="0" indent="0">
              <a:lnSpc>
                <a:spcPts val="1700"/>
              </a:lnSpc>
              <a:spcBef>
                <a:spcPts val="900"/>
              </a:spcBef>
              <a:buNone/>
              <a:defRPr sz="144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s-ES" err="1"/>
              <a:t>quidutat</a:t>
            </a:r>
            <a:r>
              <a:rPr lang="es-ES"/>
              <a:t> mi, </a:t>
            </a:r>
            <a:r>
              <a:rPr lang="es-ES" err="1"/>
              <a:t>experum</a:t>
            </a:r>
            <a:r>
              <a:rPr lang="es-ES"/>
              <a:t> a </a:t>
            </a:r>
            <a:r>
              <a:rPr lang="es-ES" err="1"/>
              <a:t>conse</a:t>
            </a:r>
            <a:r>
              <a:rPr lang="es-ES"/>
              <a:t> </a:t>
            </a:r>
            <a:r>
              <a:rPr lang="es-ES" err="1"/>
              <a:t>sequamet</a:t>
            </a:r>
            <a:r>
              <a:rPr lang="es-ES"/>
              <a:t>, quid </a:t>
            </a:r>
            <a:r>
              <a:rPr lang="es-ES" err="1"/>
              <a:t>ullestrum</a:t>
            </a:r>
            <a:r>
              <a:rPr lang="es-ES"/>
              <a:t> quia. </a:t>
            </a:r>
            <a:r>
              <a:rPr lang="es-ES" err="1"/>
              <a:t>est</a:t>
            </a:r>
            <a:r>
              <a:rPr lang="es-ES"/>
              <a:t> </a:t>
            </a:r>
            <a:r>
              <a:rPr lang="es-ES" err="1"/>
              <a:t>mqu</a:t>
            </a:r>
            <a:r>
              <a:rPr lang="es-ES"/>
              <a:t> </a:t>
            </a:r>
            <a:r>
              <a:rPr lang="es-ES" err="1"/>
              <a:t>idundam</a:t>
            </a:r>
            <a:r>
              <a:rPr lang="es-ES"/>
              <a:t>.</a:t>
            </a:r>
          </a:p>
        </p:txBody>
      </p:sp>
      <p:sp>
        <p:nvSpPr>
          <p:cNvPr id="21" name="Marcador de texto 17">
            <a:extLst>
              <a:ext uri="{FF2B5EF4-FFF2-40B4-BE49-F238E27FC236}">
                <a16:creationId xmlns:a16="http://schemas.microsoft.com/office/drawing/2014/main" id="{92D9D4B3-1E28-4271-8722-5B476076907E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2701574" y="5579632"/>
            <a:ext cx="3851626" cy="462209"/>
          </a:xfrm>
        </p:spPr>
        <p:txBody>
          <a:bodyPr lIns="0" anchor="b">
            <a:noAutofit/>
          </a:bodyPr>
          <a:lstStyle>
            <a:lvl1pPr marL="0" indent="0">
              <a:lnSpc>
                <a:spcPts val="1700"/>
              </a:lnSpc>
              <a:spcBef>
                <a:spcPts val="900"/>
              </a:spcBef>
              <a:buNone/>
              <a:defRPr lang="es-ES" sz="1670" b="1" kern="1200" dirty="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s-ES" err="1"/>
              <a:t>Conempo</a:t>
            </a:r>
            <a:r>
              <a:rPr lang="es-ES"/>
              <a:t> </a:t>
            </a:r>
            <a:r>
              <a:rPr lang="es-ES" err="1"/>
              <a:t>ribusameniminci</a:t>
            </a:r>
            <a:endParaRPr lang="es-ES"/>
          </a:p>
        </p:txBody>
      </p:sp>
      <p:sp>
        <p:nvSpPr>
          <p:cNvPr id="22" name="Marcador de texto 17">
            <a:extLst>
              <a:ext uri="{FF2B5EF4-FFF2-40B4-BE49-F238E27FC236}">
                <a16:creationId xmlns:a16="http://schemas.microsoft.com/office/drawing/2014/main" id="{5C4F3919-61CE-4A8B-85D6-C871DE91FD2F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147529" y="2836874"/>
            <a:ext cx="3851626" cy="540000"/>
          </a:xfrm>
        </p:spPr>
        <p:txBody>
          <a:bodyPr lIns="0">
            <a:noAutofit/>
          </a:bodyPr>
          <a:lstStyle>
            <a:lvl1pPr marL="0" indent="0">
              <a:lnSpc>
                <a:spcPts val="1700"/>
              </a:lnSpc>
              <a:spcBef>
                <a:spcPts val="900"/>
              </a:spcBef>
              <a:buNone/>
              <a:defRPr sz="1440" b="0">
                <a:solidFill>
                  <a:srgbClr val="1E1E1E"/>
                </a:solidFill>
              </a:defRPr>
            </a:lvl1pPr>
          </a:lstStyle>
          <a:p>
            <a:pPr lvl="0"/>
            <a:r>
              <a:rPr lang="es-ES" err="1"/>
              <a:t>quidutat</a:t>
            </a:r>
            <a:r>
              <a:rPr lang="es-ES"/>
              <a:t> mi, </a:t>
            </a:r>
            <a:r>
              <a:rPr lang="es-ES" err="1"/>
              <a:t>experum</a:t>
            </a:r>
            <a:r>
              <a:rPr lang="es-ES"/>
              <a:t> a </a:t>
            </a:r>
            <a:r>
              <a:rPr lang="es-ES" err="1"/>
              <a:t>conse</a:t>
            </a:r>
            <a:r>
              <a:rPr lang="es-ES"/>
              <a:t> </a:t>
            </a:r>
            <a:r>
              <a:rPr lang="es-ES" err="1"/>
              <a:t>sequamet</a:t>
            </a:r>
            <a:r>
              <a:rPr lang="es-ES"/>
              <a:t>, quid </a:t>
            </a:r>
            <a:r>
              <a:rPr lang="es-ES" err="1"/>
              <a:t>ullestrum</a:t>
            </a:r>
            <a:r>
              <a:rPr lang="es-ES"/>
              <a:t> quia. </a:t>
            </a:r>
            <a:r>
              <a:rPr lang="es-ES" err="1"/>
              <a:t>est</a:t>
            </a:r>
            <a:r>
              <a:rPr lang="es-ES"/>
              <a:t> </a:t>
            </a:r>
            <a:r>
              <a:rPr lang="es-ES" err="1"/>
              <a:t>mqu</a:t>
            </a:r>
            <a:r>
              <a:rPr lang="es-ES"/>
              <a:t> </a:t>
            </a:r>
            <a:r>
              <a:rPr lang="es-ES" err="1"/>
              <a:t>idundam</a:t>
            </a:r>
            <a:r>
              <a:rPr lang="es-ES"/>
              <a:t>.</a:t>
            </a:r>
          </a:p>
        </p:txBody>
      </p:sp>
      <p:sp>
        <p:nvSpPr>
          <p:cNvPr id="23" name="Marcador de texto 17">
            <a:extLst>
              <a:ext uri="{FF2B5EF4-FFF2-40B4-BE49-F238E27FC236}">
                <a16:creationId xmlns:a16="http://schemas.microsoft.com/office/drawing/2014/main" id="{096FDC23-32F9-4A15-8C0F-2FA62606F725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9147529" y="2400605"/>
            <a:ext cx="3851626" cy="462209"/>
          </a:xfrm>
        </p:spPr>
        <p:txBody>
          <a:bodyPr lIns="0" anchor="b">
            <a:noAutofit/>
          </a:bodyPr>
          <a:lstStyle>
            <a:lvl1pPr marL="0" indent="0">
              <a:lnSpc>
                <a:spcPts val="1700"/>
              </a:lnSpc>
              <a:spcBef>
                <a:spcPts val="900"/>
              </a:spcBef>
              <a:buNone/>
              <a:defRPr lang="es-ES" sz="1670" b="1" kern="1200" dirty="0">
                <a:solidFill>
                  <a:srgbClr val="1E1E1E"/>
                </a:solidFill>
                <a:latin typeface="Century Gothic" panose="020B0502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s-ES" err="1"/>
              <a:t>Conempo</a:t>
            </a:r>
            <a:r>
              <a:rPr lang="es-ES"/>
              <a:t> </a:t>
            </a:r>
            <a:r>
              <a:rPr lang="es-ES" err="1"/>
              <a:t>ribusameniminci</a:t>
            </a:r>
            <a:endParaRPr lang="es-ES"/>
          </a:p>
        </p:txBody>
      </p:sp>
      <p:sp>
        <p:nvSpPr>
          <p:cNvPr id="24" name="Marcador de texto 17">
            <a:extLst>
              <a:ext uri="{FF2B5EF4-FFF2-40B4-BE49-F238E27FC236}">
                <a16:creationId xmlns:a16="http://schemas.microsoft.com/office/drawing/2014/main" id="{544B68AA-A664-4CDB-9244-7439A1BBEB3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9147529" y="4425820"/>
            <a:ext cx="3851626" cy="540000"/>
          </a:xfrm>
        </p:spPr>
        <p:txBody>
          <a:bodyPr lIns="0">
            <a:noAutofit/>
          </a:bodyPr>
          <a:lstStyle>
            <a:lvl1pPr marL="0" indent="0">
              <a:lnSpc>
                <a:spcPts val="1700"/>
              </a:lnSpc>
              <a:spcBef>
                <a:spcPts val="900"/>
              </a:spcBef>
              <a:buNone/>
              <a:defRPr sz="1440" b="0">
                <a:solidFill>
                  <a:srgbClr val="1E1E1E"/>
                </a:solidFill>
              </a:defRPr>
            </a:lvl1pPr>
          </a:lstStyle>
          <a:p>
            <a:pPr lvl="0"/>
            <a:r>
              <a:rPr lang="es-ES" err="1"/>
              <a:t>quidutat</a:t>
            </a:r>
            <a:r>
              <a:rPr lang="es-ES"/>
              <a:t> mi, </a:t>
            </a:r>
            <a:r>
              <a:rPr lang="es-ES" err="1"/>
              <a:t>experum</a:t>
            </a:r>
            <a:r>
              <a:rPr lang="es-ES"/>
              <a:t> a </a:t>
            </a:r>
            <a:r>
              <a:rPr lang="es-ES" err="1"/>
              <a:t>conse</a:t>
            </a:r>
            <a:r>
              <a:rPr lang="es-ES"/>
              <a:t> </a:t>
            </a:r>
            <a:r>
              <a:rPr lang="es-ES" err="1"/>
              <a:t>sequamet</a:t>
            </a:r>
            <a:r>
              <a:rPr lang="es-ES"/>
              <a:t>, quid </a:t>
            </a:r>
            <a:r>
              <a:rPr lang="es-ES" err="1"/>
              <a:t>ullestrum</a:t>
            </a:r>
            <a:r>
              <a:rPr lang="es-ES"/>
              <a:t> quia. </a:t>
            </a:r>
            <a:r>
              <a:rPr lang="es-ES" err="1"/>
              <a:t>est</a:t>
            </a:r>
            <a:r>
              <a:rPr lang="es-ES"/>
              <a:t> </a:t>
            </a:r>
            <a:r>
              <a:rPr lang="es-ES" err="1"/>
              <a:t>mqu</a:t>
            </a:r>
            <a:r>
              <a:rPr lang="es-ES"/>
              <a:t> </a:t>
            </a:r>
            <a:r>
              <a:rPr lang="es-ES" err="1"/>
              <a:t>idundam</a:t>
            </a:r>
            <a:r>
              <a:rPr lang="es-ES"/>
              <a:t>.</a:t>
            </a:r>
          </a:p>
        </p:txBody>
      </p:sp>
      <p:sp>
        <p:nvSpPr>
          <p:cNvPr id="25" name="Marcador de texto 17">
            <a:extLst>
              <a:ext uri="{FF2B5EF4-FFF2-40B4-BE49-F238E27FC236}">
                <a16:creationId xmlns:a16="http://schemas.microsoft.com/office/drawing/2014/main" id="{E8F7D17C-956D-401B-B279-2A0E1A7FDAE4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147529" y="3989551"/>
            <a:ext cx="3851626" cy="462209"/>
          </a:xfrm>
        </p:spPr>
        <p:txBody>
          <a:bodyPr lIns="0" anchor="b">
            <a:noAutofit/>
          </a:bodyPr>
          <a:lstStyle>
            <a:lvl1pPr marL="0" indent="0">
              <a:lnSpc>
                <a:spcPts val="1700"/>
              </a:lnSpc>
              <a:spcBef>
                <a:spcPts val="900"/>
              </a:spcBef>
              <a:buNone/>
              <a:defRPr lang="es-ES" sz="1670" b="1" kern="1200" dirty="0">
                <a:solidFill>
                  <a:srgbClr val="1E1E1E"/>
                </a:solidFill>
                <a:latin typeface="Century Gothic" panose="020B0502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s-ES" err="1"/>
              <a:t>Conempo</a:t>
            </a:r>
            <a:r>
              <a:rPr lang="es-ES"/>
              <a:t> </a:t>
            </a:r>
            <a:r>
              <a:rPr lang="es-ES" err="1"/>
              <a:t>ribusameniminci</a:t>
            </a:r>
            <a:endParaRPr lang="es-ES"/>
          </a:p>
        </p:txBody>
      </p:sp>
      <p:sp>
        <p:nvSpPr>
          <p:cNvPr id="26" name="Marcador de texto 17">
            <a:extLst>
              <a:ext uri="{FF2B5EF4-FFF2-40B4-BE49-F238E27FC236}">
                <a16:creationId xmlns:a16="http://schemas.microsoft.com/office/drawing/2014/main" id="{042A179C-1060-4856-8F5D-63184A6E3BA6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9147529" y="6015901"/>
            <a:ext cx="3851626" cy="540000"/>
          </a:xfrm>
        </p:spPr>
        <p:txBody>
          <a:bodyPr lIns="0">
            <a:noAutofit/>
          </a:bodyPr>
          <a:lstStyle>
            <a:lvl1pPr marL="0" indent="0">
              <a:lnSpc>
                <a:spcPts val="1700"/>
              </a:lnSpc>
              <a:spcBef>
                <a:spcPts val="900"/>
              </a:spcBef>
              <a:buNone/>
              <a:defRPr sz="1440" b="0">
                <a:solidFill>
                  <a:srgbClr val="1E1E1E"/>
                </a:solidFill>
              </a:defRPr>
            </a:lvl1pPr>
          </a:lstStyle>
          <a:p>
            <a:pPr lvl="0"/>
            <a:r>
              <a:rPr lang="es-ES" err="1"/>
              <a:t>quidutat</a:t>
            </a:r>
            <a:r>
              <a:rPr lang="es-ES"/>
              <a:t> mi, </a:t>
            </a:r>
            <a:r>
              <a:rPr lang="es-ES" err="1"/>
              <a:t>experum</a:t>
            </a:r>
            <a:r>
              <a:rPr lang="es-ES"/>
              <a:t> a </a:t>
            </a:r>
            <a:r>
              <a:rPr lang="es-ES" err="1"/>
              <a:t>conse</a:t>
            </a:r>
            <a:r>
              <a:rPr lang="es-ES"/>
              <a:t> </a:t>
            </a:r>
            <a:r>
              <a:rPr lang="es-ES" err="1"/>
              <a:t>sequamet</a:t>
            </a:r>
            <a:r>
              <a:rPr lang="es-ES"/>
              <a:t>, quid </a:t>
            </a:r>
            <a:r>
              <a:rPr lang="es-ES" err="1"/>
              <a:t>ullestrum</a:t>
            </a:r>
            <a:r>
              <a:rPr lang="es-ES"/>
              <a:t> quia. </a:t>
            </a:r>
            <a:r>
              <a:rPr lang="es-ES" err="1"/>
              <a:t>est</a:t>
            </a:r>
            <a:r>
              <a:rPr lang="es-ES"/>
              <a:t> </a:t>
            </a:r>
            <a:r>
              <a:rPr lang="es-ES" err="1"/>
              <a:t>mqu</a:t>
            </a:r>
            <a:r>
              <a:rPr lang="es-ES"/>
              <a:t> </a:t>
            </a:r>
            <a:r>
              <a:rPr lang="es-ES" err="1"/>
              <a:t>idundam</a:t>
            </a:r>
            <a:r>
              <a:rPr lang="es-ES"/>
              <a:t>.</a:t>
            </a:r>
          </a:p>
        </p:txBody>
      </p:sp>
      <p:sp>
        <p:nvSpPr>
          <p:cNvPr id="27" name="Marcador de texto 17">
            <a:extLst>
              <a:ext uri="{FF2B5EF4-FFF2-40B4-BE49-F238E27FC236}">
                <a16:creationId xmlns:a16="http://schemas.microsoft.com/office/drawing/2014/main" id="{56D8F0E5-A6E8-4BB3-BE7E-067D7C752DC3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9147529" y="5579632"/>
            <a:ext cx="3851626" cy="462209"/>
          </a:xfrm>
        </p:spPr>
        <p:txBody>
          <a:bodyPr lIns="0" anchor="b">
            <a:noAutofit/>
          </a:bodyPr>
          <a:lstStyle>
            <a:lvl1pPr marL="0" indent="0">
              <a:lnSpc>
                <a:spcPts val="1700"/>
              </a:lnSpc>
              <a:spcBef>
                <a:spcPts val="900"/>
              </a:spcBef>
              <a:buNone/>
              <a:defRPr lang="es-ES" sz="1670" b="1" kern="1200" dirty="0">
                <a:solidFill>
                  <a:srgbClr val="1E1E1E"/>
                </a:solidFill>
                <a:latin typeface="Century Gothic" panose="020B0502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s-ES" err="1"/>
              <a:t>Conempo</a:t>
            </a:r>
            <a:r>
              <a:rPr lang="es-ES"/>
              <a:t> </a:t>
            </a:r>
            <a:r>
              <a:rPr lang="es-ES" err="1"/>
              <a:t>ribusameniminci</a:t>
            </a:r>
            <a:endParaRPr lang="es-ES"/>
          </a:p>
        </p:txBody>
      </p:sp>
      <p:sp>
        <p:nvSpPr>
          <p:cNvPr id="28" name="Marcador de texto 17">
            <a:extLst>
              <a:ext uri="{FF2B5EF4-FFF2-40B4-BE49-F238E27FC236}">
                <a16:creationId xmlns:a16="http://schemas.microsoft.com/office/drawing/2014/main" id="{EFD3DBCB-37D1-496C-A04E-BA7E970F4A25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129253" y="1414287"/>
            <a:ext cx="4524337" cy="462209"/>
          </a:xfrm>
        </p:spPr>
        <p:txBody>
          <a:bodyPr lIns="0">
            <a:normAutofit/>
          </a:bodyPr>
          <a:lstStyle>
            <a:lvl1pPr marL="0" indent="0" algn="l">
              <a:lnSpc>
                <a:spcPts val="2800"/>
              </a:lnSpc>
              <a:buNone/>
              <a:defRPr sz="2900" b="1">
                <a:solidFill>
                  <a:srgbClr val="1E1E1E"/>
                </a:solidFill>
              </a:defRPr>
            </a:lvl1pPr>
          </a:lstStyle>
          <a:p>
            <a:pPr lvl="0"/>
            <a:r>
              <a:rPr lang="es-ES" err="1"/>
              <a:t>Lorem</a:t>
            </a:r>
            <a:r>
              <a:rPr lang="es-ES"/>
              <a:t> </a:t>
            </a:r>
            <a:r>
              <a:rPr lang="es-ES" err="1"/>
              <a:t>ipsum</a:t>
            </a:r>
            <a:r>
              <a:rPr lang="es-ES"/>
              <a:t> dolor </a:t>
            </a:r>
            <a:r>
              <a:rPr lang="es-ES" err="1"/>
              <a:t>sit</a:t>
            </a:r>
            <a:endParaRPr lang="es-ES"/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28985D4F-DA9A-4115-90BA-E38ACC75A041}"/>
              </a:ext>
            </a:extLst>
          </p:cNvPr>
          <p:cNvSpPr/>
          <p:nvPr userDrawn="1"/>
        </p:nvSpPr>
        <p:spPr>
          <a:xfrm>
            <a:off x="8114896" y="2513628"/>
            <a:ext cx="800100" cy="800100"/>
          </a:xfrm>
          <a:prstGeom prst="rect">
            <a:avLst/>
          </a:prstGeom>
          <a:solidFill>
            <a:srgbClr val="FF3228"/>
          </a:solidFill>
          <a:ln w="12700">
            <a:solidFill>
              <a:srgbClr val="FF322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4F46DE56-E459-4EB6-9BA9-089C84D8957C}"/>
              </a:ext>
            </a:extLst>
          </p:cNvPr>
          <p:cNvSpPr/>
          <p:nvPr userDrawn="1"/>
        </p:nvSpPr>
        <p:spPr>
          <a:xfrm>
            <a:off x="8114896" y="4115773"/>
            <a:ext cx="800100" cy="800100"/>
          </a:xfrm>
          <a:prstGeom prst="rect">
            <a:avLst/>
          </a:prstGeom>
          <a:solidFill>
            <a:srgbClr val="FF3228"/>
          </a:solidFill>
          <a:ln w="12700">
            <a:solidFill>
              <a:srgbClr val="FF322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825B9C34-BEED-48EF-A8F3-98A25182117F}"/>
              </a:ext>
            </a:extLst>
          </p:cNvPr>
          <p:cNvSpPr/>
          <p:nvPr userDrawn="1"/>
        </p:nvSpPr>
        <p:spPr>
          <a:xfrm>
            <a:off x="8114896" y="5717918"/>
            <a:ext cx="800100" cy="800100"/>
          </a:xfrm>
          <a:prstGeom prst="rect">
            <a:avLst/>
          </a:prstGeom>
          <a:solidFill>
            <a:srgbClr val="FF3228"/>
          </a:solidFill>
          <a:ln w="12700">
            <a:solidFill>
              <a:srgbClr val="FF322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0" name="Marcador de número de diapositiva 1">
            <a:extLst>
              <a:ext uri="{FF2B5EF4-FFF2-40B4-BE49-F238E27FC236}">
                <a16:creationId xmlns:a16="http://schemas.microsoft.com/office/drawing/2014/main" id="{3F5AFE29-57E8-44B6-95C3-325867DAB7CB}"/>
              </a:ext>
            </a:extLst>
          </p:cNvPr>
          <p:cNvSpPr>
            <a:spLocks noGrp="1"/>
          </p:cNvSpPr>
          <p:nvPr>
            <p:ph type="sldNum" sz="quarter" idx="49"/>
          </p:nvPr>
        </p:nvSpPr>
        <p:spPr>
          <a:xfrm>
            <a:off x="7000489" y="7763089"/>
            <a:ext cx="629422" cy="395242"/>
          </a:xfrm>
        </p:spPr>
        <p:txBody>
          <a:bodyPr/>
          <a:lstStyle/>
          <a:p>
            <a:fld id="{B005B2D1-880E-4846-A216-7D6770BA1332}" type="slidenum">
              <a:rPr lang="es-ES" smtClean="0"/>
              <a:pPr/>
              <a:t>‹#›</a:t>
            </a:fld>
            <a:endParaRPr lang="es-ES"/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11B49E63-FC43-4C91-8FAE-D96ABF4EAE1B}"/>
              </a:ext>
            </a:extLst>
          </p:cNvPr>
          <p:cNvSpPr txBox="1"/>
          <p:nvPr userDrawn="1"/>
        </p:nvSpPr>
        <p:spPr>
          <a:xfrm>
            <a:off x="432928" y="7772943"/>
            <a:ext cx="4043094" cy="2400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960">
                <a:solidFill>
                  <a:srgbClr val="1E1E1E"/>
                </a:solidFill>
                <a:latin typeface="Century Gothic" panose="020B0502020202020204" pitchFamily="34" charset="0"/>
              </a:rPr>
              <a:t>© Copyright Universidad Europea. Todos los derechos reservados</a:t>
            </a:r>
            <a:endParaRPr lang="es-ES">
              <a:solidFill>
                <a:srgbClr val="1E1E1E"/>
              </a:solidFill>
            </a:endParaRPr>
          </a:p>
        </p:txBody>
      </p:sp>
      <p:pic>
        <p:nvPicPr>
          <p:cNvPr id="30" name="Gráfico 29">
            <a:extLst>
              <a:ext uri="{FF2B5EF4-FFF2-40B4-BE49-F238E27FC236}">
                <a16:creationId xmlns:a16="http://schemas.microsoft.com/office/drawing/2014/main" id="{48AA2A31-78C4-4001-B6AF-8BA37522F10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323884" y="7585901"/>
            <a:ext cx="1400054" cy="385200"/>
          </a:xfrm>
          <a:prstGeom prst="rect">
            <a:avLst/>
          </a:prstGeom>
        </p:spPr>
      </p:pic>
      <p:sp>
        <p:nvSpPr>
          <p:cNvPr id="37" name="Rectángulo 36">
            <a:extLst>
              <a:ext uri="{FF2B5EF4-FFF2-40B4-BE49-F238E27FC236}">
                <a16:creationId xmlns:a16="http://schemas.microsoft.com/office/drawing/2014/main" id="{660537A4-C76C-4244-8BC8-83969F081D8D}"/>
              </a:ext>
            </a:extLst>
          </p:cNvPr>
          <p:cNvSpPr/>
          <p:nvPr userDrawn="1"/>
        </p:nvSpPr>
        <p:spPr>
          <a:xfrm>
            <a:off x="524442" y="332974"/>
            <a:ext cx="384969" cy="38496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42742634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tiva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ángulo 32">
            <a:extLst>
              <a:ext uri="{FF2B5EF4-FFF2-40B4-BE49-F238E27FC236}">
                <a16:creationId xmlns:a16="http://schemas.microsoft.com/office/drawing/2014/main" id="{3824DF03-CD42-4A06-902D-2CFAE7AC68F7}"/>
              </a:ext>
            </a:extLst>
          </p:cNvPr>
          <p:cNvSpPr/>
          <p:nvPr userDrawn="1"/>
        </p:nvSpPr>
        <p:spPr>
          <a:xfrm>
            <a:off x="906463" y="911225"/>
            <a:ext cx="6400800" cy="6400800"/>
          </a:xfrm>
          <a:prstGeom prst="rect">
            <a:avLst/>
          </a:prstGeom>
          <a:solidFill>
            <a:srgbClr val="FF3228"/>
          </a:solidFill>
          <a:ln w="12700">
            <a:solidFill>
              <a:srgbClr val="FF322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25C482E9-DB7E-4E5B-BA87-D9F67A4F4A1E}"/>
              </a:ext>
            </a:extLst>
          </p:cNvPr>
          <p:cNvSpPr/>
          <p:nvPr userDrawn="1"/>
        </p:nvSpPr>
        <p:spPr>
          <a:xfrm>
            <a:off x="1714625" y="2513628"/>
            <a:ext cx="800100" cy="800100"/>
          </a:xfrm>
          <a:prstGeom prst="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C4FC17E0-72CD-481B-9A93-9E53EF563B11}"/>
              </a:ext>
            </a:extLst>
          </p:cNvPr>
          <p:cNvSpPr/>
          <p:nvPr userDrawn="1"/>
        </p:nvSpPr>
        <p:spPr>
          <a:xfrm>
            <a:off x="1714625" y="4115773"/>
            <a:ext cx="800100" cy="800100"/>
          </a:xfrm>
          <a:prstGeom prst="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F4BF7557-8BC4-49E3-A1E8-E0AD0AF9C072}"/>
              </a:ext>
            </a:extLst>
          </p:cNvPr>
          <p:cNvSpPr/>
          <p:nvPr userDrawn="1"/>
        </p:nvSpPr>
        <p:spPr>
          <a:xfrm>
            <a:off x="1714625" y="5717918"/>
            <a:ext cx="800100" cy="800100"/>
          </a:xfrm>
          <a:prstGeom prst="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" name="Marcador de texto 17">
            <a:extLst>
              <a:ext uri="{FF2B5EF4-FFF2-40B4-BE49-F238E27FC236}">
                <a16:creationId xmlns:a16="http://schemas.microsoft.com/office/drawing/2014/main" id="{44FEA7C6-9E21-48A4-8632-8CE1CE41E2E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701574" y="2836874"/>
            <a:ext cx="3851626" cy="540000"/>
          </a:xfrm>
        </p:spPr>
        <p:txBody>
          <a:bodyPr lIns="0">
            <a:noAutofit/>
          </a:bodyPr>
          <a:lstStyle>
            <a:lvl1pPr marL="0" indent="0">
              <a:lnSpc>
                <a:spcPts val="1700"/>
              </a:lnSpc>
              <a:spcBef>
                <a:spcPts val="900"/>
              </a:spcBef>
              <a:buNone/>
              <a:defRPr sz="144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s-ES" err="1"/>
              <a:t>quidutat</a:t>
            </a:r>
            <a:r>
              <a:rPr lang="es-ES"/>
              <a:t> mi, </a:t>
            </a:r>
            <a:r>
              <a:rPr lang="es-ES" err="1"/>
              <a:t>experum</a:t>
            </a:r>
            <a:r>
              <a:rPr lang="es-ES"/>
              <a:t> a </a:t>
            </a:r>
            <a:r>
              <a:rPr lang="es-ES" err="1"/>
              <a:t>conse</a:t>
            </a:r>
            <a:r>
              <a:rPr lang="es-ES"/>
              <a:t> </a:t>
            </a:r>
            <a:r>
              <a:rPr lang="es-ES" err="1"/>
              <a:t>sequamet</a:t>
            </a:r>
            <a:r>
              <a:rPr lang="es-ES"/>
              <a:t>, quid </a:t>
            </a:r>
            <a:r>
              <a:rPr lang="es-ES" err="1"/>
              <a:t>ullestrum</a:t>
            </a:r>
            <a:r>
              <a:rPr lang="es-ES"/>
              <a:t> quia. </a:t>
            </a:r>
            <a:r>
              <a:rPr lang="es-ES" err="1"/>
              <a:t>est</a:t>
            </a:r>
            <a:r>
              <a:rPr lang="es-ES"/>
              <a:t> </a:t>
            </a:r>
            <a:r>
              <a:rPr lang="es-ES" err="1"/>
              <a:t>mqu</a:t>
            </a:r>
            <a:r>
              <a:rPr lang="es-ES"/>
              <a:t> </a:t>
            </a:r>
            <a:r>
              <a:rPr lang="es-ES" err="1"/>
              <a:t>idundam</a:t>
            </a:r>
            <a:r>
              <a:rPr lang="es-ES"/>
              <a:t>.</a:t>
            </a:r>
          </a:p>
        </p:txBody>
      </p:sp>
      <p:sp>
        <p:nvSpPr>
          <p:cNvPr id="16" name="Marcador de texto 17">
            <a:extLst>
              <a:ext uri="{FF2B5EF4-FFF2-40B4-BE49-F238E27FC236}">
                <a16:creationId xmlns:a16="http://schemas.microsoft.com/office/drawing/2014/main" id="{F45D8212-2D59-45F8-B871-FAAAE828E27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718419" y="1414287"/>
            <a:ext cx="4524337" cy="462209"/>
          </a:xfrm>
        </p:spPr>
        <p:txBody>
          <a:bodyPr lIns="0">
            <a:normAutofit/>
          </a:bodyPr>
          <a:lstStyle>
            <a:lvl1pPr marL="0" indent="0" algn="l">
              <a:lnSpc>
                <a:spcPts val="2800"/>
              </a:lnSpc>
              <a:buNone/>
              <a:defRPr sz="29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s-ES" err="1"/>
              <a:t>Lorem</a:t>
            </a:r>
            <a:r>
              <a:rPr lang="es-ES"/>
              <a:t> </a:t>
            </a:r>
            <a:r>
              <a:rPr lang="es-ES" err="1"/>
              <a:t>ipsum</a:t>
            </a:r>
            <a:r>
              <a:rPr lang="es-ES"/>
              <a:t> dolor </a:t>
            </a:r>
            <a:r>
              <a:rPr lang="es-ES" err="1"/>
              <a:t>sit</a:t>
            </a:r>
            <a:endParaRPr lang="es-ES"/>
          </a:p>
        </p:txBody>
      </p:sp>
      <p:sp>
        <p:nvSpPr>
          <p:cNvPr id="17" name="Marcador de texto 17">
            <a:extLst>
              <a:ext uri="{FF2B5EF4-FFF2-40B4-BE49-F238E27FC236}">
                <a16:creationId xmlns:a16="http://schemas.microsoft.com/office/drawing/2014/main" id="{2AFD9B32-D2CF-4B3F-A275-6E2599A28015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701574" y="2400605"/>
            <a:ext cx="3851626" cy="462209"/>
          </a:xfrm>
        </p:spPr>
        <p:txBody>
          <a:bodyPr lIns="0" anchor="b">
            <a:noAutofit/>
          </a:bodyPr>
          <a:lstStyle>
            <a:lvl1pPr marL="0" indent="0">
              <a:lnSpc>
                <a:spcPts val="1700"/>
              </a:lnSpc>
              <a:spcBef>
                <a:spcPts val="900"/>
              </a:spcBef>
              <a:buNone/>
              <a:defRPr lang="es-ES" sz="1670" b="1" kern="1200" dirty="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s-ES" err="1"/>
              <a:t>Conempo</a:t>
            </a:r>
            <a:r>
              <a:rPr lang="es-ES"/>
              <a:t> </a:t>
            </a:r>
            <a:r>
              <a:rPr lang="es-ES" err="1"/>
              <a:t>ribusameniminci</a:t>
            </a:r>
            <a:endParaRPr lang="es-ES"/>
          </a:p>
        </p:txBody>
      </p:sp>
      <p:sp>
        <p:nvSpPr>
          <p:cNvPr id="18" name="Marcador de texto 17">
            <a:extLst>
              <a:ext uri="{FF2B5EF4-FFF2-40B4-BE49-F238E27FC236}">
                <a16:creationId xmlns:a16="http://schemas.microsoft.com/office/drawing/2014/main" id="{819E5421-DA47-48D8-95D5-1C2FE4C8716D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701574" y="4425820"/>
            <a:ext cx="3851626" cy="540000"/>
          </a:xfrm>
        </p:spPr>
        <p:txBody>
          <a:bodyPr lIns="0">
            <a:noAutofit/>
          </a:bodyPr>
          <a:lstStyle>
            <a:lvl1pPr marL="0" indent="0">
              <a:lnSpc>
                <a:spcPts val="1700"/>
              </a:lnSpc>
              <a:spcBef>
                <a:spcPts val="900"/>
              </a:spcBef>
              <a:buNone/>
              <a:defRPr sz="144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s-ES" err="1"/>
              <a:t>quidutat</a:t>
            </a:r>
            <a:r>
              <a:rPr lang="es-ES"/>
              <a:t> mi, </a:t>
            </a:r>
            <a:r>
              <a:rPr lang="es-ES" err="1"/>
              <a:t>experum</a:t>
            </a:r>
            <a:r>
              <a:rPr lang="es-ES"/>
              <a:t> a </a:t>
            </a:r>
            <a:r>
              <a:rPr lang="es-ES" err="1"/>
              <a:t>conse</a:t>
            </a:r>
            <a:r>
              <a:rPr lang="es-ES"/>
              <a:t> </a:t>
            </a:r>
            <a:r>
              <a:rPr lang="es-ES" err="1"/>
              <a:t>sequamet</a:t>
            </a:r>
            <a:r>
              <a:rPr lang="es-ES"/>
              <a:t>, quid </a:t>
            </a:r>
            <a:r>
              <a:rPr lang="es-ES" err="1"/>
              <a:t>ullestrum</a:t>
            </a:r>
            <a:r>
              <a:rPr lang="es-ES"/>
              <a:t> quia. </a:t>
            </a:r>
            <a:r>
              <a:rPr lang="es-ES" err="1"/>
              <a:t>est</a:t>
            </a:r>
            <a:r>
              <a:rPr lang="es-ES"/>
              <a:t> </a:t>
            </a:r>
            <a:r>
              <a:rPr lang="es-ES" err="1"/>
              <a:t>mqu</a:t>
            </a:r>
            <a:r>
              <a:rPr lang="es-ES"/>
              <a:t> </a:t>
            </a:r>
            <a:r>
              <a:rPr lang="es-ES" err="1"/>
              <a:t>idundam</a:t>
            </a:r>
            <a:r>
              <a:rPr lang="es-ES"/>
              <a:t>.</a:t>
            </a:r>
          </a:p>
        </p:txBody>
      </p:sp>
      <p:sp>
        <p:nvSpPr>
          <p:cNvPr id="19" name="Marcador de texto 17">
            <a:extLst>
              <a:ext uri="{FF2B5EF4-FFF2-40B4-BE49-F238E27FC236}">
                <a16:creationId xmlns:a16="http://schemas.microsoft.com/office/drawing/2014/main" id="{8EEAAABC-7AC3-4E3E-9159-899BA54C1F3C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2701574" y="3989551"/>
            <a:ext cx="3851626" cy="462209"/>
          </a:xfrm>
        </p:spPr>
        <p:txBody>
          <a:bodyPr lIns="0" anchor="b">
            <a:noAutofit/>
          </a:bodyPr>
          <a:lstStyle>
            <a:lvl1pPr marL="0" indent="0">
              <a:lnSpc>
                <a:spcPts val="1700"/>
              </a:lnSpc>
              <a:spcBef>
                <a:spcPts val="900"/>
              </a:spcBef>
              <a:buNone/>
              <a:defRPr lang="es-ES" sz="1670" b="1" kern="1200" dirty="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s-ES" err="1"/>
              <a:t>Conempo</a:t>
            </a:r>
            <a:r>
              <a:rPr lang="es-ES"/>
              <a:t> </a:t>
            </a:r>
            <a:r>
              <a:rPr lang="es-ES" err="1"/>
              <a:t>ribusameniminci</a:t>
            </a:r>
            <a:endParaRPr lang="es-ES"/>
          </a:p>
        </p:txBody>
      </p:sp>
      <p:sp>
        <p:nvSpPr>
          <p:cNvPr id="20" name="Marcador de texto 17">
            <a:extLst>
              <a:ext uri="{FF2B5EF4-FFF2-40B4-BE49-F238E27FC236}">
                <a16:creationId xmlns:a16="http://schemas.microsoft.com/office/drawing/2014/main" id="{50A7003E-2CA9-4736-92E2-0A334553D23D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701574" y="6015901"/>
            <a:ext cx="3851626" cy="540000"/>
          </a:xfrm>
        </p:spPr>
        <p:txBody>
          <a:bodyPr lIns="0">
            <a:noAutofit/>
          </a:bodyPr>
          <a:lstStyle>
            <a:lvl1pPr marL="0" indent="0">
              <a:lnSpc>
                <a:spcPts val="1700"/>
              </a:lnSpc>
              <a:spcBef>
                <a:spcPts val="900"/>
              </a:spcBef>
              <a:buNone/>
              <a:defRPr sz="144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s-ES" err="1"/>
              <a:t>quidutat</a:t>
            </a:r>
            <a:r>
              <a:rPr lang="es-ES"/>
              <a:t> mi, </a:t>
            </a:r>
            <a:r>
              <a:rPr lang="es-ES" err="1"/>
              <a:t>experum</a:t>
            </a:r>
            <a:r>
              <a:rPr lang="es-ES"/>
              <a:t> a </a:t>
            </a:r>
            <a:r>
              <a:rPr lang="es-ES" err="1"/>
              <a:t>conse</a:t>
            </a:r>
            <a:r>
              <a:rPr lang="es-ES"/>
              <a:t> </a:t>
            </a:r>
            <a:r>
              <a:rPr lang="es-ES" err="1"/>
              <a:t>sequamet</a:t>
            </a:r>
            <a:r>
              <a:rPr lang="es-ES"/>
              <a:t>, quid </a:t>
            </a:r>
            <a:r>
              <a:rPr lang="es-ES" err="1"/>
              <a:t>ullestrum</a:t>
            </a:r>
            <a:r>
              <a:rPr lang="es-ES"/>
              <a:t> quia. </a:t>
            </a:r>
            <a:r>
              <a:rPr lang="es-ES" err="1"/>
              <a:t>est</a:t>
            </a:r>
            <a:r>
              <a:rPr lang="es-ES"/>
              <a:t> </a:t>
            </a:r>
            <a:r>
              <a:rPr lang="es-ES" err="1"/>
              <a:t>mqu</a:t>
            </a:r>
            <a:r>
              <a:rPr lang="es-ES"/>
              <a:t> </a:t>
            </a:r>
            <a:r>
              <a:rPr lang="es-ES" err="1"/>
              <a:t>idundam</a:t>
            </a:r>
            <a:r>
              <a:rPr lang="es-ES"/>
              <a:t>.</a:t>
            </a:r>
          </a:p>
        </p:txBody>
      </p:sp>
      <p:sp>
        <p:nvSpPr>
          <p:cNvPr id="21" name="Marcador de texto 17">
            <a:extLst>
              <a:ext uri="{FF2B5EF4-FFF2-40B4-BE49-F238E27FC236}">
                <a16:creationId xmlns:a16="http://schemas.microsoft.com/office/drawing/2014/main" id="{92D9D4B3-1E28-4271-8722-5B476076907E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2701574" y="5579632"/>
            <a:ext cx="3851626" cy="462209"/>
          </a:xfrm>
        </p:spPr>
        <p:txBody>
          <a:bodyPr lIns="0" anchor="b">
            <a:noAutofit/>
          </a:bodyPr>
          <a:lstStyle>
            <a:lvl1pPr marL="0" indent="0">
              <a:lnSpc>
                <a:spcPts val="1700"/>
              </a:lnSpc>
              <a:spcBef>
                <a:spcPts val="900"/>
              </a:spcBef>
              <a:buNone/>
              <a:defRPr lang="es-ES" sz="1670" b="1" kern="1200" dirty="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s-ES" err="1"/>
              <a:t>Conempo</a:t>
            </a:r>
            <a:r>
              <a:rPr lang="es-ES"/>
              <a:t> </a:t>
            </a:r>
            <a:r>
              <a:rPr lang="es-ES" err="1"/>
              <a:t>ribusameniminci</a:t>
            </a:r>
            <a:endParaRPr lang="es-ES"/>
          </a:p>
        </p:txBody>
      </p:sp>
      <p:sp>
        <p:nvSpPr>
          <p:cNvPr id="22" name="Marcador de texto 17">
            <a:extLst>
              <a:ext uri="{FF2B5EF4-FFF2-40B4-BE49-F238E27FC236}">
                <a16:creationId xmlns:a16="http://schemas.microsoft.com/office/drawing/2014/main" id="{5C4F3919-61CE-4A8B-85D6-C871DE91FD2F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147529" y="2836874"/>
            <a:ext cx="3851626" cy="540000"/>
          </a:xfrm>
        </p:spPr>
        <p:txBody>
          <a:bodyPr lIns="0">
            <a:noAutofit/>
          </a:bodyPr>
          <a:lstStyle>
            <a:lvl1pPr marL="0" indent="0">
              <a:lnSpc>
                <a:spcPts val="1700"/>
              </a:lnSpc>
              <a:spcBef>
                <a:spcPts val="900"/>
              </a:spcBef>
              <a:buNone/>
              <a:defRPr sz="1440" b="0">
                <a:solidFill>
                  <a:srgbClr val="1E1E1E"/>
                </a:solidFill>
              </a:defRPr>
            </a:lvl1pPr>
          </a:lstStyle>
          <a:p>
            <a:pPr lvl="0"/>
            <a:r>
              <a:rPr lang="es-ES" err="1"/>
              <a:t>quidutat</a:t>
            </a:r>
            <a:r>
              <a:rPr lang="es-ES"/>
              <a:t> mi, </a:t>
            </a:r>
            <a:r>
              <a:rPr lang="es-ES" err="1"/>
              <a:t>experum</a:t>
            </a:r>
            <a:r>
              <a:rPr lang="es-ES"/>
              <a:t> a </a:t>
            </a:r>
            <a:r>
              <a:rPr lang="es-ES" err="1"/>
              <a:t>conse</a:t>
            </a:r>
            <a:r>
              <a:rPr lang="es-ES"/>
              <a:t> </a:t>
            </a:r>
            <a:r>
              <a:rPr lang="es-ES" err="1"/>
              <a:t>sequamet</a:t>
            </a:r>
            <a:r>
              <a:rPr lang="es-ES"/>
              <a:t>, quid </a:t>
            </a:r>
            <a:r>
              <a:rPr lang="es-ES" err="1"/>
              <a:t>ullestrum</a:t>
            </a:r>
            <a:r>
              <a:rPr lang="es-ES"/>
              <a:t> quia. </a:t>
            </a:r>
            <a:r>
              <a:rPr lang="es-ES" err="1"/>
              <a:t>est</a:t>
            </a:r>
            <a:r>
              <a:rPr lang="es-ES"/>
              <a:t> </a:t>
            </a:r>
            <a:r>
              <a:rPr lang="es-ES" err="1"/>
              <a:t>mqu</a:t>
            </a:r>
            <a:r>
              <a:rPr lang="es-ES"/>
              <a:t> </a:t>
            </a:r>
            <a:r>
              <a:rPr lang="es-ES" err="1"/>
              <a:t>idundam</a:t>
            </a:r>
            <a:r>
              <a:rPr lang="es-ES"/>
              <a:t>.</a:t>
            </a:r>
          </a:p>
        </p:txBody>
      </p:sp>
      <p:sp>
        <p:nvSpPr>
          <p:cNvPr id="23" name="Marcador de texto 17">
            <a:extLst>
              <a:ext uri="{FF2B5EF4-FFF2-40B4-BE49-F238E27FC236}">
                <a16:creationId xmlns:a16="http://schemas.microsoft.com/office/drawing/2014/main" id="{096FDC23-32F9-4A15-8C0F-2FA62606F725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9147529" y="2400605"/>
            <a:ext cx="3851626" cy="462209"/>
          </a:xfrm>
        </p:spPr>
        <p:txBody>
          <a:bodyPr lIns="0" anchor="b">
            <a:noAutofit/>
          </a:bodyPr>
          <a:lstStyle>
            <a:lvl1pPr marL="0" indent="0">
              <a:lnSpc>
                <a:spcPts val="1700"/>
              </a:lnSpc>
              <a:spcBef>
                <a:spcPts val="900"/>
              </a:spcBef>
              <a:buNone/>
              <a:defRPr lang="es-ES" sz="1670" b="1" kern="1200" dirty="0">
                <a:solidFill>
                  <a:srgbClr val="1E1E1E"/>
                </a:solidFill>
                <a:latin typeface="Century Gothic" panose="020B0502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s-ES" err="1"/>
              <a:t>Conempo</a:t>
            </a:r>
            <a:r>
              <a:rPr lang="es-ES"/>
              <a:t> </a:t>
            </a:r>
            <a:r>
              <a:rPr lang="es-ES" err="1"/>
              <a:t>ribusameniminci</a:t>
            </a:r>
            <a:endParaRPr lang="es-ES"/>
          </a:p>
        </p:txBody>
      </p:sp>
      <p:sp>
        <p:nvSpPr>
          <p:cNvPr id="24" name="Marcador de texto 17">
            <a:extLst>
              <a:ext uri="{FF2B5EF4-FFF2-40B4-BE49-F238E27FC236}">
                <a16:creationId xmlns:a16="http://schemas.microsoft.com/office/drawing/2014/main" id="{544B68AA-A664-4CDB-9244-7439A1BBEB3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9147529" y="4425820"/>
            <a:ext cx="3851626" cy="540000"/>
          </a:xfrm>
        </p:spPr>
        <p:txBody>
          <a:bodyPr lIns="0">
            <a:noAutofit/>
          </a:bodyPr>
          <a:lstStyle>
            <a:lvl1pPr marL="0" indent="0">
              <a:lnSpc>
                <a:spcPts val="1700"/>
              </a:lnSpc>
              <a:spcBef>
                <a:spcPts val="900"/>
              </a:spcBef>
              <a:buNone/>
              <a:defRPr sz="1440" b="0">
                <a:solidFill>
                  <a:srgbClr val="1E1E1E"/>
                </a:solidFill>
              </a:defRPr>
            </a:lvl1pPr>
          </a:lstStyle>
          <a:p>
            <a:pPr lvl="0"/>
            <a:r>
              <a:rPr lang="es-ES" err="1"/>
              <a:t>quidutat</a:t>
            </a:r>
            <a:r>
              <a:rPr lang="es-ES"/>
              <a:t> mi, </a:t>
            </a:r>
            <a:r>
              <a:rPr lang="es-ES" err="1"/>
              <a:t>experum</a:t>
            </a:r>
            <a:r>
              <a:rPr lang="es-ES"/>
              <a:t> a </a:t>
            </a:r>
            <a:r>
              <a:rPr lang="es-ES" err="1"/>
              <a:t>conse</a:t>
            </a:r>
            <a:r>
              <a:rPr lang="es-ES"/>
              <a:t> </a:t>
            </a:r>
            <a:r>
              <a:rPr lang="es-ES" err="1"/>
              <a:t>sequamet</a:t>
            </a:r>
            <a:r>
              <a:rPr lang="es-ES"/>
              <a:t>, quid </a:t>
            </a:r>
            <a:r>
              <a:rPr lang="es-ES" err="1"/>
              <a:t>ullestrum</a:t>
            </a:r>
            <a:r>
              <a:rPr lang="es-ES"/>
              <a:t> quia. </a:t>
            </a:r>
            <a:r>
              <a:rPr lang="es-ES" err="1"/>
              <a:t>est</a:t>
            </a:r>
            <a:r>
              <a:rPr lang="es-ES"/>
              <a:t> </a:t>
            </a:r>
            <a:r>
              <a:rPr lang="es-ES" err="1"/>
              <a:t>mqu</a:t>
            </a:r>
            <a:r>
              <a:rPr lang="es-ES"/>
              <a:t> </a:t>
            </a:r>
            <a:r>
              <a:rPr lang="es-ES" err="1"/>
              <a:t>idundam</a:t>
            </a:r>
            <a:r>
              <a:rPr lang="es-ES"/>
              <a:t>.</a:t>
            </a:r>
          </a:p>
        </p:txBody>
      </p:sp>
      <p:sp>
        <p:nvSpPr>
          <p:cNvPr id="25" name="Marcador de texto 17">
            <a:extLst>
              <a:ext uri="{FF2B5EF4-FFF2-40B4-BE49-F238E27FC236}">
                <a16:creationId xmlns:a16="http://schemas.microsoft.com/office/drawing/2014/main" id="{E8F7D17C-956D-401B-B279-2A0E1A7FDAE4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147529" y="3989551"/>
            <a:ext cx="3851626" cy="462209"/>
          </a:xfrm>
        </p:spPr>
        <p:txBody>
          <a:bodyPr lIns="0" anchor="b">
            <a:noAutofit/>
          </a:bodyPr>
          <a:lstStyle>
            <a:lvl1pPr marL="0" indent="0">
              <a:lnSpc>
                <a:spcPts val="1700"/>
              </a:lnSpc>
              <a:spcBef>
                <a:spcPts val="900"/>
              </a:spcBef>
              <a:buNone/>
              <a:defRPr lang="es-ES" sz="1670" b="1" kern="1200" dirty="0">
                <a:solidFill>
                  <a:srgbClr val="1E1E1E"/>
                </a:solidFill>
                <a:latin typeface="Century Gothic" panose="020B0502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s-ES" err="1"/>
              <a:t>Conempo</a:t>
            </a:r>
            <a:r>
              <a:rPr lang="es-ES"/>
              <a:t> </a:t>
            </a:r>
            <a:r>
              <a:rPr lang="es-ES" err="1"/>
              <a:t>ribusameniminci</a:t>
            </a:r>
            <a:endParaRPr lang="es-ES"/>
          </a:p>
        </p:txBody>
      </p:sp>
      <p:sp>
        <p:nvSpPr>
          <p:cNvPr id="26" name="Marcador de texto 17">
            <a:extLst>
              <a:ext uri="{FF2B5EF4-FFF2-40B4-BE49-F238E27FC236}">
                <a16:creationId xmlns:a16="http://schemas.microsoft.com/office/drawing/2014/main" id="{042A179C-1060-4856-8F5D-63184A6E3BA6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9147529" y="6015901"/>
            <a:ext cx="3851626" cy="540000"/>
          </a:xfrm>
        </p:spPr>
        <p:txBody>
          <a:bodyPr lIns="0">
            <a:noAutofit/>
          </a:bodyPr>
          <a:lstStyle>
            <a:lvl1pPr marL="0" indent="0">
              <a:lnSpc>
                <a:spcPts val="1700"/>
              </a:lnSpc>
              <a:spcBef>
                <a:spcPts val="900"/>
              </a:spcBef>
              <a:buNone/>
              <a:defRPr sz="1440" b="0">
                <a:solidFill>
                  <a:srgbClr val="1E1E1E"/>
                </a:solidFill>
              </a:defRPr>
            </a:lvl1pPr>
          </a:lstStyle>
          <a:p>
            <a:pPr lvl="0"/>
            <a:r>
              <a:rPr lang="es-ES" err="1"/>
              <a:t>quidutat</a:t>
            </a:r>
            <a:r>
              <a:rPr lang="es-ES"/>
              <a:t> mi, </a:t>
            </a:r>
            <a:r>
              <a:rPr lang="es-ES" err="1"/>
              <a:t>experum</a:t>
            </a:r>
            <a:r>
              <a:rPr lang="es-ES"/>
              <a:t> a </a:t>
            </a:r>
            <a:r>
              <a:rPr lang="es-ES" err="1"/>
              <a:t>conse</a:t>
            </a:r>
            <a:r>
              <a:rPr lang="es-ES"/>
              <a:t> </a:t>
            </a:r>
            <a:r>
              <a:rPr lang="es-ES" err="1"/>
              <a:t>sequamet</a:t>
            </a:r>
            <a:r>
              <a:rPr lang="es-ES"/>
              <a:t>, quid </a:t>
            </a:r>
            <a:r>
              <a:rPr lang="es-ES" err="1"/>
              <a:t>ullestrum</a:t>
            </a:r>
            <a:r>
              <a:rPr lang="es-ES"/>
              <a:t> quia. </a:t>
            </a:r>
            <a:r>
              <a:rPr lang="es-ES" err="1"/>
              <a:t>est</a:t>
            </a:r>
            <a:r>
              <a:rPr lang="es-ES"/>
              <a:t> </a:t>
            </a:r>
            <a:r>
              <a:rPr lang="es-ES" err="1"/>
              <a:t>mqu</a:t>
            </a:r>
            <a:r>
              <a:rPr lang="es-ES"/>
              <a:t> </a:t>
            </a:r>
            <a:r>
              <a:rPr lang="es-ES" err="1"/>
              <a:t>idundam</a:t>
            </a:r>
            <a:r>
              <a:rPr lang="es-ES"/>
              <a:t>.</a:t>
            </a:r>
          </a:p>
        </p:txBody>
      </p:sp>
      <p:sp>
        <p:nvSpPr>
          <p:cNvPr id="27" name="Marcador de texto 17">
            <a:extLst>
              <a:ext uri="{FF2B5EF4-FFF2-40B4-BE49-F238E27FC236}">
                <a16:creationId xmlns:a16="http://schemas.microsoft.com/office/drawing/2014/main" id="{56D8F0E5-A6E8-4BB3-BE7E-067D7C752DC3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9147529" y="5579632"/>
            <a:ext cx="3851626" cy="462209"/>
          </a:xfrm>
        </p:spPr>
        <p:txBody>
          <a:bodyPr lIns="0" anchor="b">
            <a:noAutofit/>
          </a:bodyPr>
          <a:lstStyle>
            <a:lvl1pPr marL="0" indent="0">
              <a:lnSpc>
                <a:spcPts val="1700"/>
              </a:lnSpc>
              <a:spcBef>
                <a:spcPts val="900"/>
              </a:spcBef>
              <a:buNone/>
              <a:defRPr lang="es-ES" sz="1670" b="1" kern="1200" dirty="0">
                <a:solidFill>
                  <a:srgbClr val="1E1E1E"/>
                </a:solidFill>
                <a:latin typeface="Century Gothic" panose="020B0502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s-ES" err="1"/>
              <a:t>Conempo</a:t>
            </a:r>
            <a:r>
              <a:rPr lang="es-ES"/>
              <a:t> </a:t>
            </a:r>
            <a:r>
              <a:rPr lang="es-ES" err="1"/>
              <a:t>ribusameniminci</a:t>
            </a:r>
            <a:endParaRPr lang="es-ES"/>
          </a:p>
        </p:txBody>
      </p:sp>
      <p:sp>
        <p:nvSpPr>
          <p:cNvPr id="28" name="Marcador de texto 17">
            <a:extLst>
              <a:ext uri="{FF2B5EF4-FFF2-40B4-BE49-F238E27FC236}">
                <a16:creationId xmlns:a16="http://schemas.microsoft.com/office/drawing/2014/main" id="{EFD3DBCB-37D1-496C-A04E-BA7E970F4A25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129253" y="1414287"/>
            <a:ext cx="4524337" cy="462209"/>
          </a:xfrm>
        </p:spPr>
        <p:txBody>
          <a:bodyPr lIns="0">
            <a:normAutofit/>
          </a:bodyPr>
          <a:lstStyle>
            <a:lvl1pPr marL="0" indent="0" algn="l">
              <a:lnSpc>
                <a:spcPts val="2800"/>
              </a:lnSpc>
              <a:buNone/>
              <a:defRPr sz="2900" b="1">
                <a:solidFill>
                  <a:srgbClr val="1E1E1E"/>
                </a:solidFill>
              </a:defRPr>
            </a:lvl1pPr>
          </a:lstStyle>
          <a:p>
            <a:pPr lvl="0"/>
            <a:r>
              <a:rPr lang="es-ES" err="1"/>
              <a:t>Lorem</a:t>
            </a:r>
            <a:r>
              <a:rPr lang="es-ES"/>
              <a:t> </a:t>
            </a:r>
            <a:r>
              <a:rPr lang="es-ES" err="1"/>
              <a:t>ipsum</a:t>
            </a:r>
            <a:r>
              <a:rPr lang="es-ES"/>
              <a:t> dolor </a:t>
            </a:r>
            <a:r>
              <a:rPr lang="es-ES" err="1"/>
              <a:t>sit</a:t>
            </a:r>
            <a:endParaRPr lang="es-ES"/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28985D4F-DA9A-4115-90BA-E38ACC75A041}"/>
              </a:ext>
            </a:extLst>
          </p:cNvPr>
          <p:cNvSpPr/>
          <p:nvPr userDrawn="1"/>
        </p:nvSpPr>
        <p:spPr>
          <a:xfrm>
            <a:off x="8114896" y="2513628"/>
            <a:ext cx="800100" cy="800100"/>
          </a:xfrm>
          <a:prstGeom prst="rect">
            <a:avLst/>
          </a:prstGeom>
          <a:noFill/>
          <a:ln w="12700">
            <a:solidFill>
              <a:srgbClr val="FF322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4F46DE56-E459-4EB6-9BA9-089C84D8957C}"/>
              </a:ext>
            </a:extLst>
          </p:cNvPr>
          <p:cNvSpPr/>
          <p:nvPr userDrawn="1"/>
        </p:nvSpPr>
        <p:spPr>
          <a:xfrm>
            <a:off x="8114896" y="4115773"/>
            <a:ext cx="800100" cy="800100"/>
          </a:xfrm>
          <a:prstGeom prst="rect">
            <a:avLst/>
          </a:prstGeom>
          <a:noFill/>
          <a:ln w="12700">
            <a:solidFill>
              <a:srgbClr val="FF322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825B9C34-BEED-48EF-A8F3-98A25182117F}"/>
              </a:ext>
            </a:extLst>
          </p:cNvPr>
          <p:cNvSpPr/>
          <p:nvPr userDrawn="1"/>
        </p:nvSpPr>
        <p:spPr>
          <a:xfrm>
            <a:off x="8114896" y="5717918"/>
            <a:ext cx="800100" cy="800100"/>
          </a:xfrm>
          <a:prstGeom prst="rect">
            <a:avLst/>
          </a:prstGeom>
          <a:noFill/>
          <a:ln w="12700">
            <a:solidFill>
              <a:srgbClr val="FF322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0" name="Marcador de número de diapositiva 1">
            <a:extLst>
              <a:ext uri="{FF2B5EF4-FFF2-40B4-BE49-F238E27FC236}">
                <a16:creationId xmlns:a16="http://schemas.microsoft.com/office/drawing/2014/main" id="{3F5AFE29-57E8-44B6-95C3-325867DAB7CB}"/>
              </a:ext>
            </a:extLst>
          </p:cNvPr>
          <p:cNvSpPr>
            <a:spLocks noGrp="1"/>
          </p:cNvSpPr>
          <p:nvPr>
            <p:ph type="sldNum" sz="quarter" idx="49"/>
          </p:nvPr>
        </p:nvSpPr>
        <p:spPr>
          <a:xfrm>
            <a:off x="7000489" y="7763089"/>
            <a:ext cx="629422" cy="395242"/>
          </a:xfrm>
        </p:spPr>
        <p:txBody>
          <a:bodyPr/>
          <a:lstStyle/>
          <a:p>
            <a:fld id="{B005B2D1-880E-4846-A216-7D6770BA1332}" type="slidenum">
              <a:rPr lang="es-ES" smtClean="0"/>
              <a:pPr/>
              <a:t>‹#›</a:t>
            </a:fld>
            <a:endParaRPr lang="es-ES"/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13DDD1BB-63FF-4264-945F-3B3141732107}"/>
              </a:ext>
            </a:extLst>
          </p:cNvPr>
          <p:cNvSpPr txBox="1"/>
          <p:nvPr userDrawn="1"/>
        </p:nvSpPr>
        <p:spPr>
          <a:xfrm>
            <a:off x="432928" y="7772943"/>
            <a:ext cx="4043094" cy="2400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960">
                <a:solidFill>
                  <a:srgbClr val="1E1E1E"/>
                </a:solidFill>
                <a:latin typeface="Century Gothic" panose="020B0502020202020204" pitchFamily="34" charset="0"/>
              </a:rPr>
              <a:t>© Copyright Universidad Europea. Todos los derechos reservados</a:t>
            </a:r>
            <a:endParaRPr lang="es-ES">
              <a:solidFill>
                <a:srgbClr val="1E1E1E"/>
              </a:solidFill>
            </a:endParaRPr>
          </a:p>
        </p:txBody>
      </p:sp>
      <p:pic>
        <p:nvPicPr>
          <p:cNvPr id="30" name="Gráfico 29">
            <a:extLst>
              <a:ext uri="{FF2B5EF4-FFF2-40B4-BE49-F238E27FC236}">
                <a16:creationId xmlns:a16="http://schemas.microsoft.com/office/drawing/2014/main" id="{826DE4F1-0500-456A-9AEE-766BEA0D276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323884" y="7585901"/>
            <a:ext cx="1400054" cy="385200"/>
          </a:xfrm>
          <a:prstGeom prst="rect">
            <a:avLst/>
          </a:prstGeom>
        </p:spPr>
      </p:pic>
      <p:sp>
        <p:nvSpPr>
          <p:cNvPr id="37" name="Rectángulo 36">
            <a:extLst>
              <a:ext uri="{FF2B5EF4-FFF2-40B4-BE49-F238E27FC236}">
                <a16:creationId xmlns:a16="http://schemas.microsoft.com/office/drawing/2014/main" id="{047CC7ED-54B8-4D1D-B00C-D69B01F0733A}"/>
              </a:ext>
            </a:extLst>
          </p:cNvPr>
          <p:cNvSpPr/>
          <p:nvPr userDrawn="1"/>
        </p:nvSpPr>
        <p:spPr>
          <a:xfrm>
            <a:off x="524442" y="332974"/>
            <a:ext cx="384969" cy="38496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65503486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ítulo 11">
            <a:extLst>
              <a:ext uri="{FF2B5EF4-FFF2-40B4-BE49-F238E27FC236}">
                <a16:creationId xmlns:a16="http://schemas.microsoft.com/office/drawing/2014/main" id="{E45EE8D0-3795-421B-8794-6F214183AE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06463" y="1180601"/>
            <a:ext cx="3309937" cy="1803899"/>
          </a:xfrm>
        </p:spPr>
        <p:txBody>
          <a:bodyPr lIns="0" anchor="t">
            <a:noAutofit/>
          </a:bodyPr>
          <a:lstStyle>
            <a:lvl1pPr>
              <a:defRPr sz="4300"/>
            </a:lvl1pPr>
          </a:lstStyle>
          <a:p>
            <a:r>
              <a:rPr lang="es-ES"/>
              <a:t>Estilo</a:t>
            </a:r>
            <a:br>
              <a:rPr lang="es-ES"/>
            </a:br>
            <a:r>
              <a:rPr lang="es-ES"/>
              <a:t>de gráfico de barras I</a:t>
            </a:r>
          </a:p>
        </p:txBody>
      </p:sp>
      <p:sp>
        <p:nvSpPr>
          <p:cNvPr id="21" name="Marcador de texto 17">
            <a:extLst>
              <a:ext uri="{FF2B5EF4-FFF2-40B4-BE49-F238E27FC236}">
                <a16:creationId xmlns:a16="http://schemas.microsoft.com/office/drawing/2014/main" id="{B3CCE7E5-483B-4D05-A9C8-5D66C5A5739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06463" y="3263021"/>
            <a:ext cx="4745037" cy="3411330"/>
          </a:xfrm>
        </p:spPr>
        <p:txBody>
          <a:bodyPr lIns="0">
            <a:noAutofit/>
          </a:bodyPr>
          <a:lstStyle>
            <a:lvl1pPr marL="0" indent="0">
              <a:lnSpc>
                <a:spcPts val="1700"/>
              </a:lnSpc>
              <a:spcBef>
                <a:spcPts val="900"/>
              </a:spcBef>
              <a:buNone/>
              <a:defRPr sz="1440" b="0">
                <a:solidFill>
                  <a:srgbClr val="1E1E1E"/>
                </a:solidFill>
              </a:defRPr>
            </a:lvl1pPr>
          </a:lstStyle>
          <a:p>
            <a:pPr lvl="0"/>
            <a:r>
              <a:rPr lang="es-ES" err="1"/>
              <a:t>Conepos</a:t>
            </a:r>
            <a:r>
              <a:rPr lang="es-ES"/>
              <a:t> </a:t>
            </a:r>
            <a:r>
              <a:rPr lang="es-ES" err="1"/>
              <a:t>reiciis</a:t>
            </a:r>
            <a:r>
              <a:rPr lang="es-ES"/>
              <a:t> </a:t>
            </a:r>
            <a:r>
              <a:rPr lang="es-ES" err="1"/>
              <a:t>conseque</a:t>
            </a:r>
            <a:r>
              <a:rPr lang="es-ES"/>
              <a:t> </a:t>
            </a:r>
            <a:r>
              <a:rPr lang="es-ES" err="1"/>
              <a:t>conempo</a:t>
            </a:r>
            <a:r>
              <a:rPr lang="es-ES"/>
              <a:t> </a:t>
            </a:r>
            <a:r>
              <a:rPr lang="es-ES" err="1"/>
              <a:t>ribusam</a:t>
            </a:r>
            <a:r>
              <a:rPr lang="es-ES"/>
              <a:t> </a:t>
            </a:r>
            <a:r>
              <a:rPr lang="es-ES" err="1"/>
              <a:t>enimincil</a:t>
            </a:r>
            <a:r>
              <a:rPr lang="es-ES"/>
              <a:t> </a:t>
            </a:r>
            <a:r>
              <a:rPr lang="es-ES" err="1"/>
              <a:t>molupta</a:t>
            </a:r>
            <a:r>
              <a:rPr lang="es-ES"/>
              <a:t> </a:t>
            </a:r>
            <a:r>
              <a:rPr lang="es-ES" err="1"/>
              <a:t>tiatesed</a:t>
            </a:r>
            <a:r>
              <a:rPr lang="es-ES"/>
              <a:t> qui </a:t>
            </a:r>
            <a:r>
              <a:rPr lang="es-ES" err="1"/>
              <a:t>sit</a:t>
            </a:r>
            <a:r>
              <a:rPr lang="es-ES"/>
              <a:t> </a:t>
            </a:r>
            <a:r>
              <a:rPr lang="es-ES" err="1"/>
              <a:t>aut</a:t>
            </a:r>
            <a:r>
              <a:rPr lang="es-ES"/>
              <a:t> </a:t>
            </a:r>
            <a:r>
              <a:rPr lang="es-ES" err="1"/>
              <a:t>harit</a:t>
            </a:r>
            <a:r>
              <a:rPr lang="es-ES"/>
              <a:t>, </a:t>
            </a:r>
            <a:r>
              <a:rPr lang="es-ES" err="1"/>
              <a:t>quoditat</a:t>
            </a:r>
            <a:r>
              <a:rPr lang="es-ES"/>
              <a:t> mi, </a:t>
            </a:r>
            <a:r>
              <a:rPr lang="es-ES" err="1"/>
              <a:t>experum</a:t>
            </a:r>
            <a:r>
              <a:rPr lang="es-ES"/>
              <a:t> a </a:t>
            </a:r>
            <a:r>
              <a:rPr lang="es-ES" err="1"/>
              <a:t>conse</a:t>
            </a:r>
            <a:r>
              <a:rPr lang="es-ES"/>
              <a:t>.</a:t>
            </a:r>
          </a:p>
          <a:p>
            <a:pPr lvl="0"/>
            <a:r>
              <a:rPr lang="es-ES"/>
              <a:t> </a:t>
            </a:r>
            <a:r>
              <a:rPr lang="es-ES" err="1"/>
              <a:t>sequamet</a:t>
            </a:r>
            <a:r>
              <a:rPr lang="es-ES"/>
              <a:t>, quid </a:t>
            </a:r>
            <a:r>
              <a:rPr lang="es-ES" err="1"/>
              <a:t>ullestrum</a:t>
            </a:r>
            <a:r>
              <a:rPr lang="es-ES"/>
              <a:t> quia </a:t>
            </a:r>
            <a:r>
              <a:rPr lang="es-ES" err="1"/>
              <a:t>estemqu</a:t>
            </a:r>
            <a:r>
              <a:rPr lang="es-ES"/>
              <a:t> </a:t>
            </a:r>
            <a:r>
              <a:rPr lang="es-ES" err="1"/>
              <a:t>idun</a:t>
            </a:r>
            <a:r>
              <a:rPr lang="es-ES"/>
              <a:t> qui </a:t>
            </a:r>
            <a:r>
              <a:rPr lang="es-ES" err="1"/>
              <a:t>alitis</a:t>
            </a:r>
            <a:r>
              <a:rPr lang="es-ES"/>
              <a:t> </a:t>
            </a:r>
            <a:r>
              <a:rPr lang="es-ES" err="1"/>
              <a:t>harit</a:t>
            </a:r>
            <a:r>
              <a:rPr lang="es-ES"/>
              <a:t>, </a:t>
            </a:r>
            <a:r>
              <a:rPr lang="es-ES" err="1"/>
              <a:t>quoditat</a:t>
            </a:r>
            <a:r>
              <a:rPr lang="es-ES"/>
              <a:t> mi, </a:t>
            </a:r>
            <a:r>
              <a:rPr lang="es-ES" err="1"/>
              <a:t>experum</a:t>
            </a:r>
            <a:r>
              <a:rPr lang="es-ES"/>
              <a:t> a </a:t>
            </a:r>
            <a:r>
              <a:rPr lang="es-ES" err="1"/>
              <a:t>conse</a:t>
            </a:r>
            <a:r>
              <a:rPr lang="es-ES"/>
              <a:t> </a:t>
            </a:r>
            <a:r>
              <a:rPr lang="es-ES" err="1"/>
              <a:t>sequamet</a:t>
            </a:r>
            <a:r>
              <a:rPr lang="es-ES"/>
              <a:t>, quid </a:t>
            </a:r>
            <a:r>
              <a:rPr lang="es-ES" err="1"/>
              <a:t>ullestrum</a:t>
            </a:r>
            <a:r>
              <a:rPr lang="es-ES"/>
              <a:t> quia </a:t>
            </a:r>
            <a:r>
              <a:rPr lang="es-ES" err="1"/>
              <a:t>estemqu</a:t>
            </a:r>
            <a:r>
              <a:rPr lang="es-ES"/>
              <a:t> </a:t>
            </a:r>
            <a:r>
              <a:rPr lang="es-ES" err="1"/>
              <a:t>idun</a:t>
            </a:r>
            <a:r>
              <a:rPr lang="es-ES"/>
              <a:t> qui </a:t>
            </a:r>
            <a:r>
              <a:rPr lang="es-ES" err="1"/>
              <a:t>alitis</a:t>
            </a:r>
            <a:r>
              <a:rPr lang="es-ES"/>
              <a:t> </a:t>
            </a:r>
            <a:r>
              <a:rPr lang="es-ES" err="1"/>
              <a:t>harit</a:t>
            </a:r>
            <a:r>
              <a:rPr lang="es-ES"/>
              <a:t>, </a:t>
            </a:r>
            <a:r>
              <a:rPr lang="es-ES" err="1"/>
              <a:t>quoditat</a:t>
            </a:r>
            <a:r>
              <a:rPr lang="es-ES"/>
              <a:t> mi, </a:t>
            </a:r>
            <a:r>
              <a:rPr lang="es-ES" err="1"/>
              <a:t>experum</a:t>
            </a:r>
            <a:r>
              <a:rPr lang="es-ES"/>
              <a:t> a </a:t>
            </a:r>
            <a:r>
              <a:rPr lang="es-ES" err="1"/>
              <a:t>conse</a:t>
            </a:r>
            <a:r>
              <a:rPr lang="es-ES"/>
              <a:t> </a:t>
            </a:r>
            <a:r>
              <a:rPr lang="es-ES" err="1"/>
              <a:t>sequamet</a:t>
            </a:r>
            <a:r>
              <a:rPr lang="es-ES"/>
              <a:t>, quid </a:t>
            </a:r>
            <a:r>
              <a:rPr lang="es-ES" err="1"/>
              <a:t>ullestrum</a:t>
            </a:r>
            <a:r>
              <a:rPr lang="es-ES"/>
              <a:t> quia </a:t>
            </a:r>
            <a:r>
              <a:rPr lang="es-ES" err="1"/>
              <a:t>estemq</a:t>
            </a:r>
            <a:r>
              <a:rPr lang="es-ES"/>
              <a:t>.</a:t>
            </a:r>
          </a:p>
          <a:p>
            <a:pPr marL="0" marR="0" lvl="0" indent="0" algn="l" defTabSz="1097280" rtl="0" eaLnBrk="1" fontAlgn="auto" latinLnBrk="0" hangingPunct="1">
              <a:lnSpc>
                <a:spcPts val="1700"/>
              </a:lnSpc>
              <a:spcBef>
                <a:spcPts val="900"/>
              </a:spcBef>
              <a:spcAft>
                <a:spcPts val="0"/>
              </a:spcAft>
              <a:buClr>
                <a:srgbClr val="FF3228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es-ES" err="1"/>
              <a:t>Arupiet</a:t>
            </a:r>
            <a:r>
              <a:rPr lang="es-ES"/>
              <a:t> </a:t>
            </a:r>
            <a:r>
              <a:rPr lang="es-ES" err="1"/>
              <a:t>autest</a:t>
            </a:r>
            <a:r>
              <a:rPr lang="es-ES"/>
              <a:t> </a:t>
            </a:r>
            <a:r>
              <a:rPr lang="es-ES" err="1"/>
              <a:t>ent</a:t>
            </a:r>
            <a:r>
              <a:rPr lang="es-ES"/>
              <a:t> </a:t>
            </a:r>
            <a:r>
              <a:rPr lang="es-ES" err="1"/>
              <a:t>laudant</a:t>
            </a:r>
            <a:r>
              <a:rPr lang="es-ES"/>
              <a:t> ut </a:t>
            </a:r>
            <a:r>
              <a:rPr lang="es-ES" err="1"/>
              <a:t>eatur</a:t>
            </a:r>
            <a:r>
              <a:rPr lang="es-ES"/>
              <a:t>?</a:t>
            </a:r>
            <a:br>
              <a:rPr lang="es-ES"/>
            </a:br>
            <a:r>
              <a:rPr lang="es-ES" err="1"/>
              <a:t>experum</a:t>
            </a:r>
            <a:r>
              <a:rPr lang="es-ES"/>
              <a:t> a </a:t>
            </a:r>
            <a:r>
              <a:rPr lang="es-ES" err="1"/>
              <a:t>conse</a:t>
            </a:r>
            <a:r>
              <a:rPr lang="es-ES"/>
              <a:t> </a:t>
            </a:r>
            <a:r>
              <a:rPr lang="es-ES" err="1"/>
              <a:t>sequamet</a:t>
            </a:r>
            <a:r>
              <a:rPr lang="es-ES"/>
              <a:t>, quid </a:t>
            </a:r>
            <a:r>
              <a:rPr lang="es-ES" err="1"/>
              <a:t>ullestrum</a:t>
            </a:r>
            <a:r>
              <a:rPr lang="es-ES"/>
              <a:t> quia </a:t>
            </a:r>
            <a:r>
              <a:rPr lang="es-ES" err="1"/>
              <a:t>estemqu</a:t>
            </a:r>
            <a:r>
              <a:rPr lang="es-ES"/>
              <a:t> </a:t>
            </a:r>
            <a:r>
              <a:rPr lang="es-ES" err="1"/>
              <a:t>idun</a:t>
            </a:r>
            <a:r>
              <a:rPr lang="es-ES"/>
              <a:t> qui </a:t>
            </a:r>
            <a:r>
              <a:rPr lang="es-ES" err="1"/>
              <a:t>aliti</a:t>
            </a:r>
            <a:r>
              <a:rPr lang="es-ES"/>
              <a:t> </a:t>
            </a:r>
            <a:r>
              <a:rPr lang="es-ES" err="1"/>
              <a:t>Poribus</a:t>
            </a:r>
            <a:r>
              <a:rPr lang="es-ES"/>
              <a:t> </a:t>
            </a:r>
            <a:r>
              <a:rPr lang="es-ES" err="1"/>
              <a:t>reiciis</a:t>
            </a:r>
            <a:r>
              <a:rPr lang="es-ES"/>
              <a:t>.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E30C8D45-466F-4F40-8328-D150D1EB24BA}"/>
              </a:ext>
            </a:extLst>
          </p:cNvPr>
          <p:cNvSpPr txBox="1"/>
          <p:nvPr userDrawn="1"/>
        </p:nvSpPr>
        <p:spPr>
          <a:xfrm>
            <a:off x="10257964" y="7772943"/>
            <a:ext cx="4043094" cy="2400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960">
                <a:solidFill>
                  <a:srgbClr val="333333"/>
                </a:solidFill>
                <a:latin typeface="Century Gothic" panose="020B0502020202020204" pitchFamily="34" charset="0"/>
              </a:rPr>
              <a:t>© Copyright Universidad Europea. Todos los derechos reservados</a:t>
            </a:r>
            <a:endParaRPr lang="es-ES"/>
          </a:p>
        </p:txBody>
      </p:sp>
      <p:sp>
        <p:nvSpPr>
          <p:cNvPr id="27" name="Marcador de número de diapositiva 1">
            <a:extLst>
              <a:ext uri="{FF2B5EF4-FFF2-40B4-BE49-F238E27FC236}">
                <a16:creationId xmlns:a16="http://schemas.microsoft.com/office/drawing/2014/main" id="{04281931-3718-4A7D-AA8E-F88E5AEB9ADC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>
          <a:xfrm>
            <a:off x="7000489" y="7763089"/>
            <a:ext cx="629422" cy="395242"/>
          </a:xfrm>
        </p:spPr>
        <p:txBody>
          <a:bodyPr/>
          <a:lstStyle/>
          <a:p>
            <a:fld id="{B005B2D1-880E-4846-A216-7D6770BA1332}" type="slidenum">
              <a:rPr lang="es-ES" smtClean="0"/>
              <a:pPr/>
              <a:t>‹#›</a:t>
            </a:fld>
            <a:endParaRPr lang="es-ES"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4D5137D5-442A-403F-81C7-7686AFB9547E}"/>
              </a:ext>
            </a:extLst>
          </p:cNvPr>
          <p:cNvSpPr/>
          <p:nvPr userDrawn="1"/>
        </p:nvSpPr>
        <p:spPr>
          <a:xfrm>
            <a:off x="521494" y="7543800"/>
            <a:ext cx="384969" cy="384969"/>
          </a:xfrm>
          <a:prstGeom prst="rect">
            <a:avLst/>
          </a:prstGeom>
          <a:solidFill>
            <a:srgbClr val="FF32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Marcador de gráfico 6">
            <a:extLst>
              <a:ext uri="{FF2B5EF4-FFF2-40B4-BE49-F238E27FC236}">
                <a16:creationId xmlns:a16="http://schemas.microsoft.com/office/drawing/2014/main" id="{7201564A-7529-4B1F-B62A-73FAF73E875E}"/>
              </a:ext>
            </a:extLst>
          </p:cNvPr>
          <p:cNvSpPr>
            <a:spLocks noGrp="1"/>
          </p:cNvSpPr>
          <p:nvPr>
            <p:ph type="chart" sz="quarter" idx="31"/>
          </p:nvPr>
        </p:nvSpPr>
        <p:spPr>
          <a:xfrm>
            <a:off x="6140450" y="1719155"/>
            <a:ext cx="7583488" cy="5599220"/>
          </a:xfrm>
        </p:spPr>
        <p:txBody>
          <a:bodyPr/>
          <a:lstStyle/>
          <a:p>
            <a:endParaRPr lang="es-ES"/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06E2181E-8ABD-4C68-97CA-BF860F11CA1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69936"/>
          <a:stretch/>
        </p:blipFill>
        <p:spPr>
          <a:xfrm>
            <a:off x="13723938" y="332974"/>
            <a:ext cx="420914" cy="38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9800899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ítulo 11">
            <a:extLst>
              <a:ext uri="{FF2B5EF4-FFF2-40B4-BE49-F238E27FC236}">
                <a16:creationId xmlns:a16="http://schemas.microsoft.com/office/drawing/2014/main" id="{E45EE8D0-3795-421B-8794-6F214183AE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06463" y="1180601"/>
            <a:ext cx="5278437" cy="879431"/>
          </a:xfrm>
        </p:spPr>
        <p:txBody>
          <a:bodyPr lIns="0" anchor="t">
            <a:noAutofit/>
          </a:bodyPr>
          <a:lstStyle>
            <a:lvl1pPr>
              <a:defRPr sz="4300"/>
            </a:lvl1pPr>
          </a:lstStyle>
          <a:p>
            <a:r>
              <a:rPr lang="es-ES"/>
              <a:t>Estilo tabla I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E30C8D45-466F-4F40-8328-D150D1EB24BA}"/>
              </a:ext>
            </a:extLst>
          </p:cNvPr>
          <p:cNvSpPr txBox="1"/>
          <p:nvPr userDrawn="1"/>
        </p:nvSpPr>
        <p:spPr>
          <a:xfrm>
            <a:off x="10257964" y="7772943"/>
            <a:ext cx="4043094" cy="2400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960">
                <a:solidFill>
                  <a:srgbClr val="333333"/>
                </a:solidFill>
                <a:latin typeface="Century Gothic" panose="020B0502020202020204" pitchFamily="34" charset="0"/>
              </a:rPr>
              <a:t>© Copyright Universidad Europea. Todos los derechos reservados</a:t>
            </a:r>
            <a:endParaRPr lang="es-ES"/>
          </a:p>
        </p:txBody>
      </p:sp>
      <p:sp>
        <p:nvSpPr>
          <p:cNvPr id="27" name="Marcador de número de diapositiva 1">
            <a:extLst>
              <a:ext uri="{FF2B5EF4-FFF2-40B4-BE49-F238E27FC236}">
                <a16:creationId xmlns:a16="http://schemas.microsoft.com/office/drawing/2014/main" id="{04281931-3718-4A7D-AA8E-F88E5AEB9ADC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>
          <a:xfrm>
            <a:off x="7000489" y="7763089"/>
            <a:ext cx="629422" cy="395242"/>
          </a:xfrm>
        </p:spPr>
        <p:txBody>
          <a:bodyPr/>
          <a:lstStyle/>
          <a:p>
            <a:fld id="{B005B2D1-880E-4846-A216-7D6770BA1332}" type="slidenum">
              <a:rPr lang="es-ES" smtClean="0"/>
              <a:pPr/>
              <a:t>‹#›</a:t>
            </a:fld>
            <a:endParaRPr lang="es-ES"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4D5137D5-442A-403F-81C7-7686AFB9547E}"/>
              </a:ext>
            </a:extLst>
          </p:cNvPr>
          <p:cNvSpPr/>
          <p:nvPr userDrawn="1"/>
        </p:nvSpPr>
        <p:spPr>
          <a:xfrm>
            <a:off x="521494" y="7543800"/>
            <a:ext cx="384969" cy="384969"/>
          </a:xfrm>
          <a:prstGeom prst="rect">
            <a:avLst/>
          </a:prstGeom>
          <a:solidFill>
            <a:srgbClr val="FF32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" name="Marcador de tabla 2">
            <a:extLst>
              <a:ext uri="{FF2B5EF4-FFF2-40B4-BE49-F238E27FC236}">
                <a16:creationId xmlns:a16="http://schemas.microsoft.com/office/drawing/2014/main" id="{06B5FEDA-2675-4177-AA01-B26A0E6450C6}"/>
              </a:ext>
            </a:extLst>
          </p:cNvPr>
          <p:cNvSpPr>
            <a:spLocks noGrp="1"/>
          </p:cNvSpPr>
          <p:nvPr>
            <p:ph type="tbl" sz="quarter" idx="31"/>
          </p:nvPr>
        </p:nvSpPr>
        <p:spPr>
          <a:xfrm>
            <a:off x="906463" y="2514600"/>
            <a:ext cx="12817474" cy="4803775"/>
          </a:xfrm>
        </p:spPr>
        <p:txBody>
          <a:bodyPr/>
          <a:lstStyle/>
          <a:p>
            <a:endParaRPr lang="es-ES"/>
          </a:p>
        </p:txBody>
      </p:sp>
      <p:pic>
        <p:nvPicPr>
          <p:cNvPr id="8" name="Gráfico 7">
            <a:extLst>
              <a:ext uri="{FF2B5EF4-FFF2-40B4-BE49-F238E27FC236}">
                <a16:creationId xmlns:a16="http://schemas.microsoft.com/office/drawing/2014/main" id="{B63D23CB-FADD-4E51-B607-9F895E3383D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69936"/>
          <a:stretch/>
        </p:blipFill>
        <p:spPr>
          <a:xfrm>
            <a:off x="13723938" y="332974"/>
            <a:ext cx="420914" cy="38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250099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áfico 5">
            <a:extLst>
              <a:ext uri="{FF2B5EF4-FFF2-40B4-BE49-F238E27FC236}">
                <a16:creationId xmlns:a16="http://schemas.microsoft.com/office/drawing/2014/main" id="{1FA62221-C641-42BD-85C5-560FB62FCEC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7450A57E-6C25-44CF-9946-8E51E495D6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05B2D1-880E-4846-A216-7D6770BA1332}" type="slidenum">
              <a:rPr lang="es-ES" smtClean="0"/>
              <a:pPr/>
              <a:t>‹#›</a:t>
            </a:fld>
            <a:endParaRPr lang="es-ES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AEACB8DF-60BA-4C55-8790-127B9DB59323}"/>
              </a:ext>
            </a:extLst>
          </p:cNvPr>
          <p:cNvSpPr txBox="1"/>
          <p:nvPr userDrawn="1"/>
        </p:nvSpPr>
        <p:spPr>
          <a:xfrm>
            <a:off x="10257964" y="7772943"/>
            <a:ext cx="4043094" cy="2400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960">
                <a:solidFill>
                  <a:srgbClr val="333333"/>
                </a:solidFill>
                <a:latin typeface="Century Gothic" panose="020B0502020202020204" pitchFamily="34" charset="0"/>
              </a:rPr>
              <a:t>© Copyright Universidad Europea. Todos los derechos reservados</a:t>
            </a:r>
            <a:endParaRPr lang="es-ES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8C8DE8CD-D0F4-421F-8259-A29997BBF572}"/>
              </a:ext>
            </a:extLst>
          </p:cNvPr>
          <p:cNvSpPr/>
          <p:nvPr userDrawn="1"/>
        </p:nvSpPr>
        <p:spPr>
          <a:xfrm>
            <a:off x="521494" y="7543800"/>
            <a:ext cx="384969" cy="384969"/>
          </a:xfrm>
          <a:prstGeom prst="rect">
            <a:avLst/>
          </a:prstGeom>
          <a:solidFill>
            <a:srgbClr val="FF32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9" name="Título 11">
            <a:extLst>
              <a:ext uri="{FF2B5EF4-FFF2-40B4-BE49-F238E27FC236}">
                <a16:creationId xmlns:a16="http://schemas.microsoft.com/office/drawing/2014/main" id="{E6467823-04AD-499F-9EBF-6BAE54012B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62163" y="5204458"/>
            <a:ext cx="3284537" cy="1017545"/>
          </a:xfrm>
        </p:spPr>
        <p:txBody>
          <a:bodyPr lIns="0" anchor="t">
            <a:noAutofit/>
          </a:bodyPr>
          <a:lstStyle>
            <a:lvl1pPr>
              <a:defRPr sz="4300">
                <a:solidFill>
                  <a:schemeClr val="bg1"/>
                </a:solidFill>
              </a:defRPr>
            </a:lvl1pPr>
          </a:lstStyle>
          <a:p>
            <a:r>
              <a:rPr lang="es-ES"/>
              <a:t>Iconos</a:t>
            </a: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234AC0BB-9746-40C6-8816-9CE7B49FFA3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69936"/>
          <a:stretch/>
        </p:blipFill>
        <p:spPr>
          <a:xfrm>
            <a:off x="13723938" y="332974"/>
            <a:ext cx="420914" cy="38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172927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raporta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áfico 11">
            <a:extLst>
              <a:ext uri="{FF2B5EF4-FFF2-40B4-BE49-F238E27FC236}">
                <a16:creationId xmlns:a16="http://schemas.microsoft.com/office/drawing/2014/main" id="{58986412-1BC4-47CA-9C5B-0E42A107219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612609C0-CE8E-4F26-9C56-26779C292085}"/>
              </a:ext>
            </a:extLst>
          </p:cNvPr>
          <p:cNvSpPr txBox="1"/>
          <p:nvPr userDrawn="1"/>
        </p:nvSpPr>
        <p:spPr>
          <a:xfrm>
            <a:off x="812568" y="7772943"/>
            <a:ext cx="4043094" cy="2400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960">
                <a:solidFill>
                  <a:schemeClr val="bg1"/>
                </a:solidFill>
                <a:latin typeface="Century Gothic" panose="020B0502020202020204" pitchFamily="34" charset="0"/>
              </a:rPr>
              <a:t>© Copyright Universidad Europea. Todos los derechos reservados</a:t>
            </a:r>
            <a:endParaRPr lang="es-ES">
              <a:solidFill>
                <a:schemeClr val="bg1"/>
              </a:solidFill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C6C8BD96-F01B-45B8-816D-46F9D05B00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47351" y="2842955"/>
            <a:ext cx="4424116" cy="776545"/>
          </a:xfrm>
        </p:spPr>
        <p:txBody>
          <a:bodyPr>
            <a:normAutofit/>
          </a:bodyPr>
          <a:lstStyle>
            <a:lvl1pPr>
              <a:defRPr sz="6000"/>
            </a:lvl1pPr>
          </a:lstStyle>
          <a:p>
            <a:r>
              <a:rPr lang="es-ES"/>
              <a:t>Gracias</a:t>
            </a:r>
            <a:endParaRPr lang="en-US"/>
          </a:p>
        </p:txBody>
      </p:sp>
      <p:sp>
        <p:nvSpPr>
          <p:cNvPr id="15" name="Marcador de texto 17">
            <a:extLst>
              <a:ext uri="{FF2B5EF4-FFF2-40B4-BE49-F238E27FC236}">
                <a16:creationId xmlns:a16="http://schemas.microsoft.com/office/drawing/2014/main" id="{11DB0538-BF7A-408B-8D8F-356A5E06238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448951" y="3648916"/>
            <a:ext cx="4542650" cy="961186"/>
          </a:xfrm>
        </p:spPr>
        <p:txBody>
          <a:bodyPr lIns="0">
            <a:noAutofit/>
          </a:bodyPr>
          <a:lstStyle>
            <a:lvl1pPr marL="0" indent="0">
              <a:lnSpc>
                <a:spcPts val="2800"/>
              </a:lnSpc>
              <a:spcBef>
                <a:spcPts val="900"/>
              </a:spcBef>
              <a:buNone/>
              <a:defRPr sz="2500" b="0">
                <a:solidFill>
                  <a:srgbClr val="1E1E1E"/>
                </a:solidFill>
              </a:defRPr>
            </a:lvl1pPr>
          </a:lstStyle>
          <a:p>
            <a:pPr lvl="0"/>
            <a:r>
              <a:rPr lang="es-ES" err="1"/>
              <a:t>Lorem</a:t>
            </a:r>
            <a:r>
              <a:rPr lang="es-ES"/>
              <a:t> </a:t>
            </a:r>
            <a:r>
              <a:rPr lang="es-ES" err="1"/>
              <a:t>ipsum</a:t>
            </a:r>
            <a:r>
              <a:rPr lang="es-ES"/>
              <a:t> </a:t>
            </a:r>
            <a:r>
              <a:rPr lang="es-ES" err="1"/>
              <a:t>Udae</a:t>
            </a:r>
            <a:r>
              <a:rPr lang="es-ES"/>
              <a:t> </a:t>
            </a:r>
            <a:r>
              <a:rPr lang="es-ES" err="1"/>
              <a:t>voluptatur</a:t>
            </a:r>
            <a:r>
              <a:rPr lang="es-ES"/>
              <a:t>? Pitas </a:t>
            </a:r>
            <a:r>
              <a:rPr lang="es-ES" err="1"/>
              <a:t>dolorem</a:t>
            </a:r>
            <a:endParaRPr lang="es-ES"/>
          </a:p>
        </p:txBody>
      </p:sp>
      <p:sp>
        <p:nvSpPr>
          <p:cNvPr id="16" name="Marcador de texto 17">
            <a:extLst>
              <a:ext uri="{FF2B5EF4-FFF2-40B4-BE49-F238E27FC236}">
                <a16:creationId xmlns:a16="http://schemas.microsoft.com/office/drawing/2014/main" id="{FB1C9EB0-95F2-4DA1-AF97-1506B0C3FDB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925382" y="5473725"/>
            <a:ext cx="3256844" cy="316483"/>
          </a:xfrm>
        </p:spPr>
        <p:txBody>
          <a:bodyPr lIns="0">
            <a:noAutofit/>
          </a:bodyPr>
          <a:lstStyle>
            <a:lvl1pPr marL="0" indent="0">
              <a:lnSpc>
                <a:spcPts val="1700"/>
              </a:lnSpc>
              <a:spcBef>
                <a:spcPts val="900"/>
              </a:spcBef>
              <a:buNone/>
              <a:defRPr sz="144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s-ES" err="1"/>
              <a:t>Lorem</a:t>
            </a:r>
            <a:r>
              <a:rPr lang="es-ES"/>
              <a:t> ipsum@info.com</a:t>
            </a:r>
          </a:p>
        </p:txBody>
      </p:sp>
      <p:sp>
        <p:nvSpPr>
          <p:cNvPr id="17" name="Marcador de texto 17">
            <a:extLst>
              <a:ext uri="{FF2B5EF4-FFF2-40B4-BE49-F238E27FC236}">
                <a16:creationId xmlns:a16="http://schemas.microsoft.com/office/drawing/2014/main" id="{E7C874BE-A19E-48B7-AC48-D4C857D7A99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925382" y="5144355"/>
            <a:ext cx="3256843" cy="316483"/>
          </a:xfrm>
        </p:spPr>
        <p:txBody>
          <a:bodyPr lIns="0">
            <a:noAutofit/>
          </a:bodyPr>
          <a:lstStyle>
            <a:lvl1pPr marL="0" indent="0">
              <a:lnSpc>
                <a:spcPts val="2800"/>
              </a:lnSpc>
              <a:buNone/>
              <a:defRPr sz="2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s-ES" err="1"/>
              <a:t>Lorem</a:t>
            </a:r>
            <a:r>
              <a:rPr lang="es-ES"/>
              <a:t> </a:t>
            </a:r>
            <a:r>
              <a:rPr lang="es-ES" err="1"/>
              <a:t>ipsum</a:t>
            </a:r>
            <a:endParaRPr lang="es-ES"/>
          </a:p>
        </p:txBody>
      </p:sp>
      <p:sp>
        <p:nvSpPr>
          <p:cNvPr id="18" name="Marcador de texto 17">
            <a:extLst>
              <a:ext uri="{FF2B5EF4-FFF2-40B4-BE49-F238E27FC236}">
                <a16:creationId xmlns:a16="http://schemas.microsoft.com/office/drawing/2014/main" id="{983F7AB7-EF84-4792-8807-631A61157F6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925382" y="5865514"/>
            <a:ext cx="3256844" cy="316483"/>
          </a:xfrm>
        </p:spPr>
        <p:txBody>
          <a:bodyPr lIns="0">
            <a:noAutofit/>
          </a:bodyPr>
          <a:lstStyle>
            <a:lvl1pPr marL="0" indent="0">
              <a:lnSpc>
                <a:spcPts val="1700"/>
              </a:lnSpc>
              <a:spcBef>
                <a:spcPts val="900"/>
              </a:spcBef>
              <a:buNone/>
              <a:defRPr sz="144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s-ES"/>
              <a:t>Universidadeuropea.com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803B4663-693F-4482-99D6-BFAAF6A3D27D}"/>
              </a:ext>
            </a:extLst>
          </p:cNvPr>
          <p:cNvSpPr txBox="1"/>
          <p:nvPr userDrawn="1"/>
        </p:nvSpPr>
        <p:spPr>
          <a:xfrm>
            <a:off x="9061051" y="6698399"/>
            <a:ext cx="180049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es-ES" sz="2200" b="1" kern="120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+mn-cs"/>
              </a:rPr>
              <a:t>Ve más allá</a:t>
            </a:r>
          </a:p>
        </p:txBody>
      </p:sp>
    </p:spTree>
    <p:extLst>
      <p:ext uri="{BB962C8B-B14F-4D97-AF65-F5344CB8AC3E}">
        <p14:creationId xmlns:p14="http://schemas.microsoft.com/office/powerpoint/2010/main" val="20181358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05840" y="438150"/>
            <a:ext cx="12618720" cy="15906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40" y="2190750"/>
            <a:ext cx="12618720" cy="52216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Marcador de número de diapositiva 14">
            <a:extLst>
              <a:ext uri="{FF2B5EF4-FFF2-40B4-BE49-F238E27FC236}">
                <a16:creationId xmlns:a16="http://schemas.microsoft.com/office/drawing/2014/main" id="{D156A4A0-AC07-4989-AB5C-6626DA7F8E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000489" y="7763089"/>
            <a:ext cx="629422" cy="395242"/>
          </a:xfrm>
          <a:prstGeom prst="rect">
            <a:avLst/>
          </a:prstGeom>
          <a:noFill/>
        </p:spPr>
        <p:txBody>
          <a:bodyPr/>
          <a:lstStyle>
            <a:lvl1pPr algn="ctr">
              <a:defRPr sz="1300">
                <a:solidFill>
                  <a:srgbClr val="1E1E1E"/>
                </a:solidFill>
              </a:defRPr>
            </a:lvl1pPr>
          </a:lstStyle>
          <a:p>
            <a:fld id="{B005B2D1-880E-4846-A216-7D6770BA1332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179405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708" r:id="rId2"/>
    <p:sldLayoutId id="2147483713" r:id="rId3"/>
    <p:sldLayoutId id="2147483714" r:id="rId4"/>
    <p:sldLayoutId id="2147483676" r:id="rId5"/>
    <p:sldLayoutId id="2147483709" r:id="rId6"/>
    <p:sldLayoutId id="2147483715" r:id="rId7"/>
    <p:sldLayoutId id="2147483716" r:id="rId8"/>
    <p:sldLayoutId id="2147483686" r:id="rId9"/>
    <p:sldLayoutId id="2147483710" r:id="rId10"/>
    <p:sldLayoutId id="2147483687" r:id="rId11"/>
    <p:sldLayoutId id="2147483711" r:id="rId12"/>
    <p:sldLayoutId id="2147483717" r:id="rId13"/>
    <p:sldLayoutId id="2147483718" r:id="rId14"/>
    <p:sldLayoutId id="2147483662" r:id="rId15"/>
    <p:sldLayoutId id="2147483672" r:id="rId16"/>
    <p:sldLayoutId id="2147483663" r:id="rId17"/>
    <p:sldLayoutId id="2147483689" r:id="rId18"/>
    <p:sldLayoutId id="2147483690" r:id="rId19"/>
    <p:sldLayoutId id="2147483691" r:id="rId20"/>
    <p:sldLayoutId id="2147483696" r:id="rId21"/>
    <p:sldLayoutId id="2147483692" r:id="rId22"/>
    <p:sldLayoutId id="2147483693" r:id="rId23"/>
    <p:sldLayoutId id="2147483706" r:id="rId24"/>
    <p:sldLayoutId id="2147483694" r:id="rId25"/>
    <p:sldLayoutId id="2147483695" r:id="rId26"/>
    <p:sldLayoutId id="2147483697" r:id="rId27"/>
    <p:sldLayoutId id="2147483698" r:id="rId28"/>
    <p:sldLayoutId id="2147483699" r:id="rId29"/>
    <p:sldLayoutId id="2147483664" r:id="rId30"/>
    <p:sldLayoutId id="2147483700" r:id="rId31"/>
    <p:sldLayoutId id="2147483677" r:id="rId32"/>
    <p:sldLayoutId id="2147483701" r:id="rId33"/>
    <p:sldLayoutId id="2147483702" r:id="rId34"/>
    <p:sldLayoutId id="2147483703" r:id="rId35"/>
    <p:sldLayoutId id="2147483704" r:id="rId36"/>
    <p:sldLayoutId id="2147483666" r:id="rId37"/>
    <p:sldLayoutId id="2147483679" r:id="rId38"/>
    <p:sldLayoutId id="2147483667" r:id="rId39"/>
    <p:sldLayoutId id="2147483668" r:id="rId40"/>
    <p:sldLayoutId id="2147483681" r:id="rId41"/>
    <p:sldLayoutId id="2147483682" r:id="rId42"/>
    <p:sldLayoutId id="2147483683" r:id="rId43"/>
    <p:sldLayoutId id="2147483678" r:id="rId44"/>
    <p:sldLayoutId id="2147483665" r:id="rId45"/>
    <p:sldLayoutId id="2147483705" r:id="rId46"/>
    <p:sldLayoutId id="2147483669" r:id="rId47"/>
    <p:sldLayoutId id="2147483673" r:id="rId48"/>
    <p:sldLayoutId id="2147483674" r:id="rId49"/>
    <p:sldLayoutId id="2147483675" r:id="rId50"/>
    <p:sldLayoutId id="2147483684" r:id="rId51"/>
    <p:sldLayoutId id="2147483707" r:id="rId52"/>
    <p:sldLayoutId id="2147483712" r:id="rId53"/>
    <p:sldLayoutId id="2147483685" r:id="rId54"/>
    <p:sldLayoutId id="2147483670" r:id="rId55"/>
  </p:sldLayoutIdLst>
  <p:hf hdr="0" dt="0"/>
  <p:txStyles>
    <p:titleStyle>
      <a:lvl1pPr algn="l" defTabSz="109728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rgbClr val="1E1E1E"/>
          </a:solidFill>
          <a:latin typeface="Century Gothic" panose="020B0502020202020204" pitchFamily="34" charset="0"/>
          <a:ea typeface="+mj-ea"/>
          <a:cs typeface="+mj-cs"/>
        </a:defRPr>
      </a:lvl1pPr>
    </p:titleStyle>
    <p:bodyStyle>
      <a:lvl1pPr marL="274320" indent="-274320" algn="l" defTabSz="1097280" rtl="0" eaLnBrk="1" latinLnBrk="0" hangingPunct="1">
        <a:lnSpc>
          <a:spcPts val="2100"/>
        </a:lnSpc>
        <a:spcBef>
          <a:spcPts val="1200"/>
        </a:spcBef>
        <a:buClr>
          <a:srgbClr val="FF3228"/>
        </a:buClr>
        <a:buFont typeface="Wingdings" panose="05000000000000000000" pitchFamily="2" charset="2"/>
        <a:buChar char="§"/>
        <a:defRPr sz="2200" kern="1200">
          <a:solidFill>
            <a:srgbClr val="1E1E1E"/>
          </a:solidFill>
          <a:latin typeface="Century Gothic" panose="020B0502020202020204" pitchFamily="34" charset="0"/>
          <a:ea typeface="+mn-ea"/>
          <a:cs typeface="+mn-cs"/>
        </a:defRPr>
      </a:lvl1pPr>
      <a:lvl2pPr marL="541338" indent="-269875" algn="l" defTabSz="1097280" rtl="0" eaLnBrk="1" latinLnBrk="0" hangingPunct="1">
        <a:lnSpc>
          <a:spcPct val="90000"/>
        </a:lnSpc>
        <a:spcBef>
          <a:spcPts val="600"/>
        </a:spcBef>
        <a:buClr>
          <a:srgbClr val="676766"/>
        </a:buClr>
        <a:buFont typeface="Wingdings" panose="05000000000000000000" pitchFamily="2" charset="2"/>
        <a:buChar char="§"/>
        <a:defRPr sz="2200" kern="1200">
          <a:solidFill>
            <a:srgbClr val="7D7878"/>
          </a:solidFill>
          <a:latin typeface="Century Gothic" panose="020B0502020202020204" pitchFamily="34" charset="0"/>
          <a:ea typeface="+mn-ea"/>
          <a:cs typeface="+mn-cs"/>
        </a:defRPr>
      </a:lvl2pPr>
      <a:lvl3pPr marL="13716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400" kern="1200">
          <a:solidFill>
            <a:srgbClr val="1E1E1E"/>
          </a:solidFill>
          <a:latin typeface="+mn-lt"/>
          <a:ea typeface="+mn-ea"/>
          <a:cs typeface="+mn-cs"/>
        </a:defRPr>
      </a:lvl3pPr>
      <a:lvl4pPr marL="19202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rgbClr val="1E1E1E"/>
          </a:solidFill>
          <a:latin typeface="+mn-lt"/>
          <a:ea typeface="+mn-ea"/>
          <a:cs typeface="+mn-cs"/>
        </a:defRPr>
      </a:lvl4pPr>
      <a:lvl5pPr marL="246888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rgbClr val="1E1E1E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571" userDrawn="1">
          <p15:clr>
            <a:srgbClr val="F26B43"/>
          </p15:clr>
        </p15:guide>
        <p15:guide id="2" pos="8645" userDrawn="1">
          <p15:clr>
            <a:srgbClr val="F26B43"/>
          </p15:clr>
        </p15:guide>
        <p15:guide id="3" orient="horz" pos="4610" userDrawn="1">
          <p15:clr>
            <a:srgbClr val="F26B43"/>
          </p15:clr>
        </p15:guide>
        <p15:guide id="4" orient="horz" pos="57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jpeg"/><Relationship Id="rId1" Type="http://schemas.openxmlformats.org/officeDocument/2006/relationships/slideLayout" Target="../slideLayouts/slideLayout1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hyperlink" Target="mailto:inaki.ortiz@universidadeuropea.es" TargetMode="External"/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jpe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6.jpe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4F2C81-D42D-1051-ADAB-21EE2938B4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AC6C722E-9777-F70B-35FE-0F4ECDD8C9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5664" y="2099137"/>
            <a:ext cx="3584298" cy="2164638"/>
          </a:xfrm>
        </p:spPr>
        <p:txBody>
          <a:bodyPr anchor="ctr">
            <a:normAutofit/>
          </a:bodyPr>
          <a:lstStyle/>
          <a:p>
            <a:r>
              <a:rPr lang="es-ES" sz="14000" dirty="0"/>
              <a:t>00</a:t>
            </a:r>
          </a:p>
        </p:txBody>
      </p:sp>
      <p:pic>
        <p:nvPicPr>
          <p:cNvPr id="1034" name="Picture 10" descr="COSMOS Galaxy Clusters and Cosmology - Space Science Faculty - Cosmos">
            <a:extLst>
              <a:ext uri="{FF2B5EF4-FFF2-40B4-BE49-F238E27FC236}">
                <a16:creationId xmlns:a16="http://schemas.microsoft.com/office/drawing/2014/main" id="{C7EAF049-4AFE-C10C-ECE5-8361584E0248}"/>
              </a:ext>
            </a:extLst>
          </p:cNvPr>
          <p:cNvPicPr>
            <a:picLocks noGrp="1" noChangeAspect="1" noChangeArrowheads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88" r="2638" b="2"/>
          <a:stretch>
            <a:fillRect/>
          </a:stretch>
        </p:blipFill>
        <p:spPr bwMode="auto">
          <a:xfrm>
            <a:off x="6515100" y="3312319"/>
            <a:ext cx="6400800" cy="4006055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8BB9F80C-169E-37FA-477E-637F72315A8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035663" y="4246384"/>
            <a:ext cx="4194175" cy="1973263"/>
          </a:xfrm>
        </p:spPr>
        <p:txBody>
          <a:bodyPr>
            <a:normAutofit/>
          </a:bodyPr>
          <a:lstStyle/>
          <a:p>
            <a:r>
              <a:rPr lang="es-ES" sz="4000" dirty="0"/>
              <a:t>Presentación de la Asignatura</a:t>
            </a:r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93E8ABF3-AFA6-C210-FE08-EBD38073B6F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7000489" y="7763089"/>
            <a:ext cx="629422" cy="395242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B005B2D1-880E-4846-A216-7D6770BA1332}" type="slidenum">
              <a:rPr lang="es-ES" smtClean="0"/>
              <a:pPr>
                <a:spcAft>
                  <a:spcPts val="600"/>
                </a:spcAft>
              </a:pPr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928751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20D81F-64FF-AF7E-01E7-CBF654AAED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24A5C052-4886-8FF7-E95F-41A54A3D11C8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B005B2D1-880E-4846-A216-7D6770BA1332}" type="slidenum">
              <a:rPr lang="es-ES" smtClean="0"/>
              <a:t>2</a:t>
            </a:fld>
            <a:endParaRPr lang="es-E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A01476C-6A49-55DC-866E-DE10DAA3CE5A}"/>
              </a:ext>
            </a:extLst>
          </p:cNvPr>
          <p:cNvSpPr txBox="1"/>
          <p:nvPr/>
        </p:nvSpPr>
        <p:spPr>
          <a:xfrm>
            <a:off x="1799303" y="1106129"/>
            <a:ext cx="216116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b="1" dirty="0"/>
              <a:t>Profesor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41ADBD5-E616-FB4B-2A5A-C2D60B94028A}"/>
              </a:ext>
            </a:extLst>
          </p:cNvPr>
          <p:cNvSpPr txBox="1"/>
          <p:nvPr/>
        </p:nvSpPr>
        <p:spPr>
          <a:xfrm>
            <a:off x="1799303" y="1961062"/>
            <a:ext cx="396615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Iñaki Ortiz de Landaluce</a:t>
            </a:r>
          </a:p>
          <a:p>
            <a:endParaRPr lang="en-GB" dirty="0"/>
          </a:p>
          <a:p>
            <a:r>
              <a:rPr lang="en-GB" u="sng" dirty="0">
                <a:hlinkClick r:id="rId2"/>
              </a:rPr>
              <a:t>inaki.ortiz@universidadeuropea.es</a:t>
            </a:r>
            <a:endParaRPr lang="en-GB" dirty="0"/>
          </a:p>
          <a:p>
            <a:endParaRPr lang="en-E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E283E31-8ED0-21DC-E407-5FDBC853C0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8969" y="3087647"/>
            <a:ext cx="3145533" cy="3706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13065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0165C0-3D65-6350-3F0E-31A9BC5061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07D1F7E7-CB9F-B8B0-51FB-3825A951C6D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05B2D1-880E-4846-A216-7D6770BA1332}" type="slidenum">
              <a:rPr lang="es-ES" smtClean="0"/>
              <a:pPr/>
              <a:t>3</a:t>
            </a:fld>
            <a:endParaRPr lang="es-ES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ADBC2303-4913-7F57-3DF7-C581FF7C8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Clases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D9D6739-AC18-802E-F52D-3015C5FC100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06463" y="2020530"/>
            <a:ext cx="12780040" cy="5297846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s-E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800" dirty="0"/>
              <a:t>Miércoles de 16:30 a 18:30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800" dirty="0"/>
              <a:t>Aula C125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800" dirty="0"/>
              <a:t>Contenido:</a:t>
            </a:r>
          </a:p>
          <a:p>
            <a:pPr marL="827088" lvl="1" indent="-285750">
              <a:buFont typeface="Arial" panose="020B0604020202020204" pitchFamily="34" charset="0"/>
              <a:buChar char="•"/>
            </a:pPr>
            <a:r>
              <a:rPr lang="es-ES" sz="2400" dirty="0"/>
              <a:t>Teoría</a:t>
            </a:r>
          </a:p>
          <a:p>
            <a:pPr marL="827088" lvl="1" indent="-285750">
              <a:buFont typeface="Arial" panose="020B0604020202020204" pitchFamily="34" charset="0"/>
              <a:buChar char="•"/>
            </a:pPr>
            <a:r>
              <a:rPr lang="es-ES" sz="2400" dirty="0"/>
              <a:t>Ejemplos/Problemas</a:t>
            </a:r>
          </a:p>
          <a:p>
            <a:pPr marL="827088" lvl="1" indent="-285750">
              <a:buFont typeface="Arial" panose="020B0604020202020204" pitchFamily="34" charset="0"/>
              <a:buChar char="•"/>
            </a:pPr>
            <a:r>
              <a:rPr lang="es-ES" sz="2400" dirty="0"/>
              <a:t>Talleres</a:t>
            </a:r>
          </a:p>
        </p:txBody>
      </p:sp>
    </p:spTree>
    <p:extLst>
      <p:ext uri="{BB962C8B-B14F-4D97-AF65-F5344CB8AC3E}">
        <p14:creationId xmlns:p14="http://schemas.microsoft.com/office/powerpoint/2010/main" val="27882965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C66F8F-E2BD-9427-733F-3E7108B263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CD789E20-228D-ECFD-BC50-1F0BCF281A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7328293" y="7148126"/>
            <a:ext cx="629422" cy="395242"/>
          </a:xfrm>
        </p:spPr>
        <p:txBody>
          <a:bodyPr/>
          <a:lstStyle/>
          <a:p>
            <a:fld id="{B005B2D1-880E-4846-A216-7D6770BA1332}" type="slidenum">
              <a:rPr lang="es-ES" smtClean="0"/>
              <a:pPr/>
              <a:t>4</a:t>
            </a:fld>
            <a:endParaRPr lang="es-ES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42A7F6C0-EC7E-7065-7379-007422F9C6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58111" y="122783"/>
            <a:ext cx="3143600" cy="703086"/>
          </a:xfrm>
        </p:spPr>
        <p:txBody>
          <a:bodyPr/>
          <a:lstStyle/>
          <a:p>
            <a:r>
              <a:rPr lang="es-ES" dirty="0"/>
              <a:t>Calendario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E1873C0-A8FF-E529-5081-ADF5838F7E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7631928"/>
              </p:ext>
            </p:extLst>
          </p:nvPr>
        </p:nvGraphicFramePr>
        <p:xfrm>
          <a:off x="1076055" y="1315235"/>
          <a:ext cx="4318371" cy="2837688"/>
        </p:xfrm>
        <a:graphic>
          <a:graphicData uri="http://schemas.openxmlformats.org/drawingml/2006/table">
            <a:tbl>
              <a:tblPr/>
              <a:tblGrid>
                <a:gridCol w="493713">
                  <a:extLst>
                    <a:ext uri="{9D8B030D-6E8A-4147-A177-3AD203B41FA5}">
                      <a16:colId xmlns:a16="http://schemas.microsoft.com/office/drawing/2014/main" val="1322398642"/>
                    </a:ext>
                  </a:extLst>
                </a:gridCol>
                <a:gridCol w="637443">
                  <a:extLst>
                    <a:ext uri="{9D8B030D-6E8A-4147-A177-3AD203B41FA5}">
                      <a16:colId xmlns:a16="http://schemas.microsoft.com/office/drawing/2014/main" val="1343233793"/>
                    </a:ext>
                  </a:extLst>
                </a:gridCol>
                <a:gridCol w="637443">
                  <a:extLst>
                    <a:ext uri="{9D8B030D-6E8A-4147-A177-3AD203B41FA5}">
                      <a16:colId xmlns:a16="http://schemas.microsoft.com/office/drawing/2014/main" val="3496770273"/>
                    </a:ext>
                  </a:extLst>
                </a:gridCol>
                <a:gridCol w="637443">
                  <a:extLst>
                    <a:ext uri="{9D8B030D-6E8A-4147-A177-3AD203B41FA5}">
                      <a16:colId xmlns:a16="http://schemas.microsoft.com/office/drawing/2014/main" val="1791738762"/>
                    </a:ext>
                  </a:extLst>
                </a:gridCol>
                <a:gridCol w="637443">
                  <a:extLst>
                    <a:ext uri="{9D8B030D-6E8A-4147-A177-3AD203B41FA5}">
                      <a16:colId xmlns:a16="http://schemas.microsoft.com/office/drawing/2014/main" val="4026412102"/>
                    </a:ext>
                  </a:extLst>
                </a:gridCol>
                <a:gridCol w="637443">
                  <a:extLst>
                    <a:ext uri="{9D8B030D-6E8A-4147-A177-3AD203B41FA5}">
                      <a16:colId xmlns:a16="http://schemas.microsoft.com/office/drawing/2014/main" val="1989190220"/>
                    </a:ext>
                  </a:extLst>
                </a:gridCol>
                <a:gridCol w="637443">
                  <a:extLst>
                    <a:ext uri="{9D8B030D-6E8A-4147-A177-3AD203B41FA5}">
                      <a16:colId xmlns:a16="http://schemas.microsoft.com/office/drawing/2014/main" val="2655358320"/>
                    </a:ext>
                  </a:extLst>
                </a:gridCol>
              </a:tblGrid>
              <a:tr h="3929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>
                          <a:solidFill>
                            <a:srgbClr val="FFFFFF"/>
                          </a:solidFill>
                          <a:effectLst/>
                          <a:latin typeface="Chalkduster" panose="03050602040202020205" pitchFamily="66" charset="77"/>
                        </a:rPr>
                        <a:t>L</a:t>
                      </a:r>
                      <a:endParaRPr lang="en-GB">
                        <a:effectLst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17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>
                          <a:solidFill>
                            <a:srgbClr val="FFFFFF"/>
                          </a:solidFill>
                          <a:effectLst/>
                          <a:latin typeface="Chalkduster" panose="03050602040202020205" pitchFamily="66" charset="77"/>
                        </a:rPr>
                        <a:t>M</a:t>
                      </a:r>
                      <a:endParaRPr lang="en-GB">
                        <a:effectLst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17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>
                          <a:solidFill>
                            <a:srgbClr val="FFFFFF"/>
                          </a:solidFill>
                          <a:effectLst/>
                          <a:latin typeface="Chalkduster" panose="03050602040202020205" pitchFamily="66" charset="77"/>
                        </a:rPr>
                        <a:t>X</a:t>
                      </a:r>
                      <a:endParaRPr lang="en-GB">
                        <a:effectLst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17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>
                          <a:solidFill>
                            <a:srgbClr val="FFFFFF"/>
                          </a:solidFill>
                          <a:effectLst/>
                          <a:latin typeface="Chalkduster" panose="03050602040202020205" pitchFamily="66" charset="77"/>
                        </a:rPr>
                        <a:t>J</a:t>
                      </a:r>
                      <a:endParaRPr lang="en-GB">
                        <a:effectLst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17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>
                          <a:solidFill>
                            <a:srgbClr val="FFFFFF"/>
                          </a:solidFill>
                          <a:effectLst/>
                          <a:latin typeface="Chalkduster" panose="03050602040202020205" pitchFamily="66" charset="77"/>
                        </a:rPr>
                        <a:t>V</a:t>
                      </a:r>
                      <a:endParaRPr lang="en-GB">
                        <a:effectLst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17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>
                          <a:solidFill>
                            <a:srgbClr val="FFFFFF"/>
                          </a:solidFill>
                          <a:effectLst/>
                          <a:latin typeface="Chalkduster" panose="03050602040202020205" pitchFamily="66" charset="77"/>
                        </a:rPr>
                        <a:t>S</a:t>
                      </a:r>
                      <a:endParaRPr lang="en-GB">
                        <a:effectLst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17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>
                          <a:solidFill>
                            <a:srgbClr val="FFFFFF"/>
                          </a:solidFill>
                          <a:effectLst/>
                          <a:latin typeface="Chalkduster" panose="03050602040202020205" pitchFamily="66" charset="77"/>
                        </a:rPr>
                        <a:t>D</a:t>
                      </a:r>
                      <a:endParaRPr lang="en-GB">
                        <a:effectLst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17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1653540"/>
                  </a:ext>
                </a:extLst>
              </a:tr>
              <a:tr h="3929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ES" dirty="0">
                        <a:solidFill>
                          <a:schemeClr val="bg1"/>
                        </a:solidFill>
                        <a:effectLst/>
                        <a:latin typeface="Chalkduster" panose="03050602040202020205" pitchFamily="66" charset="77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ES" dirty="0">
                        <a:solidFill>
                          <a:schemeClr val="bg1"/>
                        </a:solidFill>
                        <a:effectLst/>
                        <a:latin typeface="Chalkduster" panose="03050602040202020205" pitchFamily="66" charset="77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ES" dirty="0">
                        <a:solidFill>
                          <a:schemeClr val="bg1"/>
                        </a:solidFill>
                        <a:effectLst/>
                        <a:latin typeface="Chalkduster" panose="03050602040202020205" pitchFamily="66" charset="77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1</a:t>
                      </a: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2</a:t>
                      </a: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3</a:t>
                      </a: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3716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4</a:t>
                      </a: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3716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679897"/>
                  </a:ext>
                </a:extLst>
              </a:tr>
              <a:tr h="3929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5</a:t>
                      </a: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6</a:t>
                      </a: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7</a:t>
                      </a: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8</a:t>
                      </a: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9</a:t>
                      </a: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10</a:t>
                      </a: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3716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11</a:t>
                      </a: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3716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4238637"/>
                  </a:ext>
                </a:extLst>
              </a:tr>
              <a:tr h="3929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12</a:t>
                      </a:r>
                      <a:endParaRPr lang="en-ES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13</a:t>
                      </a:r>
                      <a:endParaRPr lang="en-ES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14</a:t>
                      </a:r>
                      <a:endParaRPr lang="en-ES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15</a:t>
                      </a:r>
                      <a:endParaRPr lang="en-ES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16</a:t>
                      </a:r>
                      <a:endParaRPr lang="en-ES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17</a:t>
                      </a:r>
                      <a:endParaRPr lang="en-ES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3716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18</a:t>
                      </a:r>
                      <a:endParaRPr lang="en-ES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3716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5584553"/>
                  </a:ext>
                </a:extLst>
              </a:tr>
              <a:tr h="39704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19</a:t>
                      </a:r>
                      <a:endParaRPr lang="en-ES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20</a:t>
                      </a:r>
                      <a:endParaRPr lang="en-ES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21</a:t>
                      </a:r>
                      <a:endParaRPr lang="en-ES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22</a:t>
                      </a:r>
                      <a:endParaRPr lang="en-ES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23</a:t>
                      </a:r>
                      <a:endParaRPr lang="en-ES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24</a:t>
                      </a:r>
                      <a:endParaRPr lang="en-ES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3716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25</a:t>
                      </a:r>
                      <a:endParaRPr lang="en-ES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3716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9678125"/>
                  </a:ext>
                </a:extLst>
              </a:tr>
              <a:tr h="3929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26</a:t>
                      </a:r>
                      <a:endParaRPr lang="en-ES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27</a:t>
                      </a:r>
                      <a:endParaRPr lang="en-ES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28</a:t>
                      </a:r>
                      <a:endParaRPr lang="en-ES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29</a:t>
                      </a:r>
                      <a:endParaRPr lang="en-ES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30</a:t>
                      </a:r>
                      <a:endParaRPr lang="en-ES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31</a:t>
                      </a:r>
                      <a:endParaRPr lang="en-ES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3716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ES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2179310"/>
                  </a:ext>
                </a:extLst>
              </a:tr>
              <a:tr h="3929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ES" dirty="0">
                        <a:solidFill>
                          <a:schemeClr val="bg1"/>
                        </a:solidFill>
                        <a:effectLst/>
                        <a:latin typeface="Chalkduster" panose="03050602040202020205" pitchFamily="66" charset="77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ES" dirty="0">
                        <a:solidFill>
                          <a:schemeClr val="bg1"/>
                        </a:solidFill>
                        <a:effectLst/>
                        <a:latin typeface="Chalkduster" panose="03050602040202020205" pitchFamily="66" charset="77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ES" dirty="0">
                        <a:solidFill>
                          <a:schemeClr val="bg1"/>
                        </a:solidFill>
                        <a:effectLst/>
                        <a:latin typeface="Chalkduster" panose="03050602040202020205" pitchFamily="66" charset="77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ES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ES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ES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ES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9361673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5270A799-1100-3D7D-C4A6-1AE9CF1BB2C2}"/>
              </a:ext>
            </a:extLst>
          </p:cNvPr>
          <p:cNvSpPr txBox="1"/>
          <p:nvPr/>
        </p:nvSpPr>
        <p:spPr>
          <a:xfrm>
            <a:off x="2346385" y="808617"/>
            <a:ext cx="13135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ES" sz="2400" dirty="0">
                <a:latin typeface="Chalkduster" panose="03050602040202020205" pitchFamily="66" charset="77"/>
              </a:rPr>
              <a:t>ENERO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57F8BF04-BE90-6F7D-4268-B2BD3F82B2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5851965"/>
              </p:ext>
            </p:extLst>
          </p:nvPr>
        </p:nvGraphicFramePr>
        <p:xfrm>
          <a:off x="5523740" y="1270282"/>
          <a:ext cx="4318371" cy="2837688"/>
        </p:xfrm>
        <a:graphic>
          <a:graphicData uri="http://schemas.openxmlformats.org/drawingml/2006/table">
            <a:tbl>
              <a:tblPr/>
              <a:tblGrid>
                <a:gridCol w="493713">
                  <a:extLst>
                    <a:ext uri="{9D8B030D-6E8A-4147-A177-3AD203B41FA5}">
                      <a16:colId xmlns:a16="http://schemas.microsoft.com/office/drawing/2014/main" val="1322398642"/>
                    </a:ext>
                  </a:extLst>
                </a:gridCol>
                <a:gridCol w="637443">
                  <a:extLst>
                    <a:ext uri="{9D8B030D-6E8A-4147-A177-3AD203B41FA5}">
                      <a16:colId xmlns:a16="http://schemas.microsoft.com/office/drawing/2014/main" val="1343233793"/>
                    </a:ext>
                  </a:extLst>
                </a:gridCol>
                <a:gridCol w="637443">
                  <a:extLst>
                    <a:ext uri="{9D8B030D-6E8A-4147-A177-3AD203B41FA5}">
                      <a16:colId xmlns:a16="http://schemas.microsoft.com/office/drawing/2014/main" val="3496770273"/>
                    </a:ext>
                  </a:extLst>
                </a:gridCol>
                <a:gridCol w="637443">
                  <a:extLst>
                    <a:ext uri="{9D8B030D-6E8A-4147-A177-3AD203B41FA5}">
                      <a16:colId xmlns:a16="http://schemas.microsoft.com/office/drawing/2014/main" val="1791738762"/>
                    </a:ext>
                  </a:extLst>
                </a:gridCol>
                <a:gridCol w="637443">
                  <a:extLst>
                    <a:ext uri="{9D8B030D-6E8A-4147-A177-3AD203B41FA5}">
                      <a16:colId xmlns:a16="http://schemas.microsoft.com/office/drawing/2014/main" val="4026412102"/>
                    </a:ext>
                  </a:extLst>
                </a:gridCol>
                <a:gridCol w="637443">
                  <a:extLst>
                    <a:ext uri="{9D8B030D-6E8A-4147-A177-3AD203B41FA5}">
                      <a16:colId xmlns:a16="http://schemas.microsoft.com/office/drawing/2014/main" val="1989190220"/>
                    </a:ext>
                  </a:extLst>
                </a:gridCol>
                <a:gridCol w="637443">
                  <a:extLst>
                    <a:ext uri="{9D8B030D-6E8A-4147-A177-3AD203B41FA5}">
                      <a16:colId xmlns:a16="http://schemas.microsoft.com/office/drawing/2014/main" val="2655358320"/>
                    </a:ext>
                  </a:extLst>
                </a:gridCol>
              </a:tblGrid>
              <a:tr h="3929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>
                          <a:solidFill>
                            <a:srgbClr val="FFFFFF"/>
                          </a:solidFill>
                          <a:effectLst/>
                          <a:latin typeface="Chalkduster" panose="03050602040202020205" pitchFamily="66" charset="77"/>
                        </a:rPr>
                        <a:t>L</a:t>
                      </a:r>
                      <a:endParaRPr lang="en-GB">
                        <a:effectLst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17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>
                          <a:solidFill>
                            <a:srgbClr val="FFFFFF"/>
                          </a:solidFill>
                          <a:effectLst/>
                          <a:latin typeface="Chalkduster" panose="03050602040202020205" pitchFamily="66" charset="77"/>
                        </a:rPr>
                        <a:t>M</a:t>
                      </a:r>
                      <a:endParaRPr lang="en-GB">
                        <a:effectLst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17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>
                          <a:solidFill>
                            <a:srgbClr val="FFFFFF"/>
                          </a:solidFill>
                          <a:effectLst/>
                          <a:latin typeface="Chalkduster" panose="03050602040202020205" pitchFamily="66" charset="77"/>
                        </a:rPr>
                        <a:t>X</a:t>
                      </a:r>
                      <a:endParaRPr lang="en-GB">
                        <a:effectLst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17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>
                          <a:solidFill>
                            <a:srgbClr val="FFFFFF"/>
                          </a:solidFill>
                          <a:effectLst/>
                          <a:latin typeface="Chalkduster" panose="03050602040202020205" pitchFamily="66" charset="77"/>
                        </a:rPr>
                        <a:t>J</a:t>
                      </a:r>
                      <a:endParaRPr lang="en-GB">
                        <a:effectLst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17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>
                          <a:solidFill>
                            <a:srgbClr val="FFFFFF"/>
                          </a:solidFill>
                          <a:effectLst/>
                          <a:latin typeface="Chalkduster" panose="03050602040202020205" pitchFamily="66" charset="77"/>
                        </a:rPr>
                        <a:t>V</a:t>
                      </a:r>
                      <a:endParaRPr lang="en-GB">
                        <a:effectLst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17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>
                          <a:solidFill>
                            <a:srgbClr val="FFFFFF"/>
                          </a:solidFill>
                          <a:effectLst/>
                          <a:latin typeface="Chalkduster" panose="03050602040202020205" pitchFamily="66" charset="77"/>
                        </a:rPr>
                        <a:t>S</a:t>
                      </a:r>
                      <a:endParaRPr lang="en-GB">
                        <a:effectLst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17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>
                          <a:solidFill>
                            <a:srgbClr val="FFFFFF"/>
                          </a:solidFill>
                          <a:effectLst/>
                          <a:latin typeface="Chalkduster" panose="03050602040202020205" pitchFamily="66" charset="77"/>
                        </a:rPr>
                        <a:t>D</a:t>
                      </a:r>
                      <a:endParaRPr lang="en-GB">
                        <a:effectLst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17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1653540"/>
                  </a:ext>
                </a:extLst>
              </a:tr>
              <a:tr h="3929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ES" dirty="0">
                        <a:solidFill>
                          <a:schemeClr val="bg1"/>
                        </a:solidFill>
                        <a:effectLst/>
                        <a:latin typeface="Chalkduster" panose="03050602040202020205" pitchFamily="66" charset="77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ES" dirty="0">
                        <a:solidFill>
                          <a:schemeClr val="bg1"/>
                        </a:solidFill>
                        <a:effectLst/>
                        <a:latin typeface="Chalkduster" panose="03050602040202020205" pitchFamily="66" charset="77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ES" dirty="0">
                        <a:solidFill>
                          <a:schemeClr val="bg1"/>
                        </a:solidFill>
                        <a:effectLst/>
                        <a:latin typeface="Chalkduster" panose="03050602040202020205" pitchFamily="66" charset="77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ES" dirty="0">
                        <a:solidFill>
                          <a:schemeClr val="bg1"/>
                        </a:solidFill>
                        <a:effectLst/>
                        <a:latin typeface="Chalkduster" panose="03050602040202020205" pitchFamily="66" charset="77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ES" dirty="0">
                        <a:solidFill>
                          <a:schemeClr val="bg1"/>
                        </a:solidFill>
                        <a:effectLst/>
                        <a:latin typeface="Chalkduster" panose="03050602040202020205" pitchFamily="66" charset="77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ES" dirty="0">
                        <a:solidFill>
                          <a:schemeClr val="bg1"/>
                        </a:solidFill>
                        <a:effectLst/>
                        <a:latin typeface="Chalkduster" panose="03050602040202020205" pitchFamily="66" charset="77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1</a:t>
                      </a: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3716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679897"/>
                  </a:ext>
                </a:extLst>
              </a:tr>
              <a:tr h="3929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2</a:t>
                      </a: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3</a:t>
                      </a: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4</a:t>
                      </a: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5</a:t>
                      </a: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6</a:t>
                      </a: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7</a:t>
                      </a: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3716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8</a:t>
                      </a: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3716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4238637"/>
                  </a:ext>
                </a:extLst>
              </a:tr>
              <a:tr h="3929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9</a:t>
                      </a:r>
                      <a:endParaRPr lang="en-ES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10</a:t>
                      </a:r>
                      <a:endParaRPr lang="en-ES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11</a:t>
                      </a:r>
                      <a:endParaRPr lang="en-ES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12</a:t>
                      </a:r>
                      <a:endParaRPr lang="en-ES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13</a:t>
                      </a:r>
                      <a:endParaRPr lang="en-ES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14</a:t>
                      </a:r>
                      <a:endParaRPr lang="en-ES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3716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15</a:t>
                      </a:r>
                      <a:endParaRPr lang="en-ES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3716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5584553"/>
                  </a:ext>
                </a:extLst>
              </a:tr>
              <a:tr h="39704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16</a:t>
                      </a:r>
                      <a:endParaRPr lang="en-ES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17</a:t>
                      </a:r>
                      <a:endParaRPr lang="en-ES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18</a:t>
                      </a:r>
                      <a:endParaRPr lang="en-ES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19</a:t>
                      </a:r>
                      <a:endParaRPr lang="en-ES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20</a:t>
                      </a:r>
                      <a:endParaRPr lang="en-ES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21</a:t>
                      </a:r>
                      <a:endParaRPr lang="en-ES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3716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22</a:t>
                      </a:r>
                      <a:endParaRPr lang="en-ES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3716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9678125"/>
                  </a:ext>
                </a:extLst>
              </a:tr>
              <a:tr h="3929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23</a:t>
                      </a:r>
                      <a:endParaRPr lang="en-ES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24</a:t>
                      </a:r>
                      <a:endParaRPr lang="en-ES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25</a:t>
                      </a:r>
                      <a:endParaRPr lang="en-ES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26</a:t>
                      </a:r>
                      <a:endParaRPr lang="en-ES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27</a:t>
                      </a:r>
                      <a:endParaRPr lang="en-ES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28</a:t>
                      </a:r>
                      <a:endParaRPr lang="en-ES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3716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ES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2179310"/>
                  </a:ext>
                </a:extLst>
              </a:tr>
              <a:tr h="3929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ES" dirty="0">
                        <a:solidFill>
                          <a:schemeClr val="bg1"/>
                        </a:solidFill>
                        <a:effectLst/>
                        <a:latin typeface="Chalkduster" panose="03050602040202020205" pitchFamily="66" charset="77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ES" dirty="0">
                        <a:solidFill>
                          <a:schemeClr val="bg1"/>
                        </a:solidFill>
                        <a:effectLst/>
                        <a:latin typeface="Chalkduster" panose="03050602040202020205" pitchFamily="66" charset="77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ES" dirty="0">
                        <a:solidFill>
                          <a:schemeClr val="bg1"/>
                        </a:solidFill>
                        <a:effectLst/>
                        <a:latin typeface="Chalkduster" panose="03050602040202020205" pitchFamily="66" charset="77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ES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ES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ES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ES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9361673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3A737694-3D80-E049-CFF1-CCE2016C4E5F}"/>
              </a:ext>
            </a:extLst>
          </p:cNvPr>
          <p:cNvSpPr txBox="1"/>
          <p:nvPr/>
        </p:nvSpPr>
        <p:spPr>
          <a:xfrm>
            <a:off x="6798548" y="808616"/>
            <a:ext cx="17687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ES" sz="2400" dirty="0">
                <a:latin typeface="Chalkduster" panose="03050602040202020205" pitchFamily="66" charset="77"/>
              </a:rPr>
              <a:t>FEBRERO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8A595514-7B9D-8E60-02FE-9B856B490C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1768807"/>
              </p:ext>
            </p:extLst>
          </p:nvPr>
        </p:nvGraphicFramePr>
        <p:xfrm>
          <a:off x="9971425" y="1315235"/>
          <a:ext cx="4318371" cy="2837688"/>
        </p:xfrm>
        <a:graphic>
          <a:graphicData uri="http://schemas.openxmlformats.org/drawingml/2006/table">
            <a:tbl>
              <a:tblPr/>
              <a:tblGrid>
                <a:gridCol w="493713">
                  <a:extLst>
                    <a:ext uri="{9D8B030D-6E8A-4147-A177-3AD203B41FA5}">
                      <a16:colId xmlns:a16="http://schemas.microsoft.com/office/drawing/2014/main" val="1322398642"/>
                    </a:ext>
                  </a:extLst>
                </a:gridCol>
                <a:gridCol w="637443">
                  <a:extLst>
                    <a:ext uri="{9D8B030D-6E8A-4147-A177-3AD203B41FA5}">
                      <a16:colId xmlns:a16="http://schemas.microsoft.com/office/drawing/2014/main" val="1343233793"/>
                    </a:ext>
                  </a:extLst>
                </a:gridCol>
                <a:gridCol w="637443">
                  <a:extLst>
                    <a:ext uri="{9D8B030D-6E8A-4147-A177-3AD203B41FA5}">
                      <a16:colId xmlns:a16="http://schemas.microsoft.com/office/drawing/2014/main" val="3496770273"/>
                    </a:ext>
                  </a:extLst>
                </a:gridCol>
                <a:gridCol w="716520">
                  <a:extLst>
                    <a:ext uri="{9D8B030D-6E8A-4147-A177-3AD203B41FA5}">
                      <a16:colId xmlns:a16="http://schemas.microsoft.com/office/drawing/2014/main" val="1791738762"/>
                    </a:ext>
                  </a:extLst>
                </a:gridCol>
                <a:gridCol w="558366">
                  <a:extLst>
                    <a:ext uri="{9D8B030D-6E8A-4147-A177-3AD203B41FA5}">
                      <a16:colId xmlns:a16="http://schemas.microsoft.com/office/drawing/2014/main" val="4026412102"/>
                    </a:ext>
                  </a:extLst>
                </a:gridCol>
                <a:gridCol w="637443">
                  <a:extLst>
                    <a:ext uri="{9D8B030D-6E8A-4147-A177-3AD203B41FA5}">
                      <a16:colId xmlns:a16="http://schemas.microsoft.com/office/drawing/2014/main" val="1989190220"/>
                    </a:ext>
                  </a:extLst>
                </a:gridCol>
                <a:gridCol w="637443">
                  <a:extLst>
                    <a:ext uri="{9D8B030D-6E8A-4147-A177-3AD203B41FA5}">
                      <a16:colId xmlns:a16="http://schemas.microsoft.com/office/drawing/2014/main" val="2655358320"/>
                    </a:ext>
                  </a:extLst>
                </a:gridCol>
              </a:tblGrid>
              <a:tr h="3929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>
                          <a:solidFill>
                            <a:srgbClr val="FFFFFF"/>
                          </a:solidFill>
                          <a:effectLst/>
                          <a:latin typeface="Chalkduster" panose="03050602040202020205" pitchFamily="66" charset="77"/>
                        </a:rPr>
                        <a:t>L</a:t>
                      </a:r>
                      <a:endParaRPr lang="en-GB">
                        <a:effectLst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17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>
                          <a:solidFill>
                            <a:srgbClr val="FFFFFF"/>
                          </a:solidFill>
                          <a:effectLst/>
                          <a:latin typeface="Chalkduster" panose="03050602040202020205" pitchFamily="66" charset="77"/>
                        </a:rPr>
                        <a:t>M</a:t>
                      </a:r>
                      <a:endParaRPr lang="en-GB">
                        <a:effectLst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17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>
                          <a:solidFill>
                            <a:srgbClr val="FFFFFF"/>
                          </a:solidFill>
                          <a:effectLst/>
                          <a:latin typeface="Chalkduster" panose="03050602040202020205" pitchFamily="66" charset="77"/>
                        </a:rPr>
                        <a:t>X</a:t>
                      </a:r>
                      <a:endParaRPr lang="en-GB">
                        <a:effectLst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17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>
                          <a:solidFill>
                            <a:srgbClr val="FFFFFF"/>
                          </a:solidFill>
                          <a:effectLst/>
                          <a:latin typeface="Chalkduster" panose="03050602040202020205" pitchFamily="66" charset="77"/>
                        </a:rPr>
                        <a:t>J</a:t>
                      </a:r>
                      <a:endParaRPr lang="en-GB">
                        <a:effectLst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17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dirty="0">
                          <a:solidFill>
                            <a:srgbClr val="FFFFFF"/>
                          </a:solidFill>
                          <a:effectLst/>
                          <a:latin typeface="Chalkduster" panose="03050602040202020205" pitchFamily="66" charset="77"/>
                        </a:rPr>
                        <a:t>V</a:t>
                      </a:r>
                      <a:endParaRPr lang="en-GB" dirty="0">
                        <a:effectLst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17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>
                          <a:solidFill>
                            <a:srgbClr val="FFFFFF"/>
                          </a:solidFill>
                          <a:effectLst/>
                          <a:latin typeface="Chalkduster" panose="03050602040202020205" pitchFamily="66" charset="77"/>
                        </a:rPr>
                        <a:t>S</a:t>
                      </a:r>
                      <a:endParaRPr lang="en-GB">
                        <a:effectLst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17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>
                          <a:solidFill>
                            <a:srgbClr val="FFFFFF"/>
                          </a:solidFill>
                          <a:effectLst/>
                          <a:latin typeface="Chalkduster" panose="03050602040202020205" pitchFamily="66" charset="77"/>
                        </a:rPr>
                        <a:t>D</a:t>
                      </a:r>
                      <a:endParaRPr lang="en-GB">
                        <a:effectLst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17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1653540"/>
                  </a:ext>
                </a:extLst>
              </a:tr>
              <a:tr h="3929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ES" dirty="0">
                        <a:solidFill>
                          <a:schemeClr val="bg1"/>
                        </a:solidFill>
                        <a:effectLst/>
                        <a:latin typeface="Chalkduster" panose="03050602040202020205" pitchFamily="66" charset="77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ES" dirty="0">
                        <a:solidFill>
                          <a:schemeClr val="bg1"/>
                        </a:solidFill>
                        <a:effectLst/>
                        <a:latin typeface="Chalkduster" panose="03050602040202020205" pitchFamily="66" charset="77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ES" dirty="0">
                        <a:solidFill>
                          <a:schemeClr val="bg1"/>
                        </a:solidFill>
                        <a:effectLst/>
                        <a:latin typeface="Chalkduster" panose="03050602040202020205" pitchFamily="66" charset="77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ES" dirty="0">
                        <a:solidFill>
                          <a:schemeClr val="bg1"/>
                        </a:solidFill>
                        <a:effectLst/>
                        <a:latin typeface="Chalkduster" panose="03050602040202020205" pitchFamily="66" charset="77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ES" dirty="0">
                        <a:solidFill>
                          <a:schemeClr val="bg1"/>
                        </a:solidFill>
                        <a:effectLst/>
                        <a:latin typeface="Chalkduster" panose="03050602040202020205" pitchFamily="66" charset="77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ES" dirty="0">
                        <a:solidFill>
                          <a:schemeClr val="bg1"/>
                        </a:solidFill>
                        <a:effectLst/>
                        <a:latin typeface="Chalkduster" panose="03050602040202020205" pitchFamily="66" charset="77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1</a:t>
                      </a: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3716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679897"/>
                  </a:ext>
                </a:extLst>
              </a:tr>
              <a:tr h="3929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2</a:t>
                      </a: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3</a:t>
                      </a: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4</a:t>
                      </a: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5</a:t>
                      </a: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6</a:t>
                      </a: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7</a:t>
                      </a: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3716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8</a:t>
                      </a: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3716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4238637"/>
                  </a:ext>
                </a:extLst>
              </a:tr>
              <a:tr h="3929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9</a:t>
                      </a:r>
                      <a:endParaRPr lang="en-ES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10</a:t>
                      </a:r>
                      <a:endParaRPr lang="en-ES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11</a:t>
                      </a:r>
                      <a:endParaRPr lang="en-ES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12</a:t>
                      </a:r>
                      <a:endParaRPr lang="en-ES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13</a:t>
                      </a:r>
                      <a:endParaRPr lang="en-ES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14</a:t>
                      </a:r>
                      <a:endParaRPr lang="en-ES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3716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15</a:t>
                      </a:r>
                      <a:endParaRPr lang="en-ES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3716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5584553"/>
                  </a:ext>
                </a:extLst>
              </a:tr>
              <a:tr h="39704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16</a:t>
                      </a:r>
                      <a:endParaRPr lang="en-ES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17</a:t>
                      </a:r>
                      <a:endParaRPr lang="en-ES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18</a:t>
                      </a:r>
                      <a:endParaRPr lang="en-ES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19</a:t>
                      </a:r>
                      <a:endParaRPr lang="en-ES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20</a:t>
                      </a:r>
                      <a:endParaRPr lang="en-ES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21</a:t>
                      </a:r>
                      <a:endParaRPr lang="en-ES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3716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22</a:t>
                      </a:r>
                      <a:endParaRPr lang="en-ES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3716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9678125"/>
                  </a:ext>
                </a:extLst>
              </a:tr>
              <a:tr h="3929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23</a:t>
                      </a:r>
                      <a:endParaRPr lang="en-ES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24</a:t>
                      </a:r>
                      <a:endParaRPr lang="en-ES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25</a:t>
                      </a:r>
                      <a:endParaRPr lang="en-ES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26</a:t>
                      </a:r>
                      <a:endParaRPr lang="en-ES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27</a:t>
                      </a:r>
                      <a:endParaRPr lang="en-ES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28</a:t>
                      </a:r>
                      <a:endParaRPr lang="en-ES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3716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29</a:t>
                      </a: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78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2179310"/>
                  </a:ext>
                </a:extLst>
              </a:tr>
              <a:tr h="3929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30</a:t>
                      </a: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31</a:t>
                      </a: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ES" dirty="0">
                        <a:solidFill>
                          <a:schemeClr val="bg1"/>
                        </a:solidFill>
                        <a:effectLst/>
                        <a:latin typeface="Chalkduster" panose="03050602040202020205" pitchFamily="66" charset="77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ES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ES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ES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ES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9361673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934A69C7-8297-B1B0-6212-0970ECA20A98}"/>
              </a:ext>
            </a:extLst>
          </p:cNvPr>
          <p:cNvSpPr txBox="1"/>
          <p:nvPr/>
        </p:nvSpPr>
        <p:spPr>
          <a:xfrm>
            <a:off x="11246233" y="853569"/>
            <a:ext cx="13678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ES" sz="2400" dirty="0">
                <a:latin typeface="Chalkduster" panose="03050602040202020205" pitchFamily="66" charset="77"/>
              </a:rPr>
              <a:t>MARZO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29C6B9ED-C3A9-D2C0-831E-CF0969AFBA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0529075"/>
              </p:ext>
            </p:extLst>
          </p:nvPr>
        </p:nvGraphicFramePr>
        <p:xfrm>
          <a:off x="946741" y="4705680"/>
          <a:ext cx="4318371" cy="2837688"/>
        </p:xfrm>
        <a:graphic>
          <a:graphicData uri="http://schemas.openxmlformats.org/drawingml/2006/table">
            <a:tbl>
              <a:tblPr/>
              <a:tblGrid>
                <a:gridCol w="493713">
                  <a:extLst>
                    <a:ext uri="{9D8B030D-6E8A-4147-A177-3AD203B41FA5}">
                      <a16:colId xmlns:a16="http://schemas.microsoft.com/office/drawing/2014/main" val="1322398642"/>
                    </a:ext>
                  </a:extLst>
                </a:gridCol>
                <a:gridCol w="637443">
                  <a:extLst>
                    <a:ext uri="{9D8B030D-6E8A-4147-A177-3AD203B41FA5}">
                      <a16:colId xmlns:a16="http://schemas.microsoft.com/office/drawing/2014/main" val="1343233793"/>
                    </a:ext>
                  </a:extLst>
                </a:gridCol>
                <a:gridCol w="637443">
                  <a:extLst>
                    <a:ext uri="{9D8B030D-6E8A-4147-A177-3AD203B41FA5}">
                      <a16:colId xmlns:a16="http://schemas.microsoft.com/office/drawing/2014/main" val="3496770273"/>
                    </a:ext>
                  </a:extLst>
                </a:gridCol>
                <a:gridCol w="637443">
                  <a:extLst>
                    <a:ext uri="{9D8B030D-6E8A-4147-A177-3AD203B41FA5}">
                      <a16:colId xmlns:a16="http://schemas.microsoft.com/office/drawing/2014/main" val="1791738762"/>
                    </a:ext>
                  </a:extLst>
                </a:gridCol>
                <a:gridCol w="637443">
                  <a:extLst>
                    <a:ext uri="{9D8B030D-6E8A-4147-A177-3AD203B41FA5}">
                      <a16:colId xmlns:a16="http://schemas.microsoft.com/office/drawing/2014/main" val="4026412102"/>
                    </a:ext>
                  </a:extLst>
                </a:gridCol>
                <a:gridCol w="637443">
                  <a:extLst>
                    <a:ext uri="{9D8B030D-6E8A-4147-A177-3AD203B41FA5}">
                      <a16:colId xmlns:a16="http://schemas.microsoft.com/office/drawing/2014/main" val="1989190220"/>
                    </a:ext>
                  </a:extLst>
                </a:gridCol>
                <a:gridCol w="637443">
                  <a:extLst>
                    <a:ext uri="{9D8B030D-6E8A-4147-A177-3AD203B41FA5}">
                      <a16:colId xmlns:a16="http://schemas.microsoft.com/office/drawing/2014/main" val="2655358320"/>
                    </a:ext>
                  </a:extLst>
                </a:gridCol>
              </a:tblGrid>
              <a:tr h="3929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>
                          <a:solidFill>
                            <a:srgbClr val="FFFFFF"/>
                          </a:solidFill>
                          <a:effectLst/>
                          <a:latin typeface="Chalkduster" panose="03050602040202020205" pitchFamily="66" charset="77"/>
                        </a:rPr>
                        <a:t>L</a:t>
                      </a:r>
                      <a:endParaRPr lang="en-GB">
                        <a:effectLst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17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>
                          <a:solidFill>
                            <a:srgbClr val="FFFFFF"/>
                          </a:solidFill>
                          <a:effectLst/>
                          <a:latin typeface="Chalkduster" panose="03050602040202020205" pitchFamily="66" charset="77"/>
                        </a:rPr>
                        <a:t>M</a:t>
                      </a:r>
                      <a:endParaRPr lang="en-GB">
                        <a:effectLst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17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>
                          <a:solidFill>
                            <a:srgbClr val="FFFFFF"/>
                          </a:solidFill>
                          <a:effectLst/>
                          <a:latin typeface="Chalkduster" panose="03050602040202020205" pitchFamily="66" charset="77"/>
                        </a:rPr>
                        <a:t>X</a:t>
                      </a:r>
                      <a:endParaRPr lang="en-GB">
                        <a:effectLst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17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>
                          <a:solidFill>
                            <a:srgbClr val="FFFFFF"/>
                          </a:solidFill>
                          <a:effectLst/>
                          <a:latin typeface="Chalkduster" panose="03050602040202020205" pitchFamily="66" charset="77"/>
                        </a:rPr>
                        <a:t>J</a:t>
                      </a:r>
                      <a:endParaRPr lang="en-GB">
                        <a:effectLst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17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>
                          <a:solidFill>
                            <a:srgbClr val="FFFFFF"/>
                          </a:solidFill>
                          <a:effectLst/>
                          <a:latin typeface="Chalkduster" panose="03050602040202020205" pitchFamily="66" charset="77"/>
                        </a:rPr>
                        <a:t>V</a:t>
                      </a:r>
                      <a:endParaRPr lang="en-GB">
                        <a:effectLst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17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>
                          <a:solidFill>
                            <a:srgbClr val="FFFFFF"/>
                          </a:solidFill>
                          <a:effectLst/>
                          <a:latin typeface="Chalkduster" panose="03050602040202020205" pitchFamily="66" charset="77"/>
                        </a:rPr>
                        <a:t>S</a:t>
                      </a:r>
                      <a:endParaRPr lang="en-GB">
                        <a:effectLst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17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>
                          <a:solidFill>
                            <a:srgbClr val="FFFFFF"/>
                          </a:solidFill>
                          <a:effectLst/>
                          <a:latin typeface="Chalkduster" panose="03050602040202020205" pitchFamily="66" charset="77"/>
                        </a:rPr>
                        <a:t>D</a:t>
                      </a:r>
                      <a:endParaRPr lang="en-GB">
                        <a:effectLst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17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1653540"/>
                  </a:ext>
                </a:extLst>
              </a:tr>
              <a:tr h="3929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ES" dirty="0">
                        <a:solidFill>
                          <a:schemeClr val="bg1"/>
                        </a:solidFill>
                        <a:effectLst/>
                        <a:latin typeface="Chalkduster" panose="03050602040202020205" pitchFamily="66" charset="77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ES" dirty="0">
                        <a:solidFill>
                          <a:schemeClr val="bg1"/>
                        </a:solidFill>
                        <a:effectLst/>
                        <a:latin typeface="Chalkduster" panose="03050602040202020205" pitchFamily="66" charset="77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1</a:t>
                      </a: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2</a:t>
                      </a: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3</a:t>
                      </a: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4</a:t>
                      </a: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78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5</a:t>
                      </a: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3716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679897"/>
                  </a:ext>
                </a:extLst>
              </a:tr>
              <a:tr h="3929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6</a:t>
                      </a: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7</a:t>
                      </a: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8</a:t>
                      </a: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9</a:t>
                      </a: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10</a:t>
                      </a: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11</a:t>
                      </a: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3716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12</a:t>
                      </a: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3716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4238637"/>
                  </a:ext>
                </a:extLst>
              </a:tr>
              <a:tr h="3929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13</a:t>
                      </a:r>
                      <a:endParaRPr lang="en-ES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14</a:t>
                      </a:r>
                      <a:endParaRPr lang="en-ES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15</a:t>
                      </a:r>
                      <a:endParaRPr lang="en-ES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16</a:t>
                      </a:r>
                      <a:endParaRPr lang="en-ES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17</a:t>
                      </a:r>
                      <a:endParaRPr lang="en-ES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18</a:t>
                      </a:r>
                      <a:endParaRPr lang="en-ES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3716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19</a:t>
                      </a:r>
                      <a:endParaRPr lang="en-ES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3716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5584553"/>
                  </a:ext>
                </a:extLst>
              </a:tr>
              <a:tr h="39704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20</a:t>
                      </a:r>
                      <a:endParaRPr lang="en-ES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21</a:t>
                      </a:r>
                      <a:endParaRPr lang="en-ES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22</a:t>
                      </a:r>
                      <a:endParaRPr lang="en-ES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23</a:t>
                      </a:r>
                      <a:endParaRPr lang="en-ES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24</a:t>
                      </a:r>
                      <a:endParaRPr lang="en-ES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25</a:t>
                      </a:r>
                      <a:endParaRPr lang="en-ES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3716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26</a:t>
                      </a:r>
                      <a:endParaRPr lang="en-ES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3716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9678125"/>
                  </a:ext>
                </a:extLst>
              </a:tr>
              <a:tr h="3929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27</a:t>
                      </a:r>
                      <a:endParaRPr lang="en-ES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28</a:t>
                      </a:r>
                      <a:endParaRPr lang="en-ES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29</a:t>
                      </a:r>
                      <a:endParaRPr lang="en-ES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30</a:t>
                      </a:r>
                      <a:endParaRPr lang="en-ES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ES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ES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ES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2179310"/>
                  </a:ext>
                </a:extLst>
              </a:tr>
              <a:tr h="3929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ES" dirty="0">
                        <a:solidFill>
                          <a:schemeClr val="bg1"/>
                        </a:solidFill>
                        <a:effectLst/>
                        <a:latin typeface="Chalkduster" panose="03050602040202020205" pitchFamily="66" charset="77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ES" dirty="0">
                        <a:solidFill>
                          <a:schemeClr val="bg1"/>
                        </a:solidFill>
                        <a:effectLst/>
                        <a:latin typeface="Chalkduster" panose="03050602040202020205" pitchFamily="66" charset="77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ES" dirty="0">
                        <a:solidFill>
                          <a:schemeClr val="bg1"/>
                        </a:solidFill>
                        <a:effectLst/>
                        <a:latin typeface="Chalkduster" panose="03050602040202020205" pitchFamily="66" charset="77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ES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ES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ES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ES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9361673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BD1263AF-0E1F-6263-9AB9-5F393D090C2F}"/>
              </a:ext>
            </a:extLst>
          </p:cNvPr>
          <p:cNvSpPr txBox="1"/>
          <p:nvPr/>
        </p:nvSpPr>
        <p:spPr>
          <a:xfrm>
            <a:off x="2385818" y="4244014"/>
            <a:ext cx="12346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ES" sz="2400" dirty="0">
                <a:latin typeface="Chalkduster" panose="03050602040202020205" pitchFamily="66" charset="77"/>
              </a:rPr>
              <a:t>ABRIL</a:t>
            </a: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C9472B25-B8CF-CB4D-CA7F-7474CD7899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2602472"/>
              </p:ext>
            </p:extLst>
          </p:nvPr>
        </p:nvGraphicFramePr>
        <p:xfrm>
          <a:off x="5523740" y="4705680"/>
          <a:ext cx="4318371" cy="2837688"/>
        </p:xfrm>
        <a:graphic>
          <a:graphicData uri="http://schemas.openxmlformats.org/drawingml/2006/table">
            <a:tbl>
              <a:tblPr/>
              <a:tblGrid>
                <a:gridCol w="493713">
                  <a:extLst>
                    <a:ext uri="{9D8B030D-6E8A-4147-A177-3AD203B41FA5}">
                      <a16:colId xmlns:a16="http://schemas.microsoft.com/office/drawing/2014/main" val="1322398642"/>
                    </a:ext>
                  </a:extLst>
                </a:gridCol>
                <a:gridCol w="637443">
                  <a:extLst>
                    <a:ext uri="{9D8B030D-6E8A-4147-A177-3AD203B41FA5}">
                      <a16:colId xmlns:a16="http://schemas.microsoft.com/office/drawing/2014/main" val="1343233793"/>
                    </a:ext>
                  </a:extLst>
                </a:gridCol>
                <a:gridCol w="637443">
                  <a:extLst>
                    <a:ext uri="{9D8B030D-6E8A-4147-A177-3AD203B41FA5}">
                      <a16:colId xmlns:a16="http://schemas.microsoft.com/office/drawing/2014/main" val="3496770273"/>
                    </a:ext>
                  </a:extLst>
                </a:gridCol>
                <a:gridCol w="637443">
                  <a:extLst>
                    <a:ext uri="{9D8B030D-6E8A-4147-A177-3AD203B41FA5}">
                      <a16:colId xmlns:a16="http://schemas.microsoft.com/office/drawing/2014/main" val="1791738762"/>
                    </a:ext>
                  </a:extLst>
                </a:gridCol>
                <a:gridCol w="637443">
                  <a:extLst>
                    <a:ext uri="{9D8B030D-6E8A-4147-A177-3AD203B41FA5}">
                      <a16:colId xmlns:a16="http://schemas.microsoft.com/office/drawing/2014/main" val="4026412102"/>
                    </a:ext>
                  </a:extLst>
                </a:gridCol>
                <a:gridCol w="637443">
                  <a:extLst>
                    <a:ext uri="{9D8B030D-6E8A-4147-A177-3AD203B41FA5}">
                      <a16:colId xmlns:a16="http://schemas.microsoft.com/office/drawing/2014/main" val="1989190220"/>
                    </a:ext>
                  </a:extLst>
                </a:gridCol>
                <a:gridCol w="637443">
                  <a:extLst>
                    <a:ext uri="{9D8B030D-6E8A-4147-A177-3AD203B41FA5}">
                      <a16:colId xmlns:a16="http://schemas.microsoft.com/office/drawing/2014/main" val="2655358320"/>
                    </a:ext>
                  </a:extLst>
                </a:gridCol>
              </a:tblGrid>
              <a:tr h="3929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>
                          <a:solidFill>
                            <a:srgbClr val="FFFFFF"/>
                          </a:solidFill>
                          <a:effectLst/>
                          <a:latin typeface="Chalkduster" panose="03050602040202020205" pitchFamily="66" charset="77"/>
                        </a:rPr>
                        <a:t>L</a:t>
                      </a:r>
                      <a:endParaRPr lang="en-GB">
                        <a:effectLst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17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>
                          <a:solidFill>
                            <a:srgbClr val="FFFFFF"/>
                          </a:solidFill>
                          <a:effectLst/>
                          <a:latin typeface="Chalkduster" panose="03050602040202020205" pitchFamily="66" charset="77"/>
                        </a:rPr>
                        <a:t>M</a:t>
                      </a:r>
                      <a:endParaRPr lang="en-GB">
                        <a:effectLst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17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>
                          <a:solidFill>
                            <a:srgbClr val="FFFFFF"/>
                          </a:solidFill>
                          <a:effectLst/>
                          <a:latin typeface="Chalkduster" panose="03050602040202020205" pitchFamily="66" charset="77"/>
                        </a:rPr>
                        <a:t>X</a:t>
                      </a:r>
                      <a:endParaRPr lang="en-GB">
                        <a:effectLst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17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>
                          <a:solidFill>
                            <a:srgbClr val="FFFFFF"/>
                          </a:solidFill>
                          <a:effectLst/>
                          <a:latin typeface="Chalkduster" panose="03050602040202020205" pitchFamily="66" charset="77"/>
                        </a:rPr>
                        <a:t>J</a:t>
                      </a:r>
                      <a:endParaRPr lang="en-GB">
                        <a:effectLst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17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>
                          <a:solidFill>
                            <a:srgbClr val="FFFFFF"/>
                          </a:solidFill>
                          <a:effectLst/>
                          <a:latin typeface="Chalkduster" panose="03050602040202020205" pitchFamily="66" charset="77"/>
                        </a:rPr>
                        <a:t>V</a:t>
                      </a:r>
                      <a:endParaRPr lang="en-GB">
                        <a:effectLst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17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>
                          <a:solidFill>
                            <a:srgbClr val="FFFFFF"/>
                          </a:solidFill>
                          <a:effectLst/>
                          <a:latin typeface="Chalkduster" panose="03050602040202020205" pitchFamily="66" charset="77"/>
                        </a:rPr>
                        <a:t>S</a:t>
                      </a:r>
                      <a:endParaRPr lang="en-GB">
                        <a:effectLst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17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>
                          <a:solidFill>
                            <a:srgbClr val="FFFFFF"/>
                          </a:solidFill>
                          <a:effectLst/>
                          <a:latin typeface="Chalkduster" panose="03050602040202020205" pitchFamily="66" charset="77"/>
                        </a:rPr>
                        <a:t>D</a:t>
                      </a:r>
                      <a:endParaRPr lang="en-GB">
                        <a:effectLst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17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1653540"/>
                  </a:ext>
                </a:extLst>
              </a:tr>
              <a:tr h="3929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ES" dirty="0">
                        <a:solidFill>
                          <a:schemeClr val="bg1"/>
                        </a:solidFill>
                        <a:effectLst/>
                        <a:latin typeface="Chalkduster" panose="03050602040202020205" pitchFamily="66" charset="77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ES" dirty="0">
                        <a:solidFill>
                          <a:schemeClr val="bg1"/>
                        </a:solidFill>
                        <a:effectLst/>
                        <a:latin typeface="Chalkduster" panose="03050602040202020205" pitchFamily="66" charset="77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ES" dirty="0">
                        <a:solidFill>
                          <a:schemeClr val="bg1"/>
                        </a:solidFill>
                        <a:effectLst/>
                        <a:latin typeface="Chalkduster" panose="03050602040202020205" pitchFamily="66" charset="77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ES" dirty="0">
                        <a:solidFill>
                          <a:schemeClr val="bg1"/>
                        </a:solidFill>
                        <a:effectLst/>
                        <a:latin typeface="Chalkduster" panose="03050602040202020205" pitchFamily="66" charset="77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1</a:t>
                      </a: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2</a:t>
                      </a: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78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3</a:t>
                      </a: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3716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679897"/>
                  </a:ext>
                </a:extLst>
              </a:tr>
              <a:tr h="3929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4</a:t>
                      </a: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5</a:t>
                      </a: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6</a:t>
                      </a: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7</a:t>
                      </a: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8</a:t>
                      </a: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9</a:t>
                      </a: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3716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10</a:t>
                      </a: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3716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4238637"/>
                  </a:ext>
                </a:extLst>
              </a:tr>
              <a:tr h="3929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11</a:t>
                      </a:r>
                      <a:endParaRPr lang="en-ES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12</a:t>
                      </a:r>
                      <a:endParaRPr lang="en-ES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13</a:t>
                      </a:r>
                      <a:endParaRPr lang="en-ES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14</a:t>
                      </a:r>
                      <a:endParaRPr lang="en-ES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15</a:t>
                      </a:r>
                      <a:endParaRPr lang="en-ES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16</a:t>
                      </a:r>
                      <a:endParaRPr lang="en-ES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3716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17</a:t>
                      </a:r>
                      <a:endParaRPr lang="en-ES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3716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5584553"/>
                  </a:ext>
                </a:extLst>
              </a:tr>
              <a:tr h="39704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18</a:t>
                      </a:r>
                      <a:endParaRPr lang="en-ES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19</a:t>
                      </a:r>
                      <a:endParaRPr lang="en-ES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20</a:t>
                      </a:r>
                      <a:endParaRPr lang="en-ES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21</a:t>
                      </a:r>
                      <a:endParaRPr lang="en-ES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22</a:t>
                      </a:r>
                      <a:endParaRPr lang="en-ES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23</a:t>
                      </a:r>
                      <a:endParaRPr lang="en-ES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3716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24</a:t>
                      </a:r>
                      <a:endParaRPr lang="en-ES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3716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9678125"/>
                  </a:ext>
                </a:extLst>
              </a:tr>
              <a:tr h="3929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25</a:t>
                      </a:r>
                      <a:endParaRPr lang="en-ES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26</a:t>
                      </a:r>
                      <a:endParaRPr lang="en-ES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27</a:t>
                      </a:r>
                      <a:endParaRPr lang="en-ES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28</a:t>
                      </a:r>
                      <a:endParaRPr lang="en-ES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29</a:t>
                      </a:r>
                      <a:endParaRPr lang="en-ES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30</a:t>
                      </a:r>
                      <a:endParaRPr lang="en-ES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3716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31</a:t>
                      </a: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78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2179310"/>
                  </a:ext>
                </a:extLst>
              </a:tr>
              <a:tr h="3929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ES" dirty="0">
                        <a:solidFill>
                          <a:schemeClr val="bg1"/>
                        </a:solidFill>
                        <a:effectLst/>
                        <a:latin typeface="Chalkduster" panose="03050602040202020205" pitchFamily="66" charset="77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ES" dirty="0">
                        <a:solidFill>
                          <a:schemeClr val="bg1"/>
                        </a:solidFill>
                        <a:effectLst/>
                        <a:latin typeface="Chalkduster" panose="03050602040202020205" pitchFamily="66" charset="77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ES" dirty="0">
                        <a:solidFill>
                          <a:schemeClr val="bg1"/>
                        </a:solidFill>
                        <a:effectLst/>
                        <a:latin typeface="Chalkduster" panose="03050602040202020205" pitchFamily="66" charset="77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ES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ES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ES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ES" dirty="0">
                        <a:solidFill>
                          <a:schemeClr val="bg1"/>
                        </a:solidFill>
                        <a:effectLst/>
                        <a:latin typeface="Chalkduster" panose="03050602040202020205" pitchFamily="66" charset="77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9361673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9756859C-51D7-0B28-E611-D8A539BD5250}"/>
              </a:ext>
            </a:extLst>
          </p:cNvPr>
          <p:cNvSpPr txBox="1"/>
          <p:nvPr/>
        </p:nvSpPr>
        <p:spPr>
          <a:xfrm>
            <a:off x="7074931" y="4244014"/>
            <a:ext cx="11361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ES" sz="2400" dirty="0">
                <a:latin typeface="Chalkduster" panose="03050602040202020205" pitchFamily="66" charset="77"/>
              </a:rPr>
              <a:t>MAYO</a:t>
            </a: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AAD69765-3B26-4A4D-D444-3A7C025C3B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9267637"/>
              </p:ext>
            </p:extLst>
          </p:nvPr>
        </p:nvGraphicFramePr>
        <p:xfrm>
          <a:off x="9971425" y="4701656"/>
          <a:ext cx="4318371" cy="2837688"/>
        </p:xfrm>
        <a:graphic>
          <a:graphicData uri="http://schemas.openxmlformats.org/drawingml/2006/table">
            <a:tbl>
              <a:tblPr/>
              <a:tblGrid>
                <a:gridCol w="493713">
                  <a:extLst>
                    <a:ext uri="{9D8B030D-6E8A-4147-A177-3AD203B41FA5}">
                      <a16:colId xmlns:a16="http://schemas.microsoft.com/office/drawing/2014/main" val="1322398642"/>
                    </a:ext>
                  </a:extLst>
                </a:gridCol>
                <a:gridCol w="637443">
                  <a:extLst>
                    <a:ext uri="{9D8B030D-6E8A-4147-A177-3AD203B41FA5}">
                      <a16:colId xmlns:a16="http://schemas.microsoft.com/office/drawing/2014/main" val="1343233793"/>
                    </a:ext>
                  </a:extLst>
                </a:gridCol>
                <a:gridCol w="637443">
                  <a:extLst>
                    <a:ext uri="{9D8B030D-6E8A-4147-A177-3AD203B41FA5}">
                      <a16:colId xmlns:a16="http://schemas.microsoft.com/office/drawing/2014/main" val="3496770273"/>
                    </a:ext>
                  </a:extLst>
                </a:gridCol>
                <a:gridCol w="637443">
                  <a:extLst>
                    <a:ext uri="{9D8B030D-6E8A-4147-A177-3AD203B41FA5}">
                      <a16:colId xmlns:a16="http://schemas.microsoft.com/office/drawing/2014/main" val="1791738762"/>
                    </a:ext>
                  </a:extLst>
                </a:gridCol>
                <a:gridCol w="637443">
                  <a:extLst>
                    <a:ext uri="{9D8B030D-6E8A-4147-A177-3AD203B41FA5}">
                      <a16:colId xmlns:a16="http://schemas.microsoft.com/office/drawing/2014/main" val="4026412102"/>
                    </a:ext>
                  </a:extLst>
                </a:gridCol>
                <a:gridCol w="637443">
                  <a:extLst>
                    <a:ext uri="{9D8B030D-6E8A-4147-A177-3AD203B41FA5}">
                      <a16:colId xmlns:a16="http://schemas.microsoft.com/office/drawing/2014/main" val="1989190220"/>
                    </a:ext>
                  </a:extLst>
                </a:gridCol>
                <a:gridCol w="637443">
                  <a:extLst>
                    <a:ext uri="{9D8B030D-6E8A-4147-A177-3AD203B41FA5}">
                      <a16:colId xmlns:a16="http://schemas.microsoft.com/office/drawing/2014/main" val="2655358320"/>
                    </a:ext>
                  </a:extLst>
                </a:gridCol>
              </a:tblGrid>
              <a:tr h="3929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>
                          <a:solidFill>
                            <a:srgbClr val="FFFFFF"/>
                          </a:solidFill>
                          <a:effectLst/>
                          <a:latin typeface="Chalkduster" panose="03050602040202020205" pitchFamily="66" charset="77"/>
                        </a:rPr>
                        <a:t>L</a:t>
                      </a:r>
                      <a:endParaRPr lang="en-GB">
                        <a:effectLst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17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>
                          <a:solidFill>
                            <a:srgbClr val="FFFFFF"/>
                          </a:solidFill>
                          <a:effectLst/>
                          <a:latin typeface="Chalkduster" panose="03050602040202020205" pitchFamily="66" charset="77"/>
                        </a:rPr>
                        <a:t>M</a:t>
                      </a:r>
                      <a:endParaRPr lang="en-GB">
                        <a:effectLst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17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>
                          <a:solidFill>
                            <a:srgbClr val="FFFFFF"/>
                          </a:solidFill>
                          <a:effectLst/>
                          <a:latin typeface="Chalkduster" panose="03050602040202020205" pitchFamily="66" charset="77"/>
                        </a:rPr>
                        <a:t>X</a:t>
                      </a:r>
                      <a:endParaRPr lang="en-GB">
                        <a:effectLst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17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>
                          <a:solidFill>
                            <a:srgbClr val="FFFFFF"/>
                          </a:solidFill>
                          <a:effectLst/>
                          <a:latin typeface="Chalkduster" panose="03050602040202020205" pitchFamily="66" charset="77"/>
                        </a:rPr>
                        <a:t>J</a:t>
                      </a:r>
                      <a:endParaRPr lang="en-GB">
                        <a:effectLst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17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>
                          <a:solidFill>
                            <a:srgbClr val="FFFFFF"/>
                          </a:solidFill>
                          <a:effectLst/>
                          <a:latin typeface="Chalkduster" panose="03050602040202020205" pitchFamily="66" charset="77"/>
                        </a:rPr>
                        <a:t>V</a:t>
                      </a:r>
                      <a:endParaRPr lang="en-GB">
                        <a:effectLst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17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>
                          <a:solidFill>
                            <a:srgbClr val="FFFFFF"/>
                          </a:solidFill>
                          <a:effectLst/>
                          <a:latin typeface="Chalkduster" panose="03050602040202020205" pitchFamily="66" charset="77"/>
                        </a:rPr>
                        <a:t>S</a:t>
                      </a:r>
                      <a:endParaRPr lang="en-GB">
                        <a:effectLst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17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>
                          <a:solidFill>
                            <a:srgbClr val="FFFFFF"/>
                          </a:solidFill>
                          <a:effectLst/>
                          <a:latin typeface="Chalkduster" panose="03050602040202020205" pitchFamily="66" charset="77"/>
                        </a:rPr>
                        <a:t>D</a:t>
                      </a:r>
                      <a:endParaRPr lang="en-GB">
                        <a:effectLst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17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1653540"/>
                  </a:ext>
                </a:extLst>
              </a:tr>
              <a:tr h="3929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1</a:t>
                      </a: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2</a:t>
                      </a: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3</a:t>
                      </a: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4</a:t>
                      </a: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5</a:t>
                      </a: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6</a:t>
                      </a: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78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7</a:t>
                      </a: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3716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679897"/>
                  </a:ext>
                </a:extLst>
              </a:tr>
              <a:tr h="3929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8</a:t>
                      </a: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9</a:t>
                      </a: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10</a:t>
                      </a: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11</a:t>
                      </a: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12</a:t>
                      </a: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13</a:t>
                      </a: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3716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14</a:t>
                      </a: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3716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4238637"/>
                  </a:ext>
                </a:extLst>
              </a:tr>
              <a:tr h="3929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15</a:t>
                      </a:r>
                      <a:endParaRPr lang="en-ES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16</a:t>
                      </a:r>
                      <a:endParaRPr lang="en-ES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17</a:t>
                      </a:r>
                      <a:endParaRPr lang="en-ES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18</a:t>
                      </a:r>
                      <a:endParaRPr lang="en-ES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19</a:t>
                      </a:r>
                      <a:endParaRPr lang="en-ES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20</a:t>
                      </a:r>
                      <a:endParaRPr lang="en-ES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3716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21</a:t>
                      </a:r>
                      <a:endParaRPr lang="en-ES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3716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5584553"/>
                  </a:ext>
                </a:extLst>
              </a:tr>
              <a:tr h="39704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22</a:t>
                      </a:r>
                      <a:endParaRPr lang="en-ES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23</a:t>
                      </a:r>
                      <a:endParaRPr lang="en-ES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24</a:t>
                      </a:r>
                      <a:endParaRPr lang="en-ES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25</a:t>
                      </a:r>
                      <a:endParaRPr lang="en-ES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26</a:t>
                      </a:r>
                      <a:endParaRPr lang="en-ES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27</a:t>
                      </a:r>
                      <a:endParaRPr lang="en-ES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3716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28</a:t>
                      </a:r>
                      <a:endParaRPr lang="en-ES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3716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9678125"/>
                  </a:ext>
                </a:extLst>
              </a:tr>
              <a:tr h="3929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29</a:t>
                      </a:r>
                      <a:endParaRPr lang="en-ES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ES" dirty="0">
                          <a:solidFill>
                            <a:schemeClr val="bg1"/>
                          </a:solidFill>
                          <a:effectLst/>
                          <a:latin typeface="Chalkduster" panose="03050602040202020205" pitchFamily="66" charset="77"/>
                        </a:rPr>
                        <a:t>30</a:t>
                      </a:r>
                      <a:endParaRPr lang="en-ES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ES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ES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ES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ES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ES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2179310"/>
                  </a:ext>
                </a:extLst>
              </a:tr>
              <a:tr h="3929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ES" dirty="0">
                        <a:solidFill>
                          <a:schemeClr val="bg1"/>
                        </a:solidFill>
                        <a:effectLst/>
                        <a:latin typeface="Chalkduster" panose="03050602040202020205" pitchFamily="66" charset="77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ES" dirty="0">
                        <a:solidFill>
                          <a:schemeClr val="bg1"/>
                        </a:solidFill>
                        <a:effectLst/>
                        <a:latin typeface="Chalkduster" panose="03050602040202020205" pitchFamily="66" charset="77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ES" dirty="0">
                        <a:solidFill>
                          <a:schemeClr val="bg1"/>
                        </a:solidFill>
                        <a:effectLst/>
                        <a:latin typeface="Chalkduster" panose="03050602040202020205" pitchFamily="66" charset="77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ES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ES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ES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ES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9361673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12DD4667-BB5A-2686-0474-D73DE7891C2C}"/>
              </a:ext>
            </a:extLst>
          </p:cNvPr>
          <p:cNvSpPr txBox="1"/>
          <p:nvPr/>
        </p:nvSpPr>
        <p:spPr>
          <a:xfrm>
            <a:off x="11246233" y="4239990"/>
            <a:ext cx="12041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ES" sz="2400" dirty="0">
                <a:latin typeface="Chalkduster" panose="03050602040202020205" pitchFamily="66" charset="77"/>
              </a:rPr>
              <a:t>JUNIO</a:t>
            </a:r>
          </a:p>
        </p:txBody>
      </p:sp>
    </p:spTree>
    <p:extLst>
      <p:ext uri="{BB962C8B-B14F-4D97-AF65-F5344CB8AC3E}">
        <p14:creationId xmlns:p14="http://schemas.microsoft.com/office/powerpoint/2010/main" val="35601205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824D34-32FD-E89D-5643-7ADA46C8F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F77327E3-1382-9D22-52B6-A41652CDFC2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05B2D1-880E-4846-A216-7D6770BA1332}" type="slidenum">
              <a:rPr lang="es-ES" smtClean="0"/>
              <a:pPr/>
              <a:t>5</a:t>
            </a:fld>
            <a:endParaRPr lang="es-ES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E2CFF066-FE7B-D5BE-F8BE-840F271D05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Contenidos Teóricos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2349C66-B1BF-0B84-D169-33BA8DB1628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06463" y="2020530"/>
            <a:ext cx="12780040" cy="5297846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s-E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800" dirty="0"/>
              <a:t>I. El universo observable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800" dirty="0"/>
              <a:t>II. Dinámica y modelos cosmológicos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800" dirty="0"/>
              <a:t>III. Parámetros cosmológicos observacionales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800" dirty="0"/>
              <a:t>IV. Materia y densidad oscura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800" dirty="0"/>
              <a:t>V. El universo temprano</a:t>
            </a:r>
          </a:p>
        </p:txBody>
      </p:sp>
    </p:spTree>
    <p:extLst>
      <p:ext uri="{BB962C8B-B14F-4D97-AF65-F5344CB8AC3E}">
        <p14:creationId xmlns:p14="http://schemas.microsoft.com/office/powerpoint/2010/main" val="29202777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78AFAD-1AF9-9F94-223E-E177A0CE35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0D179C84-28BE-FA6C-0832-8A849C60809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05B2D1-880E-4846-A216-7D6770BA1332}" type="slidenum">
              <a:rPr lang="es-ES" smtClean="0"/>
              <a:pPr/>
              <a:t>6</a:t>
            </a:fld>
            <a:endParaRPr lang="es-ES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2C0DC60C-D399-22FB-7F2D-ABE73144BE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Ejemplos/Problemas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5B8F53E-C31F-9263-16FA-1C352EF7CB9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06463" y="2020530"/>
            <a:ext cx="12780040" cy="5297846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s-ES" sz="2400" dirty="0"/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s-ES" sz="2800" dirty="0"/>
              <a:t>Se plantearán ejemplos o problemas tipo según se vaya cubriendo la teoría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800" dirty="0"/>
              <a:t>Resolución en clase</a:t>
            </a:r>
          </a:p>
        </p:txBody>
      </p:sp>
    </p:spTree>
    <p:extLst>
      <p:ext uri="{BB962C8B-B14F-4D97-AF65-F5344CB8AC3E}">
        <p14:creationId xmlns:p14="http://schemas.microsoft.com/office/powerpoint/2010/main" val="42254676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5B4BCD-8374-7C4F-272B-95844D9996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3EDDF80B-FC27-92D1-7E36-A3BDC5806A4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05B2D1-880E-4846-A216-7D6770BA1332}" type="slidenum">
              <a:rPr lang="es-ES" smtClean="0"/>
              <a:pPr/>
              <a:t>7</a:t>
            </a:fld>
            <a:endParaRPr lang="es-ES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23EF1DB7-AD9F-7D7B-01D2-634FB45B79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Talleres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E70BB30-C998-3C91-A4D6-B21139C0F78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06463" y="2020530"/>
            <a:ext cx="12780040" cy="5297846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s-E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800" dirty="0"/>
              <a:t>Aprendizaje complementario basado en desarrollo de software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800" dirty="0"/>
              <a:t>Programación en Python, Jupyter notebooks, Google Colab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800" dirty="0"/>
              <a:t>Se recomienda que el alumno lleve a clase su propio portátil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800" dirty="0">
                <a:solidFill>
                  <a:schemeClr val="tx1"/>
                </a:solidFill>
              </a:rPr>
              <a:t>Posibles talleres:</a:t>
            </a:r>
          </a:p>
          <a:p>
            <a:pPr marL="827088" lvl="1" indent="-285750">
              <a:buFont typeface="Arial" panose="020B0604020202020204" pitchFamily="34" charset="0"/>
              <a:buChar char="•"/>
            </a:pPr>
            <a:r>
              <a:rPr lang="es-ES" sz="2400" dirty="0">
                <a:solidFill>
                  <a:schemeClr val="tx1"/>
                </a:solidFill>
              </a:rPr>
              <a:t>Clasificación de modelos cosmológicos</a:t>
            </a:r>
          </a:p>
          <a:p>
            <a:pPr marL="827088" lvl="1" indent="-285750">
              <a:buFont typeface="Arial" panose="020B0604020202020204" pitchFamily="34" charset="0"/>
              <a:buChar char="•"/>
            </a:pPr>
            <a:r>
              <a:rPr lang="es-ES" sz="2400" dirty="0">
                <a:solidFill>
                  <a:schemeClr val="tx1"/>
                </a:solidFill>
              </a:rPr>
              <a:t>Ajuste del modelo cosmológico estándar con datos observacionales</a:t>
            </a:r>
          </a:p>
          <a:p>
            <a:pPr marL="827088" lvl="1" indent="-285750">
              <a:buFont typeface="Arial" panose="020B0604020202020204" pitchFamily="34" charset="0"/>
              <a:buChar char="•"/>
            </a:pPr>
            <a:r>
              <a:rPr lang="es-ES" sz="2400" dirty="0">
                <a:solidFill>
                  <a:schemeClr val="tx1"/>
                </a:solidFill>
              </a:rPr>
              <a:t>Métodos bayesianos aplicados a la cosmología</a:t>
            </a:r>
          </a:p>
          <a:p>
            <a:pPr marL="827088" lvl="1" indent="-285750">
              <a:buFont typeface="Arial" panose="020B0604020202020204" pitchFamily="34" charset="0"/>
              <a:buChar char="•"/>
            </a:pPr>
            <a:r>
              <a:rPr lang="es-ES" sz="2400" dirty="0">
                <a:solidFill>
                  <a:schemeClr val="tx1"/>
                </a:solidFill>
              </a:rPr>
              <a:t>Cálculos de abundancia, creación y aniquilación de especies</a:t>
            </a:r>
          </a:p>
          <a:p>
            <a:pPr marL="827088" lvl="1" indent="-285750">
              <a:buFont typeface="Arial" panose="020B0604020202020204" pitchFamily="34" charset="0"/>
              <a:buChar char="•"/>
            </a:pPr>
            <a:r>
              <a:rPr lang="es-ES" sz="2400" dirty="0">
                <a:solidFill>
                  <a:schemeClr val="tx1"/>
                </a:solidFill>
              </a:rPr>
              <a:t>Propiedades de la energía oscura</a:t>
            </a:r>
          </a:p>
          <a:p>
            <a:pPr marL="827088" lvl="1" indent="-285750">
              <a:buFont typeface="Arial" panose="020B0604020202020204" pitchFamily="34" charset="0"/>
              <a:buChar char="•"/>
            </a:pPr>
            <a:endParaRPr lang="es-ES" sz="2400" dirty="0">
              <a:solidFill>
                <a:schemeClr val="tx1"/>
              </a:solidFill>
            </a:endParaRPr>
          </a:p>
          <a:p>
            <a:pPr marL="827088" lvl="1" indent="-285750">
              <a:buFont typeface="Arial" panose="020B0604020202020204" pitchFamily="34" charset="0"/>
              <a:buChar char="•"/>
            </a:pPr>
            <a:endParaRPr lang="es-ES" sz="2400" dirty="0">
              <a:solidFill>
                <a:schemeClr val="tx1"/>
              </a:solidFill>
            </a:endParaRPr>
          </a:p>
          <a:p>
            <a:pPr marL="827088" lvl="1" indent="-285750">
              <a:buFont typeface="Arial" panose="020B0604020202020204" pitchFamily="34" charset="0"/>
              <a:buChar char="•"/>
            </a:pPr>
            <a:endParaRPr lang="es-ES" sz="2400" b="1" dirty="0">
              <a:solidFill>
                <a:schemeClr val="accent5"/>
              </a:solidFill>
            </a:endParaRPr>
          </a:p>
          <a:p>
            <a:pPr marL="827088" lvl="1" indent="-285750">
              <a:buFont typeface="Arial" panose="020B0604020202020204" pitchFamily="34" charset="0"/>
              <a:buChar char="•"/>
            </a:pPr>
            <a:endParaRPr lang="es-ES" sz="3560" b="1" dirty="0">
              <a:solidFill>
                <a:schemeClr val="accent5"/>
              </a:solidFill>
            </a:endParaRPr>
          </a:p>
          <a:p>
            <a:pPr marL="827088" lvl="1" indent="-285750">
              <a:buFont typeface="Arial" panose="020B0604020202020204" pitchFamily="34" charset="0"/>
              <a:buChar char="•"/>
            </a:pPr>
            <a:endParaRPr lang="es-ES" sz="3560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32868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382D5F-F280-E25D-B698-FF4D7ADF72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80F54998-F1CB-D63F-F312-0466E1B5899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05B2D1-880E-4846-A216-7D6770BA1332}" type="slidenum">
              <a:rPr lang="es-ES" smtClean="0"/>
              <a:pPr/>
              <a:t>8</a:t>
            </a:fld>
            <a:endParaRPr lang="es-ES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1971F50F-FBAF-EE61-7EA2-39B91281B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Bibliografía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791477D-0BC4-7830-05EA-A398112E874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06463" y="2020530"/>
            <a:ext cx="12780040" cy="5297846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s-ES" sz="2400" dirty="0"/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s-ES" sz="2400" dirty="0" err="1">
                <a:solidFill>
                  <a:schemeClr val="tx1"/>
                </a:solidFill>
              </a:rPr>
              <a:t>Ryden</a:t>
            </a:r>
            <a:r>
              <a:rPr lang="es-ES" sz="2400" dirty="0">
                <a:solidFill>
                  <a:schemeClr val="tx1"/>
                </a:solidFill>
              </a:rPr>
              <a:t>, B. (2016). </a:t>
            </a:r>
            <a:r>
              <a:rPr lang="es-ES" sz="2400" dirty="0" err="1">
                <a:solidFill>
                  <a:schemeClr val="tx1"/>
                </a:solidFill>
              </a:rPr>
              <a:t>Introduction</a:t>
            </a:r>
            <a:r>
              <a:rPr lang="es-ES" sz="2400" dirty="0">
                <a:solidFill>
                  <a:schemeClr val="tx1"/>
                </a:solidFill>
              </a:rPr>
              <a:t> </a:t>
            </a:r>
            <a:r>
              <a:rPr lang="es-ES" sz="2400" dirty="0" err="1">
                <a:solidFill>
                  <a:schemeClr val="tx1"/>
                </a:solidFill>
              </a:rPr>
              <a:t>to</a:t>
            </a:r>
            <a:r>
              <a:rPr lang="es-ES" sz="2400" dirty="0">
                <a:solidFill>
                  <a:schemeClr val="tx1"/>
                </a:solidFill>
              </a:rPr>
              <a:t> </a:t>
            </a:r>
            <a:r>
              <a:rPr lang="es-ES" sz="2400" dirty="0" err="1">
                <a:solidFill>
                  <a:schemeClr val="tx1"/>
                </a:solidFill>
              </a:rPr>
              <a:t>cosmology</a:t>
            </a:r>
            <a:r>
              <a:rPr lang="es-ES" sz="2400" dirty="0">
                <a:solidFill>
                  <a:schemeClr val="tx1"/>
                </a:solidFill>
              </a:rPr>
              <a:t> (2nd ed.). Cambridge </a:t>
            </a:r>
            <a:r>
              <a:rPr lang="es-ES" sz="2400" dirty="0" err="1">
                <a:solidFill>
                  <a:schemeClr val="tx1"/>
                </a:solidFill>
              </a:rPr>
              <a:t>University</a:t>
            </a:r>
            <a:r>
              <a:rPr lang="es-ES" sz="2400" dirty="0">
                <a:solidFill>
                  <a:schemeClr val="tx1"/>
                </a:solidFill>
              </a:rPr>
              <a:t> </a:t>
            </a:r>
            <a:r>
              <a:rPr lang="es-ES" sz="2400" dirty="0" err="1">
                <a:solidFill>
                  <a:schemeClr val="tx1"/>
                </a:solidFill>
              </a:rPr>
              <a:t>Press</a:t>
            </a:r>
            <a:endParaRPr lang="es-ES" sz="2400" dirty="0">
              <a:solidFill>
                <a:schemeClr val="tx1"/>
              </a:solidFill>
            </a:endParaRP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s-ES" sz="2400" dirty="0" err="1">
                <a:solidFill>
                  <a:schemeClr val="tx1"/>
                </a:solidFill>
              </a:rPr>
              <a:t>Liddle</a:t>
            </a:r>
            <a:r>
              <a:rPr lang="es-ES" sz="2400" dirty="0">
                <a:solidFill>
                  <a:schemeClr val="tx1"/>
                </a:solidFill>
              </a:rPr>
              <a:t>, A. (2015). </a:t>
            </a:r>
            <a:r>
              <a:rPr lang="es-ES" sz="2400" dirty="0" err="1">
                <a:solidFill>
                  <a:schemeClr val="tx1"/>
                </a:solidFill>
              </a:rPr>
              <a:t>An</a:t>
            </a:r>
            <a:r>
              <a:rPr lang="es-ES" sz="2400" dirty="0">
                <a:solidFill>
                  <a:schemeClr val="tx1"/>
                </a:solidFill>
              </a:rPr>
              <a:t> </a:t>
            </a:r>
            <a:r>
              <a:rPr lang="es-ES" sz="2400" dirty="0" err="1">
                <a:solidFill>
                  <a:schemeClr val="tx1"/>
                </a:solidFill>
              </a:rPr>
              <a:t>introduction</a:t>
            </a:r>
            <a:r>
              <a:rPr lang="es-ES" sz="2400" dirty="0">
                <a:solidFill>
                  <a:schemeClr val="tx1"/>
                </a:solidFill>
              </a:rPr>
              <a:t> </a:t>
            </a:r>
            <a:r>
              <a:rPr lang="es-ES" sz="2400" dirty="0" err="1">
                <a:solidFill>
                  <a:schemeClr val="tx1"/>
                </a:solidFill>
              </a:rPr>
              <a:t>to</a:t>
            </a:r>
            <a:r>
              <a:rPr lang="es-ES" sz="2400" dirty="0">
                <a:solidFill>
                  <a:schemeClr val="tx1"/>
                </a:solidFill>
              </a:rPr>
              <a:t> </a:t>
            </a:r>
            <a:r>
              <a:rPr lang="es-ES" sz="2400" dirty="0" err="1">
                <a:solidFill>
                  <a:schemeClr val="tx1"/>
                </a:solidFill>
              </a:rPr>
              <a:t>modern</a:t>
            </a:r>
            <a:r>
              <a:rPr lang="es-ES" sz="2400" dirty="0">
                <a:solidFill>
                  <a:schemeClr val="tx1"/>
                </a:solidFill>
              </a:rPr>
              <a:t> </a:t>
            </a:r>
            <a:r>
              <a:rPr lang="es-ES" sz="2400" dirty="0" err="1">
                <a:solidFill>
                  <a:schemeClr val="tx1"/>
                </a:solidFill>
              </a:rPr>
              <a:t>cosmology</a:t>
            </a:r>
            <a:r>
              <a:rPr lang="es-ES" sz="2400" dirty="0">
                <a:solidFill>
                  <a:schemeClr val="tx1"/>
                </a:solidFill>
              </a:rPr>
              <a:t> (3rd ed.). Wiley.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s-ES" sz="2400" dirty="0" err="1">
                <a:solidFill>
                  <a:schemeClr val="tx1"/>
                </a:solidFill>
              </a:rPr>
              <a:t>Huterer</a:t>
            </a:r>
            <a:r>
              <a:rPr lang="es-ES" sz="2400" dirty="0">
                <a:solidFill>
                  <a:schemeClr val="tx1"/>
                </a:solidFill>
              </a:rPr>
              <a:t>, D. (2023). A </a:t>
            </a:r>
            <a:r>
              <a:rPr lang="es-ES" sz="2400" dirty="0" err="1">
                <a:solidFill>
                  <a:schemeClr val="tx1"/>
                </a:solidFill>
              </a:rPr>
              <a:t>course</a:t>
            </a:r>
            <a:r>
              <a:rPr lang="es-ES" sz="2400" dirty="0">
                <a:solidFill>
                  <a:schemeClr val="tx1"/>
                </a:solidFill>
              </a:rPr>
              <a:t> in </a:t>
            </a:r>
            <a:r>
              <a:rPr lang="es-ES" sz="2400" dirty="0" err="1">
                <a:solidFill>
                  <a:schemeClr val="tx1"/>
                </a:solidFill>
              </a:rPr>
              <a:t>cosmology</a:t>
            </a:r>
            <a:r>
              <a:rPr lang="es-ES" sz="2400" dirty="0">
                <a:solidFill>
                  <a:schemeClr val="tx1"/>
                </a:solidFill>
              </a:rPr>
              <a:t>: </a:t>
            </a:r>
            <a:r>
              <a:rPr lang="es-ES" sz="2400" dirty="0" err="1">
                <a:solidFill>
                  <a:schemeClr val="tx1"/>
                </a:solidFill>
              </a:rPr>
              <a:t>From</a:t>
            </a:r>
            <a:r>
              <a:rPr lang="es-ES" sz="2400" dirty="0">
                <a:solidFill>
                  <a:schemeClr val="tx1"/>
                </a:solidFill>
              </a:rPr>
              <a:t> </a:t>
            </a:r>
            <a:r>
              <a:rPr lang="es-ES" sz="2400" dirty="0" err="1">
                <a:solidFill>
                  <a:schemeClr val="tx1"/>
                </a:solidFill>
              </a:rPr>
              <a:t>theory</a:t>
            </a:r>
            <a:r>
              <a:rPr lang="es-ES" sz="2400" dirty="0">
                <a:solidFill>
                  <a:schemeClr val="tx1"/>
                </a:solidFill>
              </a:rPr>
              <a:t> </a:t>
            </a:r>
            <a:r>
              <a:rPr lang="es-ES" sz="2400" dirty="0" err="1">
                <a:solidFill>
                  <a:schemeClr val="tx1"/>
                </a:solidFill>
              </a:rPr>
              <a:t>to</a:t>
            </a:r>
            <a:r>
              <a:rPr lang="es-ES" sz="2400" dirty="0">
                <a:solidFill>
                  <a:schemeClr val="tx1"/>
                </a:solidFill>
              </a:rPr>
              <a:t> </a:t>
            </a:r>
            <a:r>
              <a:rPr lang="es-ES" sz="2400" dirty="0" err="1">
                <a:solidFill>
                  <a:schemeClr val="tx1"/>
                </a:solidFill>
              </a:rPr>
              <a:t>practice</a:t>
            </a:r>
            <a:r>
              <a:rPr lang="es-ES" sz="2400" dirty="0">
                <a:solidFill>
                  <a:schemeClr val="tx1"/>
                </a:solidFill>
              </a:rPr>
              <a:t>. Cambridge </a:t>
            </a:r>
            <a:r>
              <a:rPr lang="es-ES" sz="2400" dirty="0" err="1">
                <a:solidFill>
                  <a:schemeClr val="tx1"/>
                </a:solidFill>
              </a:rPr>
              <a:t>University</a:t>
            </a:r>
            <a:r>
              <a:rPr lang="es-ES" sz="2400" dirty="0">
                <a:solidFill>
                  <a:schemeClr val="tx1"/>
                </a:solidFill>
              </a:rPr>
              <a:t> </a:t>
            </a:r>
            <a:r>
              <a:rPr lang="es-ES" sz="2400" dirty="0" err="1">
                <a:solidFill>
                  <a:schemeClr val="tx1"/>
                </a:solidFill>
              </a:rPr>
              <a:t>Press</a:t>
            </a:r>
            <a:r>
              <a:rPr lang="es-ES" sz="2400" dirty="0">
                <a:solidFill>
                  <a:schemeClr val="tx1"/>
                </a:solidFill>
              </a:rPr>
              <a:t>.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s-ES" sz="2400" dirty="0" err="1">
                <a:solidFill>
                  <a:schemeClr val="tx1"/>
                </a:solidFill>
              </a:rPr>
              <a:t>Dodelson</a:t>
            </a:r>
            <a:r>
              <a:rPr lang="es-ES" sz="2400" dirty="0">
                <a:solidFill>
                  <a:schemeClr val="tx1"/>
                </a:solidFill>
              </a:rPr>
              <a:t>, S. (2025). Modern </a:t>
            </a:r>
            <a:r>
              <a:rPr lang="es-ES" sz="2400" dirty="0" err="1">
                <a:solidFill>
                  <a:schemeClr val="tx1"/>
                </a:solidFill>
              </a:rPr>
              <a:t>cosmology</a:t>
            </a:r>
            <a:r>
              <a:rPr lang="es-ES" sz="2400" dirty="0">
                <a:solidFill>
                  <a:schemeClr val="tx1"/>
                </a:solidFill>
              </a:rPr>
              <a:t> (3rd ed.). </a:t>
            </a:r>
            <a:r>
              <a:rPr lang="es-ES" sz="2400" dirty="0" err="1">
                <a:solidFill>
                  <a:schemeClr val="tx1"/>
                </a:solidFill>
              </a:rPr>
              <a:t>Academic</a:t>
            </a:r>
            <a:r>
              <a:rPr lang="es-ES" sz="2400" dirty="0">
                <a:solidFill>
                  <a:schemeClr val="tx1"/>
                </a:solidFill>
              </a:rPr>
              <a:t> </a:t>
            </a:r>
            <a:r>
              <a:rPr lang="es-ES" sz="2400" dirty="0" err="1">
                <a:solidFill>
                  <a:schemeClr val="tx1"/>
                </a:solidFill>
              </a:rPr>
              <a:t>Press</a:t>
            </a:r>
            <a:r>
              <a:rPr lang="es-ES" sz="2400" dirty="0">
                <a:solidFill>
                  <a:schemeClr val="tx1"/>
                </a:solidFill>
              </a:rPr>
              <a:t>.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s-ES" sz="2400" dirty="0">
                <a:solidFill>
                  <a:schemeClr val="tx1"/>
                </a:solidFill>
              </a:rPr>
              <a:t>Weinberg, S. (1993). </a:t>
            </a:r>
            <a:r>
              <a:rPr lang="es-ES" sz="2400" dirty="0" err="1">
                <a:solidFill>
                  <a:schemeClr val="tx1"/>
                </a:solidFill>
              </a:rPr>
              <a:t>The</a:t>
            </a:r>
            <a:r>
              <a:rPr lang="es-ES" sz="2400" dirty="0">
                <a:solidFill>
                  <a:schemeClr val="tx1"/>
                </a:solidFill>
              </a:rPr>
              <a:t> </a:t>
            </a:r>
            <a:r>
              <a:rPr lang="es-ES" sz="2400" dirty="0" err="1">
                <a:solidFill>
                  <a:schemeClr val="tx1"/>
                </a:solidFill>
              </a:rPr>
              <a:t>first</a:t>
            </a:r>
            <a:r>
              <a:rPr lang="es-ES" sz="2400" dirty="0">
                <a:solidFill>
                  <a:schemeClr val="tx1"/>
                </a:solidFill>
              </a:rPr>
              <a:t> </a:t>
            </a:r>
            <a:r>
              <a:rPr lang="es-ES" sz="2400" dirty="0" err="1">
                <a:solidFill>
                  <a:schemeClr val="tx1"/>
                </a:solidFill>
              </a:rPr>
              <a:t>three</a:t>
            </a:r>
            <a:r>
              <a:rPr lang="es-ES" sz="2400" dirty="0">
                <a:solidFill>
                  <a:schemeClr val="tx1"/>
                </a:solidFill>
              </a:rPr>
              <a:t> minutes: A </a:t>
            </a:r>
            <a:r>
              <a:rPr lang="es-ES" sz="2400" dirty="0" err="1">
                <a:solidFill>
                  <a:schemeClr val="tx1"/>
                </a:solidFill>
              </a:rPr>
              <a:t>modern</a:t>
            </a:r>
            <a:r>
              <a:rPr lang="es-ES" sz="2400" dirty="0">
                <a:solidFill>
                  <a:schemeClr val="tx1"/>
                </a:solidFill>
              </a:rPr>
              <a:t> </a:t>
            </a:r>
            <a:r>
              <a:rPr lang="es-ES" sz="2400" dirty="0" err="1">
                <a:solidFill>
                  <a:schemeClr val="tx1"/>
                </a:solidFill>
              </a:rPr>
              <a:t>view</a:t>
            </a:r>
            <a:r>
              <a:rPr lang="es-ES" sz="2400" dirty="0">
                <a:solidFill>
                  <a:schemeClr val="tx1"/>
                </a:solidFill>
              </a:rPr>
              <a:t> </a:t>
            </a:r>
            <a:r>
              <a:rPr lang="es-ES" sz="2400" dirty="0" err="1">
                <a:solidFill>
                  <a:schemeClr val="tx1"/>
                </a:solidFill>
              </a:rPr>
              <a:t>of</a:t>
            </a:r>
            <a:r>
              <a:rPr lang="es-ES" sz="2400" dirty="0">
                <a:solidFill>
                  <a:schemeClr val="tx1"/>
                </a:solidFill>
              </a:rPr>
              <a:t> </a:t>
            </a:r>
            <a:r>
              <a:rPr lang="es-ES" sz="2400" dirty="0" err="1">
                <a:solidFill>
                  <a:schemeClr val="tx1"/>
                </a:solidFill>
              </a:rPr>
              <a:t>the</a:t>
            </a:r>
            <a:r>
              <a:rPr lang="es-ES" sz="2400" dirty="0">
                <a:solidFill>
                  <a:schemeClr val="tx1"/>
                </a:solidFill>
              </a:rPr>
              <a:t> </a:t>
            </a:r>
            <a:r>
              <a:rPr lang="es-ES" sz="2400" dirty="0" err="1">
                <a:solidFill>
                  <a:schemeClr val="tx1"/>
                </a:solidFill>
              </a:rPr>
              <a:t>origin</a:t>
            </a:r>
            <a:r>
              <a:rPr lang="es-ES" sz="2400" dirty="0">
                <a:solidFill>
                  <a:schemeClr val="tx1"/>
                </a:solidFill>
              </a:rPr>
              <a:t> </a:t>
            </a:r>
            <a:r>
              <a:rPr lang="es-ES" sz="2400" dirty="0" err="1">
                <a:solidFill>
                  <a:schemeClr val="tx1"/>
                </a:solidFill>
              </a:rPr>
              <a:t>of</a:t>
            </a:r>
            <a:r>
              <a:rPr lang="es-ES" sz="2400" dirty="0">
                <a:solidFill>
                  <a:schemeClr val="tx1"/>
                </a:solidFill>
              </a:rPr>
              <a:t> </a:t>
            </a:r>
            <a:r>
              <a:rPr lang="es-ES" sz="2400" dirty="0" err="1">
                <a:solidFill>
                  <a:schemeClr val="tx1"/>
                </a:solidFill>
              </a:rPr>
              <a:t>the</a:t>
            </a:r>
            <a:r>
              <a:rPr lang="es-ES" sz="2400" dirty="0">
                <a:solidFill>
                  <a:schemeClr val="tx1"/>
                </a:solidFill>
              </a:rPr>
              <a:t> universe (</a:t>
            </a:r>
            <a:r>
              <a:rPr lang="es-ES" sz="2400" dirty="0" err="1">
                <a:solidFill>
                  <a:schemeClr val="tx1"/>
                </a:solidFill>
              </a:rPr>
              <a:t>Updated</a:t>
            </a:r>
            <a:r>
              <a:rPr lang="es-ES" sz="2400" dirty="0">
                <a:solidFill>
                  <a:schemeClr val="tx1"/>
                </a:solidFill>
              </a:rPr>
              <a:t> ed.). Basic </a:t>
            </a:r>
            <a:r>
              <a:rPr lang="es-ES" sz="2400" dirty="0" err="1">
                <a:solidFill>
                  <a:schemeClr val="tx1"/>
                </a:solidFill>
              </a:rPr>
              <a:t>Books</a:t>
            </a:r>
            <a:r>
              <a:rPr lang="es-ES" sz="2400" dirty="0">
                <a:solidFill>
                  <a:schemeClr val="tx1"/>
                </a:solidFill>
              </a:rPr>
              <a:t>.</a:t>
            </a:r>
          </a:p>
          <a:p>
            <a:pPr marL="827088" lvl="1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s-ES" sz="3560" dirty="0">
              <a:solidFill>
                <a:schemeClr val="tx1"/>
              </a:solidFill>
            </a:endParaRPr>
          </a:p>
          <a:p>
            <a:pPr marL="827088" lvl="1" indent="-285750">
              <a:buFont typeface="Arial" panose="020B0604020202020204" pitchFamily="34" charset="0"/>
              <a:buChar char="•"/>
            </a:pPr>
            <a:endParaRPr lang="es-ES" sz="3560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89864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8D1409-4792-EC35-3C9D-C3785A3D24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64A92CF8-D3A8-9A9A-C062-BE004EE1C65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05B2D1-880E-4846-A216-7D6770BA1332}" type="slidenum">
              <a:rPr lang="es-ES" smtClean="0"/>
              <a:pPr/>
              <a:t>9</a:t>
            </a:fld>
            <a:endParaRPr lang="es-ES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863B0AAF-81BD-6328-5FCA-22F83ABF44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Bibliografía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EA21DB9-7483-279F-9486-78300571B0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1694" y="1967441"/>
            <a:ext cx="3390900" cy="5080000"/>
          </a:xfrm>
          <a:prstGeom prst="rect">
            <a:avLst/>
          </a:prstGeom>
        </p:spPr>
      </p:pic>
      <p:pic>
        <p:nvPicPr>
          <p:cNvPr id="1028" name="Picture 4" descr="A Course in Cosmology: From Theory to Practice">
            <a:extLst>
              <a:ext uri="{FF2B5EF4-FFF2-40B4-BE49-F238E27FC236}">
                <a16:creationId xmlns:a16="http://schemas.microsoft.com/office/drawing/2014/main" id="{4E8E0FCE-3EB9-78DE-4882-882B5BB31B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1850" y="1967441"/>
            <a:ext cx="3879273" cy="5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Introduction to Cosmology">
            <a:extLst>
              <a:ext uri="{FF2B5EF4-FFF2-40B4-BE49-F238E27FC236}">
                <a16:creationId xmlns:a16="http://schemas.microsoft.com/office/drawing/2014/main" id="{E2F2FC65-05BB-8AC6-8B88-B4EFFE3E8B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8508" y="1967441"/>
            <a:ext cx="3573929" cy="5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492328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B9A9D5-C2A8-E486-9C69-A558C8D6D5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AF474D71-61BA-97BD-FE18-53ECD131D57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05B2D1-880E-4846-A216-7D6770BA1332}" type="slidenum">
              <a:rPr lang="es-ES" smtClean="0"/>
              <a:pPr/>
              <a:t>10</a:t>
            </a:fld>
            <a:endParaRPr lang="es-ES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85993F72-4B82-3149-0078-765B96E25F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6463" y="1182159"/>
            <a:ext cx="11764508" cy="703086"/>
          </a:xfrm>
        </p:spPr>
        <p:txBody>
          <a:bodyPr/>
          <a:lstStyle/>
          <a:p>
            <a:r>
              <a:rPr lang="es-ES" dirty="0"/>
              <a:t>Modelo Cosmológico Estándar</a:t>
            </a:r>
          </a:p>
        </p:txBody>
      </p:sp>
      <p:sp>
        <p:nvSpPr>
          <p:cNvPr id="6" name="Marcador de texto 3">
            <a:extLst>
              <a:ext uri="{FF2B5EF4-FFF2-40B4-BE49-F238E27FC236}">
                <a16:creationId xmlns:a16="http://schemas.microsoft.com/office/drawing/2014/main" id="{F65BCE8E-BC75-2C06-93AD-9A59CB4E327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06463" y="2020888"/>
            <a:ext cx="12779375" cy="5297487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s-ES" sz="2400" dirty="0"/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s-ES" sz="2800" dirty="0"/>
              <a:t>La </a:t>
            </a:r>
            <a:r>
              <a:rPr lang="es-ES" sz="2800" b="1" dirty="0"/>
              <a:t>Cosmología</a:t>
            </a:r>
            <a:r>
              <a:rPr lang="es-ES" sz="2800" dirty="0"/>
              <a:t> es una rama de la Astronomía que estudia el universo como un todo.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s-ES" sz="2800" dirty="0"/>
              <a:t>El </a:t>
            </a:r>
            <a:r>
              <a:rPr lang="es-ES" sz="2800" b="1" dirty="0"/>
              <a:t>Modelo Cosmológico Estándar</a:t>
            </a:r>
            <a:r>
              <a:rPr lang="es-ES" sz="2800" dirty="0"/>
              <a:t>, conocido como </a:t>
            </a:r>
            <a:r>
              <a:rPr lang="el-GR" sz="2800" dirty="0"/>
              <a:t>Λ</a:t>
            </a:r>
            <a:r>
              <a:rPr lang="es-ES" sz="2800" dirty="0"/>
              <a:t>CDM (Lambda-CDM), es la teoría actual que describe el origen y evolución del universo, comenzando con el Big Bang hace unos 13.8 mil millones de años, seguido de una inflación rápida, y actualmente se expande aceleradamente debido a la energía oscura (</a:t>
            </a:r>
            <a:r>
              <a:rPr lang="el-GR" sz="2800" dirty="0"/>
              <a:t>Λ) </a:t>
            </a:r>
            <a:r>
              <a:rPr lang="es-ES" sz="2800" dirty="0"/>
              <a:t>y la materia oscura fría (CDM), explicando el fondo cósmico de microondas y la formación de galaxias.</a:t>
            </a:r>
          </a:p>
        </p:txBody>
      </p:sp>
    </p:spTree>
    <p:extLst>
      <p:ext uri="{BB962C8B-B14F-4D97-AF65-F5344CB8AC3E}">
        <p14:creationId xmlns:p14="http://schemas.microsoft.com/office/powerpoint/2010/main" val="33279322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9C383E-5C96-B782-EC0E-441776D9A0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4D351B01-E211-0E33-3E16-61986A3B0F6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05B2D1-880E-4846-A216-7D6770BA1332}" type="slidenum">
              <a:rPr lang="es-ES" smtClean="0"/>
              <a:pPr/>
              <a:t>11</a:t>
            </a:fld>
            <a:endParaRPr lang="es-ES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C66F7048-114B-1A83-66E7-51359C28D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6462" y="1182159"/>
            <a:ext cx="12281999" cy="703086"/>
          </a:xfrm>
        </p:spPr>
        <p:txBody>
          <a:bodyPr/>
          <a:lstStyle/>
          <a:p>
            <a:r>
              <a:rPr lang="es-ES" dirty="0"/>
              <a:t>Elementos del Modelo Cosmológico Estándar</a:t>
            </a:r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36A1AC82-9BE2-A9D2-33CE-F8D7C02458AD}"/>
              </a:ext>
            </a:extLst>
          </p:cNvPr>
          <p:cNvGrpSpPr/>
          <p:nvPr/>
        </p:nvGrpSpPr>
        <p:grpSpPr>
          <a:xfrm>
            <a:off x="3374089" y="2340770"/>
            <a:ext cx="7252798" cy="4937552"/>
            <a:chOff x="3374089" y="2340770"/>
            <a:chExt cx="7252798" cy="4937552"/>
          </a:xfrm>
        </p:grpSpPr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5D0EF750-189C-2AA5-8D61-8E2B0DC73DD5}"/>
                </a:ext>
              </a:extLst>
            </p:cNvPr>
            <p:cNvGrpSpPr/>
            <p:nvPr/>
          </p:nvGrpSpPr>
          <p:grpSpPr>
            <a:xfrm>
              <a:off x="7046437" y="2362388"/>
              <a:ext cx="3537723" cy="1544356"/>
              <a:chOff x="3374091" y="2370012"/>
              <a:chExt cx="3537723" cy="1544356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4476894C-FF21-97A0-E32B-325C50D88785}"/>
                  </a:ext>
                </a:extLst>
              </p:cNvPr>
              <p:cNvSpPr/>
              <p:nvPr/>
            </p:nvSpPr>
            <p:spPr>
              <a:xfrm>
                <a:off x="3374091" y="2370012"/>
                <a:ext cx="3537723" cy="1544356"/>
              </a:xfrm>
              <a:prstGeom prst="rect">
                <a:avLst/>
              </a:prstGeom>
              <a:noFill/>
              <a:ln w="508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ES" dirty="0"/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D341E87-0104-11D0-D64E-793DD0523799}"/>
                  </a:ext>
                </a:extLst>
              </p:cNvPr>
              <p:cNvSpPr txBox="1"/>
              <p:nvPr/>
            </p:nvSpPr>
            <p:spPr>
              <a:xfrm>
                <a:off x="4330869" y="2504675"/>
                <a:ext cx="162416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ES" sz="2400" b="1" dirty="0"/>
                  <a:t>Dinámica</a:t>
                </a:r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C73FB217-4AD8-C8FB-0913-9553094354D7}"/>
                  </a:ext>
                </a:extLst>
              </p:cNvPr>
              <p:cNvSpPr txBox="1"/>
              <p:nvPr/>
            </p:nvSpPr>
            <p:spPr>
              <a:xfrm>
                <a:off x="3916016" y="3007964"/>
                <a:ext cx="2576346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ES" dirty="0"/>
                  <a:t>Relatividad General, </a:t>
                </a:r>
              </a:p>
              <a:p>
                <a:r>
                  <a:rPr lang="en-ES" dirty="0"/>
                  <a:t>Ecuaciones de Fluido</a:t>
                </a:r>
              </a:p>
            </p:txBody>
          </p:sp>
        </p:grp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9E23C9AA-056A-2875-50D4-A479A0652582}"/>
                </a:ext>
              </a:extLst>
            </p:cNvPr>
            <p:cNvGrpSpPr/>
            <p:nvPr/>
          </p:nvGrpSpPr>
          <p:grpSpPr>
            <a:xfrm>
              <a:off x="3374089" y="2340770"/>
              <a:ext cx="3537723" cy="1544356"/>
              <a:chOff x="7054546" y="2370012"/>
              <a:chExt cx="3537723" cy="1544356"/>
            </a:xfrm>
          </p:grpSpPr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A47F3561-DF3D-1481-4977-F8835BC8D3CB}"/>
                  </a:ext>
                </a:extLst>
              </p:cNvPr>
              <p:cNvSpPr/>
              <p:nvPr/>
            </p:nvSpPr>
            <p:spPr>
              <a:xfrm>
                <a:off x="7054546" y="2370012"/>
                <a:ext cx="3537723" cy="1544356"/>
              </a:xfrm>
              <a:prstGeom prst="rect">
                <a:avLst/>
              </a:prstGeom>
              <a:noFill/>
              <a:ln w="508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ES" dirty="0"/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F8246FCA-75FE-E044-9360-07A0C2D50D36}"/>
                  </a:ext>
                </a:extLst>
              </p:cNvPr>
              <p:cNvSpPr txBox="1"/>
              <p:nvPr/>
            </p:nvSpPr>
            <p:spPr>
              <a:xfrm>
                <a:off x="7927969" y="2504674"/>
                <a:ext cx="17908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ES" sz="2400" b="1" dirty="0"/>
                  <a:t>Geometría</a:t>
                </a:r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8CDFC7A9-AF14-352B-92A7-4BA288CC2EE1}"/>
                  </a:ext>
                </a:extLst>
              </p:cNvPr>
              <p:cNvSpPr txBox="1"/>
              <p:nvPr/>
            </p:nvSpPr>
            <p:spPr>
              <a:xfrm>
                <a:off x="7412027" y="3007964"/>
                <a:ext cx="281198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ES" dirty="0"/>
                  <a:t>Métrica de un universo </a:t>
                </a:r>
              </a:p>
              <a:p>
                <a:r>
                  <a:rPr lang="en-ES" dirty="0"/>
                  <a:t>homogéneo e isótropo</a:t>
                </a:r>
              </a:p>
            </p:txBody>
          </p:sp>
        </p:grp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C9F83E35-052D-8E54-ABED-526ECC1D4FE6}"/>
                </a:ext>
              </a:extLst>
            </p:cNvPr>
            <p:cNvGrpSpPr/>
            <p:nvPr/>
          </p:nvGrpSpPr>
          <p:grpSpPr>
            <a:xfrm>
              <a:off x="3374090" y="4048177"/>
              <a:ext cx="3537723" cy="1544356"/>
              <a:chOff x="3374090" y="4048177"/>
              <a:chExt cx="3537723" cy="1544356"/>
            </a:xfrm>
          </p:grpSpPr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BC6E3A4D-B1A1-DEB4-7358-EF9EC7EE9E83}"/>
                  </a:ext>
                </a:extLst>
              </p:cNvPr>
              <p:cNvSpPr/>
              <p:nvPr/>
            </p:nvSpPr>
            <p:spPr>
              <a:xfrm>
                <a:off x="3374090" y="4048177"/>
                <a:ext cx="3537723" cy="1544356"/>
              </a:xfrm>
              <a:prstGeom prst="rect">
                <a:avLst/>
              </a:prstGeom>
              <a:noFill/>
              <a:ln w="508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ES" dirty="0"/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273E70FB-41D6-0428-3865-F46D2D627D79}"/>
                  </a:ext>
                </a:extLst>
              </p:cNvPr>
              <p:cNvSpPr txBox="1"/>
              <p:nvPr/>
            </p:nvSpPr>
            <p:spPr>
              <a:xfrm>
                <a:off x="4247512" y="4171272"/>
                <a:ext cx="175560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ES" sz="2400" b="1" dirty="0"/>
                  <a:t>Contenido</a:t>
                </a:r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B0711D90-4A4A-B451-725C-2965C85A04AD}"/>
                  </a:ext>
                </a:extLst>
              </p:cNvPr>
              <p:cNvSpPr txBox="1"/>
              <p:nvPr/>
            </p:nvSpPr>
            <p:spPr>
              <a:xfrm>
                <a:off x="3780562" y="4686129"/>
                <a:ext cx="2847254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ES" dirty="0"/>
                  <a:t>Materia, radiación,</a:t>
                </a:r>
              </a:p>
              <a:p>
                <a:r>
                  <a:rPr lang="en-ES" dirty="0"/>
                  <a:t>constante cosmológica</a:t>
                </a:r>
              </a:p>
            </p:txBody>
          </p:sp>
        </p:grp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2AB27053-F097-3D58-12A6-01E172451034}"/>
                </a:ext>
              </a:extLst>
            </p:cNvPr>
            <p:cNvGrpSpPr/>
            <p:nvPr/>
          </p:nvGrpSpPr>
          <p:grpSpPr>
            <a:xfrm>
              <a:off x="7054546" y="4048177"/>
              <a:ext cx="3537723" cy="1544356"/>
              <a:chOff x="7054546" y="4048177"/>
              <a:chExt cx="3537723" cy="1544356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E33026FA-2DF7-F4B0-1961-D531FD1E151E}"/>
                  </a:ext>
                </a:extLst>
              </p:cNvPr>
              <p:cNvSpPr/>
              <p:nvPr/>
            </p:nvSpPr>
            <p:spPr>
              <a:xfrm>
                <a:off x="7054546" y="4048177"/>
                <a:ext cx="3537723" cy="1544356"/>
              </a:xfrm>
              <a:prstGeom prst="rect">
                <a:avLst/>
              </a:prstGeom>
              <a:noFill/>
              <a:ln w="508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ES" dirty="0"/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BE459C2C-DC81-3095-BF00-89D34200DFE6}"/>
                  </a:ext>
                </a:extLst>
              </p:cNvPr>
              <p:cNvSpPr txBox="1"/>
              <p:nvPr/>
            </p:nvSpPr>
            <p:spPr>
              <a:xfrm>
                <a:off x="7309209" y="4171272"/>
                <a:ext cx="302839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ES" sz="2400" b="1" dirty="0"/>
                  <a:t>Universo Temprano</a:t>
                </a:r>
              </a:p>
            </p:txBody>
          </p: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A8A67CD2-5F3B-AE5E-04E3-4B638DCCD3E8}"/>
                  </a:ext>
                </a:extLst>
              </p:cNvPr>
              <p:cNvSpPr txBox="1"/>
              <p:nvPr/>
            </p:nvSpPr>
            <p:spPr>
              <a:xfrm>
                <a:off x="7376761" y="4684581"/>
                <a:ext cx="2743059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ES" dirty="0"/>
                  <a:t>Big Bang, Bariogénesis,</a:t>
                </a:r>
              </a:p>
              <a:p>
                <a:r>
                  <a:rPr lang="en-ES" dirty="0"/>
                  <a:t>Nucelosíntesis, CMB</a:t>
                </a:r>
              </a:p>
            </p:txBody>
          </p:sp>
        </p:grp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2492C703-ABC2-CFBF-B45D-81CA3879689B}"/>
                </a:ext>
              </a:extLst>
            </p:cNvPr>
            <p:cNvGrpSpPr/>
            <p:nvPr/>
          </p:nvGrpSpPr>
          <p:grpSpPr>
            <a:xfrm>
              <a:off x="3374091" y="5726342"/>
              <a:ext cx="2332988" cy="1544356"/>
              <a:chOff x="3374091" y="5726342"/>
              <a:chExt cx="2332988" cy="1544356"/>
            </a:xfrm>
          </p:grpSpPr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9CCA2146-0A65-71D5-38A1-F0BF0E46E1FF}"/>
                  </a:ext>
                </a:extLst>
              </p:cNvPr>
              <p:cNvSpPr/>
              <p:nvPr/>
            </p:nvSpPr>
            <p:spPr>
              <a:xfrm>
                <a:off x="3374091" y="5726342"/>
                <a:ext cx="2332988" cy="1544356"/>
              </a:xfrm>
              <a:prstGeom prst="rect">
                <a:avLst/>
              </a:prstGeom>
              <a:noFill/>
              <a:ln w="508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ES" dirty="0"/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D7B75EF0-422B-C956-510A-113DBE3BFC0B}"/>
                  </a:ext>
                </a:extLst>
              </p:cNvPr>
              <p:cNvSpPr txBox="1"/>
              <p:nvPr/>
            </p:nvSpPr>
            <p:spPr>
              <a:xfrm>
                <a:off x="3662780" y="5841498"/>
                <a:ext cx="169950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ES" sz="2400" b="1" dirty="0"/>
                  <a:t>Expansión</a:t>
                </a:r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FF7C3D64-4D34-4A0B-665C-B048EA0CF3E7}"/>
                  </a:ext>
                </a:extLst>
              </p:cNvPr>
              <p:cNvSpPr txBox="1"/>
              <p:nvPr/>
            </p:nvSpPr>
            <p:spPr>
              <a:xfrm>
                <a:off x="3741627" y="6368302"/>
                <a:ext cx="153118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/>
                  <a:t>d</a:t>
                </a:r>
                <a:r>
                  <a:rPr lang="en-ES" dirty="0"/>
                  <a:t>el Universo</a:t>
                </a:r>
              </a:p>
            </p:txBody>
          </p:sp>
        </p:grpSp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B1D44B87-B1A2-CE0E-992D-EF2B9ED52F1C}"/>
                </a:ext>
              </a:extLst>
            </p:cNvPr>
            <p:cNvGrpSpPr/>
            <p:nvPr/>
          </p:nvGrpSpPr>
          <p:grpSpPr>
            <a:xfrm>
              <a:off x="5833994" y="5733966"/>
              <a:ext cx="2332988" cy="1544356"/>
              <a:chOff x="5833994" y="5733966"/>
              <a:chExt cx="2332988" cy="1544356"/>
            </a:xfrm>
          </p:grpSpPr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03252728-F692-AB96-C097-DBC03ABE4D9E}"/>
                  </a:ext>
                </a:extLst>
              </p:cNvPr>
              <p:cNvSpPr/>
              <p:nvPr/>
            </p:nvSpPr>
            <p:spPr>
              <a:xfrm>
                <a:off x="5833994" y="5733966"/>
                <a:ext cx="2332988" cy="1544356"/>
              </a:xfrm>
              <a:prstGeom prst="rect">
                <a:avLst/>
              </a:prstGeom>
              <a:noFill/>
              <a:ln w="508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ES" dirty="0"/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E89CFC66-3CFD-9D35-0D1D-66EF6636EE8E}"/>
                  </a:ext>
                </a:extLst>
              </p:cNvPr>
              <p:cNvSpPr txBox="1"/>
              <p:nvPr/>
            </p:nvSpPr>
            <p:spPr>
              <a:xfrm>
                <a:off x="6433957" y="5841498"/>
                <a:ext cx="95571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ES" sz="2400" b="1" dirty="0"/>
                  <a:t>Edad</a:t>
                </a:r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710EAE05-2182-11CB-4ED4-04B3CA087AF7}"/>
                  </a:ext>
                </a:extLst>
              </p:cNvPr>
              <p:cNvSpPr txBox="1"/>
              <p:nvPr/>
            </p:nvSpPr>
            <p:spPr>
              <a:xfrm>
                <a:off x="6140907" y="6365714"/>
                <a:ext cx="153118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/>
                  <a:t>d</a:t>
                </a:r>
                <a:r>
                  <a:rPr lang="en-ES" dirty="0"/>
                  <a:t>el Universo</a:t>
                </a:r>
              </a:p>
            </p:txBody>
          </p:sp>
        </p:grp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8CC0AE93-97CC-C415-7CDC-EFF5163A8231}"/>
                </a:ext>
              </a:extLst>
            </p:cNvPr>
            <p:cNvGrpSpPr/>
            <p:nvPr/>
          </p:nvGrpSpPr>
          <p:grpSpPr>
            <a:xfrm>
              <a:off x="8293899" y="5733966"/>
              <a:ext cx="2332988" cy="1544356"/>
              <a:chOff x="8293899" y="5733966"/>
              <a:chExt cx="2332988" cy="1544356"/>
            </a:xfrm>
          </p:grpSpPr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314576D7-3B70-359E-F2A1-037F32DBBA10}"/>
                  </a:ext>
                </a:extLst>
              </p:cNvPr>
              <p:cNvSpPr/>
              <p:nvPr/>
            </p:nvSpPr>
            <p:spPr>
              <a:xfrm>
                <a:off x="8293899" y="5733966"/>
                <a:ext cx="2332988" cy="1544356"/>
              </a:xfrm>
              <a:prstGeom prst="rect">
                <a:avLst/>
              </a:prstGeom>
              <a:noFill/>
              <a:ln w="508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ES" dirty="0"/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DFFF4CDC-9017-D164-0118-CB67B6ADD2AE}"/>
                  </a:ext>
                </a:extLst>
              </p:cNvPr>
              <p:cNvSpPr txBox="1"/>
              <p:nvPr/>
            </p:nvSpPr>
            <p:spPr>
              <a:xfrm>
                <a:off x="8818021" y="5841498"/>
                <a:ext cx="127951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ES" sz="2400" b="1" dirty="0"/>
                  <a:t>Destino</a:t>
                </a:r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D2A6E888-B51D-A765-7CF8-924E30CB4725}"/>
                  </a:ext>
                </a:extLst>
              </p:cNvPr>
              <p:cNvSpPr txBox="1"/>
              <p:nvPr/>
            </p:nvSpPr>
            <p:spPr>
              <a:xfrm>
                <a:off x="8697211" y="6365714"/>
                <a:ext cx="153118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/>
                  <a:t>d</a:t>
                </a:r>
                <a:r>
                  <a:rPr lang="en-ES" dirty="0"/>
                  <a:t>el Universo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9865842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F1F2F8-700B-272C-05DF-990A0D635D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7">
            <a:extLst>
              <a:ext uri="{FF2B5EF4-FFF2-40B4-BE49-F238E27FC236}">
                <a16:creationId xmlns:a16="http://schemas.microsoft.com/office/drawing/2014/main" id="{37C27A35-C4F4-765C-4FA7-9B69EE75C04A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bg1"/>
            </a:solidFill>
          </a:ln>
        </p:spPr>
        <p:txBody>
          <a:bodyPr>
            <a:normAutofit fontScale="90000"/>
          </a:bodyPr>
          <a:lstStyle/>
          <a:p>
            <a:endParaRPr lang="es-ES" dirty="0"/>
          </a:p>
        </p:txBody>
      </p:sp>
      <p:sp>
        <p:nvSpPr>
          <p:cNvPr id="11" name="Marcador de texto 10">
            <a:extLst>
              <a:ext uri="{FF2B5EF4-FFF2-40B4-BE49-F238E27FC236}">
                <a16:creationId xmlns:a16="http://schemas.microsoft.com/office/drawing/2014/main" id="{5BFF4BA1-96D9-7E5E-B149-FE2FD2F37E14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es-ES" dirty="0"/>
              <a:t>inaki.ortiz@universidadeuropea.es</a:t>
            </a:r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F9C8ACC8-AF42-7EBF-3A30-A9A449BC2D2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s-ES" sz="2000" dirty="0"/>
              <a:t>Iñaki Ortiz de Landaluce</a:t>
            </a:r>
          </a:p>
        </p:txBody>
      </p:sp>
    </p:spTree>
    <p:extLst>
      <p:ext uri="{BB962C8B-B14F-4D97-AF65-F5344CB8AC3E}">
        <p14:creationId xmlns:p14="http://schemas.microsoft.com/office/powerpoint/2010/main" val="111164430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UEM">
      <a:dk1>
        <a:srgbClr val="1E1E1E"/>
      </a:dk1>
      <a:lt1>
        <a:srgbClr val="FFFFFF"/>
      </a:lt1>
      <a:dk2>
        <a:srgbClr val="504B4B"/>
      </a:dk2>
      <a:lt2>
        <a:srgbClr val="D2D1D1"/>
      </a:lt2>
      <a:accent1>
        <a:srgbClr val="FF3228"/>
      </a:accent1>
      <a:accent2>
        <a:srgbClr val="2D41B4"/>
      </a:accent2>
      <a:accent3>
        <a:srgbClr val="23B4AA"/>
      </a:accent3>
      <a:accent4>
        <a:srgbClr val="FFAFAA"/>
      </a:accent4>
      <a:accent5>
        <a:srgbClr val="FF5A50"/>
      </a:accent5>
      <a:accent6>
        <a:srgbClr val="504B4B"/>
      </a:accent6>
      <a:hlink>
        <a:srgbClr val="FF3228"/>
      </a:hlink>
      <a:folHlink>
        <a:srgbClr val="FF5A50"/>
      </a:folHlink>
    </a:clrScheme>
    <a:fontScheme name="UEM">
      <a:majorFont>
        <a:latin typeface="Century Gothic"/>
        <a:ea typeface=""/>
        <a:cs typeface=""/>
      </a:majorFont>
      <a:minorFont>
        <a:latin typeface="Century Gothic"/>
        <a:ea typeface=""/>
        <a:cs typeface="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B751425DA346274BB8A6F2BE32473D20" ma:contentTypeVersion="8" ma:contentTypeDescription="Crear nuevo documento." ma:contentTypeScope="" ma:versionID="50ee11ec4a2ba460e4a0172baff95c3f">
  <xsd:schema xmlns:xsd="http://www.w3.org/2001/XMLSchema" xmlns:xs="http://www.w3.org/2001/XMLSchema" xmlns:p="http://schemas.microsoft.com/office/2006/metadata/properties" xmlns:ns2="20e2e991-663f-4fd3-9d6e-b249279df1b7" targetNamespace="http://schemas.microsoft.com/office/2006/metadata/properties" ma:root="true" ma:fieldsID="9efaf7f08bb7107a48d1a18e4fabbd38" ns2:_="">
    <xsd:import namespace="20e2e991-663f-4fd3-9d6e-b249279df1b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0e2e991-663f-4fd3-9d6e-b249279df1b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LengthInSeconds xmlns="20e2e991-663f-4fd3-9d6e-b249279df1b7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291DD25-2E81-4A34-9096-32DB39F339B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0e2e991-663f-4fd3-9d6e-b249279df1b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E0ACCBE-D97D-41BD-96DB-358774964D35}">
  <ds:schemaRefs>
    <ds:schemaRef ds:uri="http://schemas.microsoft.com/office/2006/metadata/properties"/>
    <ds:schemaRef ds:uri="http://schemas.microsoft.com/office/infopath/2007/PartnerControls"/>
    <ds:schemaRef ds:uri="20e2e991-663f-4fd3-9d6e-b249279df1b7"/>
  </ds:schemaRefs>
</ds:datastoreItem>
</file>

<file path=customXml/itemProps3.xml><?xml version="1.0" encoding="utf-8"?>
<ds:datastoreItem xmlns:ds="http://schemas.openxmlformats.org/officeDocument/2006/customXml" ds:itemID="{5DC46E25-A2AB-49B0-8370-B7EC483DA3C3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3976fa30-1907-4356-8241-62ea5e1c0256}" enabled="1" method="Standard" siteId="{9a5cacd0-2bef-4dd7-ac5c-7ebe1f54f495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493</TotalTime>
  <Words>642</Words>
  <Application>Microsoft Macintosh PowerPoint</Application>
  <PresentationFormat>Custom</PresentationFormat>
  <Paragraphs>314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Century Gothic</vt:lpstr>
      <vt:lpstr>Chalkduster</vt:lpstr>
      <vt:lpstr>Wingdings</vt:lpstr>
      <vt:lpstr>Tema de Office</vt:lpstr>
      <vt:lpstr>00</vt:lpstr>
      <vt:lpstr>PowerPoint Presentation</vt:lpstr>
      <vt:lpstr>Clases</vt:lpstr>
      <vt:lpstr>Calendario</vt:lpstr>
      <vt:lpstr>Contenidos Teóricos</vt:lpstr>
      <vt:lpstr>Ejemplos/Problemas</vt:lpstr>
      <vt:lpstr>Talleres</vt:lpstr>
      <vt:lpstr>Bibliografía</vt:lpstr>
      <vt:lpstr>Bibliografía</vt:lpstr>
      <vt:lpstr>Modelo Cosmológico Estándar</vt:lpstr>
      <vt:lpstr>Elementos del Modelo Cosmológico Estándar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Teletrabajo</dc:creator>
  <cp:lastModifiedBy>Inaki Ortiz De Landaluce</cp:lastModifiedBy>
  <cp:revision>25</cp:revision>
  <dcterms:created xsi:type="dcterms:W3CDTF">2021-02-03T10:15:32Z</dcterms:created>
  <dcterms:modified xsi:type="dcterms:W3CDTF">2026-01-19T11:36:41Z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0x010100B751425DA346274BB8A6F2BE32473D20</vt:lpwstr>
  </property>
  <property fmtid="{D5CDD505-2E9C-101B-9397-08002B2CF9AE}" pid="3" name="Order">
    <vt:r8>61000</vt:r8>
  </property>
  <property fmtid="{D5CDD505-2E9C-101B-9397-08002B2CF9AE}" pid="4" name="xd_Signature">
    <vt:bool>false</vt:bool>
  </property>
  <property fmtid="{D5CDD505-2E9C-101B-9397-08002B2CF9AE}" pid="5" name="xd_ProgID">
    <vt:lpwstr/>
  </property>
  <property fmtid="{D5CDD505-2E9C-101B-9397-08002B2CF9AE}" pid="6" name="_ExtendedDescription">
    <vt:lpwstr/>
  </property>
  <property fmtid="{D5CDD505-2E9C-101B-9397-08002B2CF9AE}" pid="7" name="TriggerFlowInfo">
    <vt:lpwstr/>
  </property>
  <property fmtid="{D5CDD505-2E9C-101B-9397-08002B2CF9AE}" pid="8" name="TemplateUrl">
    <vt:lpwstr/>
  </property>
  <property fmtid="{D5CDD505-2E9C-101B-9397-08002B2CF9AE}" pid="9" name="ComplianceAssetId">
    <vt:lpwstr/>
  </property>
</Properties>
</file>